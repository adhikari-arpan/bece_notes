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7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19558 7029 533,'9'84'334,"-9"24"-339,0 16-7,0-15-4,0 4 15,6-1 15,9-20-4,1 4-8,4 1-3,0 15-2,-27-69-51,0 0-326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7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19421 7045 533,'88'0'336,"29"4"-345,19 1-11,-16 3-16,-15-2 7,-15-1 4,14-1-4,-18 1 4,-7-3 5,58-1 4,-12 0 30,-5-1 22,-4 0 1,-20 0 2,-12-4-8,43 2-7,-5-5-12,6 4-9,-8 3-8,4-4-2,-13 0 4,14-2 4,-10 3 1,-6 0 2,-13-1-2,9-4 3,-12 7 2,14 1-2,-12-8-7,-106 108 2,-13 11-5,13-21 2,9 12 4,2 3 0,0-13 2,0 16-2,5-11-3,3 19-1,-1-20 1,-3 15 0,2-16 11,-18-53-63,2 0-329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7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19595 7934 533,'101'9'333,"17"3"-346,26-4-13,-51-4-2,65-3-33,-63 2 30,65 0-15,-89-2 38,3-1 14,57-4 19,-13 5 16,-23 1 4,-11-1-7,19-1-8,-13 0-16,17 16-5,-16-12-8,26-7-3,-9-3 1,-7 14 0,2 4 1,10 9 0,-14-13-1,-5-16 2,-3-3 6,9 3-2,-8 8-10,-51 13-50,2 1-329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77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19744 6297 533,'-68'47'336,"-16"30"-339,-7 11-4,19-19-8,6 1 2,-54 50-24,18-17-10,14-9 11,12-14 30,16-12 21,-2 4 40,7 24 13,22-7-54,-6 40-14,-1 65-43,24-102 12,3-11-2,-8 47-11,2-27 33,7-20 34,8 6 42,4-3-7,16 11-34,32 11-26,1-12-7,6 4-5,1-3-4,-5-12 3,0-2 7,-6-6 8,26 26 15,-17-33-2,6 6-5,6 1-7,-1-7-5,34 15-2,-18-31 10,17-2 13,-61-11-122,0 0-629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78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17599 6468 533,'-81'-19'334,"186"15"-333,37-9-10,-14 5-16,-22 2-2,13 0-21,-23 2 3,2 2 0,-16 1 3,-6 0 6,-11 1 12,11-1 17,47 1 35,-26 0 36,-6 0 12,-9 0-12,5 0-23,14 0-17,11 0-20,-2 0-3,0 8 0,-9 5-3,22-4-4,-10-1-5,-7-7 9,-9 0 28,-56 9-81,1 1-330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79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17547 6433 533,'-20'96'336,"22"57"-348,-2-31-13,0-22-1,4 19-20,-1-20 5,4 18-10,-1-18 7,2 14 1,-1-21 7,-2 23 7,1-19 7,-1 13 17,-1-21 3,0 8 21,0-21 1,-3 10 14,1-21-1,-1 0 7,-1 63 30,-3-14-13,1-26-32,0 47 6,1-11-20,4-10-13,7 5 1,-2-13 11,2-5 3,4 25-5,5-14-13,0-18-3,-2 0-1,-5 3 8,-8-6 33,93-128-31,-3-4-3,50 24-7,-38 5-8,4 5-4,-13 1 3,-3-1 7,27 4 16,-26-4 8,-5 0 2,28-1 5,-25 8-10,12-1-3,-5 2-3,3 7-2,4-6-1,-4 10-3,3 1-1,-2 0 1,-10-3 3,12 5 1,-4-5 2,-62 8-59,0 1-328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0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21680 6253 533,'85'12'336,"39"41"-345,-39-14-5,16 6-8,7 18 14,-14 5 1,-25-5 5,-4 3 7,9 20 4,-13 8 4,-20-6 3,-17 15-2,-20-2-13,-11 0-4,-2 14-3,-3-15-2,-2 28-8,-6 20-12,3-56 15,-1-9 11,3 1 22,-21 12 27,-9 9-38,10-16-12,1 10-9,3-11-2,-6 0 5,-6 2 21,6 13 6,-7 24-17,16-27-11,2 2-8,0-7 2,-3 2 5,-4-11 47,-20 32-8,11-15-34,-12 29-13,-6-8-27,4-23 0,13-25 22,-10-7 52,-6-13 84,20-37-166,-1 0-331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1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21747 6327 533,'97'-23'334,"25"21"-345,-14 1-17,33 0-24,-21 0 2,14 3-8,-23-1 2,16-2-2,-25 0 10,18-2 6,-24 2 8,8 0 20,-26-2 12,-6-2 20,4 5 34,-21 0 7,37-1 54,-21 1 18,14-1-49,21 1-84,-14 0 2,-51 12-55,2-1-330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2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23320 6309 533,'-20'79'334,"13"41"-341,6-3-6,1-25 3,0 72-16,0-18-12,0-32 5,0-28 28,0 24 33,0-16 41,0-3-34,0 39-36,0-28-14,0 6-6,0-12 2,0 8 12,0-16 24,0 10 6,5 9-10,2 22-18,0-18-5,4 1 6,-5-8 7,3 5 4,0-3-3,-1-11-4,-4 2-3,6 27-3,-7-21 5,-2-14 9,-1 6 12,0 6-22,0-8-2,-5 1 4,3 6 6,-11-58-61,2 0-331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3"/>
    </inkml:context>
    <inkml:brush xml:id="br0">
      <inkml:brushProperty name="width" value="0.05953" units="cm"/>
      <inkml:brushProperty name="height" value="0.05953" units="cm"/>
      <inkml:brushProperty name="fitToCurve" value="1"/>
    </inkml:brush>
  </inkml:definitions>
  <inkml:trace contextRef="#ctx0" brushRef="#br0">21573 9380 533,'64'-45'337,"47"33"-342,-9-5-5,50-6-12,-24 4-21,-5 2-3,-9-1 20,-6 3 31,-17 5 17,-3 10 14,20-6 14,-17-11-26,18 2-17,-14 12-8,9-5 1,8 18 1,-6-5-2,-1-5 1,-3 14 1,0-17-1,-4-1 1,-2-2 2,9 6-4,-64 14-53,1 1-331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4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18751 7370 533,'80'11'306,"54"0"-289,32-1-58,-6-1-24,-63-7 37,44 1-10,-48-2 39,-9 1 82,-47 10-132,1 1-292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5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21623 7401 533,'103'0'334,"-1"7"-342,38 3-20,-24 2-6,30 7-15,-16-3 9,-36-4 31,5-1 55,-19 5 61,-43 5-161,2 1-324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6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18361 8070 533,'84'-5'300,"35"4"-298,26-3-11,-21-1-28,-21 1 3,-9 0-6,66 4-21,-24 10 32,1 9 41,-2 3 28,9 2 7,15 4-12,-46-10-35,-22-2-5,-13 3 2,70 14-5,16-7 2,5-4 0,-89-16 4,22 2-1,-14-3-1,16 1-9,34-1-5,-28 0-2,8 6 0,-19-1 4,1-3 7,-18-2 4,16 1 5,-20-4 3,13 1 7,-15-2 3,13 1 7,-13-4-1,12-3-1,20 5-1,-24 0-4,15 0 16,-1-1 18,-8 1-6,16 2-23,-8 9-21,-58 7-52,0 0-329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7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19223 8599 533,'101'-9'335,"85"13"-356,-68 0-4,57 2-37,58 5-21,-44-3 9,17-1 8,-36-3 6,22-1 6,-34-2 6,19-2 6,-36-1 10,14 2 18,-32-1 18,17 1 28,-31-3-1,6-2 14,-2-2 15,-29 3-1,8 1 2,-20 1-5,28 7 42,5 8-1,7 9-62,-23-3-34,18 5-8,-70-2-47,1 0-328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8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19037 6309 533,'101'11'334,"45"3"-348,-54-6 1,38 1-53,-14-1 5,28 4-6,-21-1 7,21 1 1,44 2 5,-40-3 8,12 2 7,-32-1 11,19 5 15,-30-4 23,15 2 13,-28-3 4,11 3 6,-23-6 0,8 0 6,-27-4-4,-3 2 12,22-3 1,-18-1-9,30-2 32,-6-5-20,-6-3-18,14-1-16,-15 6-15,40 4-11,-13 1 4,-18-2 7,12-1-2,2-2-3,-10 0-7,-3 8 2,7 4 1,-16-6 28,-52 11-74,-1 1-318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89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18894 6809 533,'81'-16'336,"35"16"-347,8 2-9,-8 4-5,36 2-30,-20 0 2,30-3-15,-22 0 7,31-2-2,-17-2 8,30 1 5,-24-2 5,28 1 10,60 4 9,-50 2 14,4 0 8,-37 1 8,7 3 2,-35-1 5,10 2 3,-29 0 6,12 4 14,-29-4-1,6 0 14,-9 2 15,-27-4-7,-2-2 1,38 7 41,-6 3 2,-10-5-53,-52 7-101,1-1-331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490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19254 9127 533,'92'-20'333,"49"11"-341,-9 3-19,-9-1-6,34-1-31,49-6-10,-41 2 7,19-1 2,-33 2 8,18 3 6,-30 1 8,23-4 9,-31 3 14,18 1 17,-30 2 14,10-1 9,-33 3 9,-9 1 16,-23 0 1,-4 1 15,23 1 52,-10-1 16,19-7-39,0 21-87,-53 6-58,1 1-329</inkml:trace>
</inkml:ink>
</file>

<file path=ppt/ink/ink18.xml><?xml version="1.0" encoding="utf-8"?>
<inkml:ink xmlns:inkml="http://www.w3.org/2003/InkML">
  <inkml:definitions/>
</inkml:ink>
</file>

<file path=ppt/ink/ink19.xml><?xml version="1.0" encoding="utf-8"?>
<inkml:ink xmlns:inkml="http://www.w3.org/2003/InkML">
  <inkml:definitions/>
</inkml:ink>
</file>

<file path=ppt/ink/ink20.xml><?xml version="1.0" encoding="utf-8"?>
<inkml:ink xmlns:inkml="http://www.w3.org/2003/InkML">
  <inkml:definitions/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3428 11813 533,'0'165'336,"0"41"-342,0 42 1,0-55 0,0 44-8,12 4-1,16-40 4,8 16 11,52-61 35,125-187-26,-1-40-16,-4-24-8,37-40-8,-93 44-19,-75 75-9,0-2-296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3201 12004 533,'173'8'303,"57"-12"-315,108 1-23,-27-15-33,-86-9 28,-63-6 38,-18-10 79,-66 46-125,-2 0-288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3479 12974 533,'211'-4'303,"-2"-24"-290,-17-26-26,37-27-2,2-29 4,-42 7 4,-2-35 11,-110 112-55,1 1-307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5638 13458 533,'-98'-181'334,"-24"16"-342,-51 9-5,-15 64 15,-10 99 12,47 95-13,60 63-4,146 23 2,47-39-2,47 3-6,-25-21 5,59-111 18,-72-211-11,-34 6-4,-79 371 8,-59 20-12,13-25-4,-4 61-7,19-42-4,4-27 16,-165-172 52,-7-82-53,-8-10-3,81-41 18,240-67-6,108-11-22,-50 109-11,37-20-45,-68 44-89,-68 64 92,1-1-430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6111 13134 533,'179'-67'310,"16"17"-293,-11 9-21,69-11-4,-1 20-2,-42 26 5,-128 30-48,-2 2-317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6521 13353 533,'173'-13'303,"2"-39"-279,21 53-27,-11-15-7,-101 34-44,-1-1-322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7998 11919 533,'-8'208'313,"-16"6"-301,-11 34-33,6-29 1,-15 157-18,28-204 19,15 51-2,13-37 48,-163-126 74,358-76-108,3 0 2,23-2 5,-6-12 0,-47-10-5,-95 48-49,1 1-323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3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7302 11892 533,'181'25'334,"52"-28"-340,9 3-14,-32-3 0,53-10-4,-51-4 5,-2-20 33,-131 54-64,1 0-302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7328 13408 533,'162'-21'335,"101"13"-345,-72-7-2,25 6-4,-17-10 4,-120 42-40,3 0-311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9687 13188 533,'-92'-157'336,"-83"60"-340,-23 102 3,-3 54-2,47 101 2,82 32 0,45 25-1,54-30 0,50-23 2,100-218 5,-39-85-7,4-2 0,2-10-2,-26-6 2,-72 398 14,-33-54-22,36 58-8,38-28-4,114-115 4,4-89 8,-22-26-14,-109 31-24,1 1-290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9942 12321 533,'-63'166'303,"6"84"-289,9 44-58,10-49 4,23-80 19,-1 91-10,9-101 26,-19-306 56,15-19-65,-1-125 12,8 60 25,11 31-2,13 18 0,17 8-1,16 9 0,43-12-14,37 16-6,30 79 2,27 81 1,-16 76-3,-28 58-2,-118 51 1,-157 30-3,-3-86-5,-55 21-7,17-46 19,187 81 26,150-29-39,31 30-2,-65-29 6,21 31-3,-42-15 1,38 75-6,-59-87-15,-75-79-20,0-1-294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11612 13154 533,'-162'-98'303,"-34"61"-280,-22 87-26,35 80-1,9 83-8,73-27 0,79 6 6,26-10 2,50 5 8,100-74 12,32-143-7,-24-68-17,18-84-9,3-55-19,-95 88 11,42-85-21,-48 77 33,-1 15 72,-58 378 23,-41 3-82,-6 51-28,24 3-23,50-59 32,30-79 27,-66-80-55,-2 2-288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12614 12197 533,'-47'163'325,"27"101"-325,-9 74-36,18-11-10,19-24 5,-1-126 27,-3-17 104,-28-81-141,0 0-309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11681 12766 533,'196'15'310,"72"0"-301,36-11-32,-67-4-13,-45 1 4,-29-13 3,86-4-6,-56 12 36,-22 1 43,-99 26-91,0 0-282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13335 12205 533,'125'61'334,"33"122"-339,-46-15-10,37 95-6,-61-94 10,-4 14-15,-15-29 2,-13 3-4,38 76-8,-8-78 39,5-31 43,84-138 61,-5-182-111,-22-70-17,-58 80-10,64-125-35,-63 138 34,-22 43 8,61-88 14,7 16 33,51 18 17,-45 96-20,29-11 16,-94 83-86,0-1-300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7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17991 12051 533,'23'175'336,"8"17"-341,-23-2 4,16 52 1,-10 0-5,-10 62-13,-2-52-3,-1-56 8,-23-119-38,-1 1-307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8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17938 12785 533,'80'-153'336,"15"-7"-339,26 1-2,35 0 2,15 12-4,32 25 4,-31 45 4,20 24 5,-38 153 7,-213 98-16,-37-33-2,-24-8 3,-55 27 1,21-52 1,-42-1-1,41-31 1,2-4 2,224 92 4,115 5-20,-66-48-1,39 35-4,-38-53 24,10-10 33,3 43-28,-19-13-16,-86-65-49,1 1-328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49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19825 13484 533,'-15'-176'310,"-46"-27"-293,-31 30-20,-23 22 6,-8 310 2,73 34-3,67 3-1,46-7-3,55-47 7,68-131-7,-114-187 2,-72-15-2,0-4 1,0 389 2,57 0-1,90-76-3,-100-45-51,1 1-330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0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16920 10252 533,'29'173'315,"71"38"-300,44 82-31,-50-83-1,-10-24 3,-7 5 28,-10 38 21,-34-29-35,-26-13 0,-33-103-55,1 0-329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1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16709 10239 533,'0'167'337,"-3"19"-341,-23 26-3,17-12 5,64 1 13,-62-113-66,0 0-330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2"/>
    </inkml:context>
    <inkml:brush xml:id="br0">
      <inkml:brushProperty name="width" value="0.05953" units="cm"/>
      <inkml:brushProperty name="height" value="0.05953" units="cm"/>
      <inkml:brushProperty name="color" value="#FFFF00"/>
      <inkml:brushProperty name="fitToCurve" value="1"/>
    </inkml:brush>
  </inkml:definitions>
  <inkml:trace contextRef="#ctx0" brushRef="#br0">16681 10133 533,'193'13'304,"52"35"-284,-44 10-34,27 11-7,34 27 1,-102-16 15,17 41 28,-21-41 8,-80-3-136,0 1-633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9569 3451 533,'145'-87'337,"40"52"-340,-4-20 6,30-1-5,-27 24-3,9 5-2,67 6-4,-73 17 3,49 10-1,41 0-5,30-4-9,17 6-7,-79-4 9,-42-1 3,17 5-2,-39-1 5,35 2 1,-35 0 4,51 6 0,-41 0 3,46 9-3,-37-5 1,39 2-1,-34-4 1,46 4-2,61-3 2,-71-3 2,26 10 2,-46 0 3,23 1 2,-41-2 3,-43-2 13,-22-6 5,36 0 3,59-1 30,-73-9 1,5-3 17,-181-184-23,-116 23-48,-33 37-4,-31 86 5,-1 32-4,15-22-2,1-10 2,-31 1 1,-65 26 0,-14 19-14,92-3 3,-194 0-46,212-5 24,-46-2-8,38 2 5,-54 4-1,37-2 5,-41 3 5,40-3 5,-35-1 8,40 0 7,-34 3 7,35 0 4,-11 2 11,39-2 0,-8 9 10,37-4 0,4 7 11,-82 15 28,64 1-1,-5 4 7,15 68-24,243 75-46,85-130-1,54-72 0,-14-44-1,-16 12 0,-29 2-3,-1-10-3,88-26-3,-96 33 8,4 6 2,48-13 7,-20 16 0,-16-7-3,-3 11-1,13 2-1,5 13-2,45-7-3,-24 21-2,18-6-2,-7-10 2,35 3-1,-6-16 4,16-9 0,1 0 0,-6 7 1,-38 4 3,4-12 17,-446 136 29,26-5-46,-39 40 1,29-18 4,4 11-3,2-15-2,-46-8 1,-2-30-1,-14-26-8,-138 0-16,205-17 2,-25-4-8,38-3 4,-29-13-3,30 0 4,-32-5 3,30 0 6,-41-8 2,34 2 4,-38-4 5,36 2 3,-27-4 3,31 6 0,-31-1 1,28 0 1,-35-9 1,32 4-1,-27-1 1,-53-5 0,55 3 1,-13 8 4,42 2 0,-20-7 1,35 3 0,-24-3 2,31 6-1,-33-2 1,32 6-3,-20-3 0,-78-7 7,57 8 2,-9-5 18,399 41 16,27-46-55,-35-15 2,0-24-1,33 1-1,-12 27-1,-1 6-1,-3 6-2,43 13-3,9 7-2,13 13-1,-5 13 2,86 8 2,-16-1 4,-27 2 3,-10 0 3,4 1-1,-2-1-1,-2 1 1,-3-7 0,3-7 0,-33-4 2,-37 1 5,-26-8 5,-22-7 3,51-15 9,-33 0-7,21-7-8,2 7-7,-11 10-4,4 1 1,23-6 0,43-15-3,-42 4-8,34-14-6,-8-1-5,7 8-1,-3-6 11,-22 6 10,-30-5 14,-1-4 21,-130 47-83,2-1-306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4195 11231 533,'-15'152'336,"19"30"-341,10 119-7,3 104-35,-10-232 12,2-11-7,17 79-22,6-63 38,4-42 75,124-48 125,89-84-177,-40-4-11,41-25-11,-16-20 15,-29-7 23,-40-12 6,-79 62-73,0-2-319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3942 11046 533,'167'37'305,"70"-1"-292,52-4-37,-63-11-3,7-12 13,-40-7 8,-29-14 48,-82 32-94,-2 0-313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4206 11973 533,'226'0'302,"-15"0"-307,63 0 0,-54 0-24,-48 0 17,56-7 14,-63-29 17,-84 39-70,1 0-306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7246 12592 533,'-186'-86'308,"19"18"-289,-76-3-29,-7 16-8,60 26 19,-9 103 15,52 44-6,56 88-11,80 48-5,44-66-5,72 42-6,26-110 12,56-90 14,42-110-6,-61-43-10,-27-20-6,-27-12 3,-183 357 33,-3 85-81,21-57 45,21-61 21,3 30 22,13 15 30,-22-35-44,-175-115-17,-25-121-8,57-34 6,143-172 6,61 79-8,115-182-29,-41 204 5,46-3-21,-9 32 6,48-10-6,-64 50-25,-6-2-95,-21 37 97,-20 42-163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7699 12156 533,'133'-84'336,"66"46"-343,19 7 1,-37 27 4,55 16-3,-53-23-7,-102 34-41,2-2-318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5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8202 12458 533,'164'-21'333,"39"5"-337,-10-27-3,-107 56-47,0-1-325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9907 11456 533,'-32'165'333,"30"34"-344,3 70-10,10-66-2,2-1 5,2 10 14,30-20 41,0-12 1,-146-20-33,-105-144-10,413 20 1,-2-24 11,-122 21-62,-2 1-330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9181 11408 533,'140'0'334,"119"0"-350,81 0-9,-142 0-3,-30 0 0,103-25-30,-73 6 31,-32 0 42,4 11 68,-92 29-133,-2 1-297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11411 12950 533,'-160'-76'334,"-19"48"-337,-9 77 3,33 65-2,73 72 2,54 56-2,56 15-11,47-73 5,103-109 16,-26-183-2,-3-124-17,-60 39-13,50-141-44,-42 78-3,-48 100 39,-22 11 124,-33 339 4,-1 70-89,12-75-32,14 88-10,10-79 27,19-5 17,41-48 41,-71-64-103,2 2-316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12177 11297 533,'-122'139'333,"56"129"-345,32-89 0,-6 79-22,20 91-24,10-72 4,12 47-8,5-52 7,25 5 2,-3-50 9,25-46 12,-5-40 12,32-25 28,-11-28 14,101 3 26,-48-30-6,-12-14-1,22 9 84,-52 16-279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12250 11635 533,'0'169'311,"7"115"-306,6 23-45,19-4-16,19-1 5,5 12 9,-16-57 27,-14-101 45,40-320 132,-64-15-166,-4-159-33,-12 52-34,6 90 52,-6 0 57,27 14 38,79 6-30,74 5-50,38 22-14,-28 66 13,-20 179 30,-160 127-27,-50-31-4,-32 28-2,-11-66 9,-56 36-4,-7-4-4,16-14-5,280-56 28,138-49-32,-30 26 5,-68-15 6,5 7 16,-27 8 14,12 45-9,-119-64-71,0 0-328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14589 13034 533,'-153'-107'305,"-27"31"-276,0 115-30,54 134-2,12 49-5,17 1-10,72-42 0,6 127-33,30-121 14,107-58 67,50-179 1,-24-63-15,12-84-19,-36-22-18,-35 45 8,1 318 100,-4 82-95,18-43 1,30 12-5,-12-37 0,-91-79-39,0 1-313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15041 11800 533,'15'209'308,"16"99"-305,-8-5-30,-3-20-17,3-29 30,9-66 15,22 31 29,-6-57 46,-52-74-131,1 0-329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14485 12561 533,'171'-18'311,"39"-11"-297,21-15-27,-1 13-11,-39 7 0,-8-25-5,150-62-25,-187 58 31,26-23 7,-86 68-67,-2 0-503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16105 11727 533,'0'166'297,"0"12"-302,0 108-14,0-90-21,0 132-31,0-118 43,0-41 8,0 64 9,0-64 75,-38-395-23,14 50-13,14-59-46,6 39 0,6-37-5,3 47 1,7-13 22,0 51 2,11 1 7,38-63 32,16 49-6,59-4 26,17 74-44,43 95-15,20 158-9,-105 9-5,-67 13-1,-59-5 2,-55-16 3,-54-11 2,-52-15 1,-30-15-2,22-33 1,11-8 11,237 88 67,180-66-91,-10-6-6,28 58-1,-42 20 13,-50-5 9,-31-2 7,-34-23 11,-81-70-64,0 1-299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6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17744 12342 533,'-172'68'285,"-6"69"-269,161 44 9,227-89-25,-10 28-4,-34 109-2,-72-55-5,-5 30-4,-52-31 15,-138 0 25,-86-112-16,-4-43-10,102-38-53,2 0-326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18415 11191 533,'121'93'336,"15"47"-342,71 109-12,1 74-41,-119-86 12,-25-46 7,-23 39 4,-14-22 6,-10 56-4,-26 96 0,-2-70 5,-35 16 0,2-55 7,-9 1 10,6-42 8,3-60 12,8-33 6,6-7-17,-20-38-163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20119 11734 533,'-51'195'314,"22"90"-304,20 29-45,19-2-2,1-145 19,6 6-3,11 76-3,-15-69 28,-5-12 42,-32-93-95,2 1-293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19473 12562 533,'248'0'257,"1"-9"-265,68-11-66,-12-7 54,-134 8-2,-4 0 4,10-1 8,92-7 10,-58 5 38,-55-6 19,-3-9 57,-68 45-167,2 0-323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21298 11374 533,'8'222'293,"23"6"-301,17 101-21,-22-131-11,8-33 6,27 25-1,-4-29 5,26 37 2,-15-32 5,12 30 2,-19-54 4,0-16 22,35 30 39,2-49 92,-24-323-76,-22-113-58,8-3-51,-1 26-18,3 40 20,0 109 60,60-100 16,40 22 7,87 10 0,-107 127-22,4 11-8,135-19-24,-69 57-5,-44 22-43,-84 40-17,0 2-500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9714 11355 533,'-19'88'335,"6"5"-339,-2 23-1,3-24-3,0 34-9,10-23 7,0-13 19,16-1 27,59-7-37,1-17-6,56-47 4,-25-53-4,-22-7-16,-41 36-29,-1 0-316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9664 11412 533,'79'-14'335,"42"-1"-344,-16-3-8,1 0-5,-2 8-1,-64 20-27,-1 0-304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9689 11622 533,'84'20'335,"8"-16"-343,-1-4 0,12-1 17,-61 14-64,0 0-327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10612 11812 533,'-85'-34'336,"-17"51"-338,43 67 3,94 11 0,23-6-4,29-144 2,-45-52-7,-113 195 13,19 52-19,11-3-8,20-32 3,-3-6 12,-2-7 54,-57-35-25,24-166-25,118-26-8,3 7-30,-9 35-7,-8 22-49,-3 36-46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10836 11789 533,'95'0'312,"7"-5"-296,10-5-24,3-3-6,-14-2 15,-60 25-54,1-1-320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7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11662 11336 533,'-21'85'335,"-9"48"-348,12-41-3,-6 5-1,3-4 2,2 17 34,14-7 0,3-7-5,-69-25-6,-25-42-6,202-32-6,-7-14-11,19 12 11,-23 14 9,-6 6 7,-50 5-66,1 0-330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11345 11371 533,'69'3'335,"89"7"-346,-53-8-5,-14-2-5,21-5-26,-28-1 3,-2-1-3,29-10-18,-40 2 60,-33 21-71,0 2-454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12406 11976 533,'-47'-78'334,"-45"27"-338,-12 59 4,16 20-1,6 17-2,-1 7-5,16 51 4,45-6 0,10 3-6,18 7-5,28-19 24,61-76 26,3-93-41,-31-18-10,-23 18 1,-1 2 1,11-32 8,-17 27 21,-9 176 18,-35 31-48,5-18 6,8 10 9,53-40 12,11-15 2,-48-24-68,0 2-326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12629 11458 533,'-50'116'269,"16"-16"-275,3 5-18,7-13 42,5 8-22,3-7 8,0 29 22,4-31-2,25-206-12,2 24-26,8-54-30,-5 38 3,0 14 30,9 6 16,12 6 23,20-1 4,48-19-14,-16 34-22,14 13-2,-33 108 42,-105 51-35,-20-9-17,-19-14 3,-7-22 16,-13-9 6,4-17 6,140 70-13,20-11-8,11 19-2,-29-36 4,24 13 7,3-8 2,-61-43-58,0 1-321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13479 11640 533,'-78'-18'333,"-26"75"-337,0 35-4,34-11-8,-3 14-8,37 41 15,25-25 16,24 0 8,21-23 3,68-70-2,7-134-27,-30-14-25,-18 9-19,-18 28 10,-3 1 47,-5 13 73,-5 165-6,6 25-77,13-28 1,9-12-2,-42-30-44,0 1-318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13738 11529 533,'97'-1'333,"7"7"-339,-9 2-4,4-4-4,12 8-4,-18-9 28,-53 11-62,-1 1-316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14476 11200 533,'43'76'335,"-7"47"-344,-10-23-6,-2-11-3,0 60-1,7-16 2,1-45 10,13-2 10,15 23 19,-8-18 10,12-170-12,-19-42-36,7-14-28,-15 43 11,23-48 1,-8 34 35,-11 24 9,4 2 34,32 28 25,-34 40-126,0 0-330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15462 11610 533,'77'-30'311,"40"-3"-298,0 5-34,-21 6-6,3 7 20,-59 22-44,0-1-305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15319 11907 533,'97'-2'295,"58"-18"-318,-43 1 1,22-10-11,-32 1 11,-23 3 5,0 3 12,-43 23-40,-1 0-268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16471 11243 533,'-67'54'336,"-15"75"-348,47-41-2,-30 74-49,29-79 25,1 32-11,33-36 48,38 4 46,26-28 18,38-21-21,8-28-37,-12-36 1,-23-44-5,-11-44-11,-29 33-8,12-55-32,-18 31 1,-22-6 42,-18 32 23,-18-13 31,-47 16 15,-31 45-52,22 51-15,45-23-49,-1 2-323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8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15461 9215 533,'-21'84'304,"0"32"-290,-3 14-53,8-17 6,-4 62-9,2-38 16,8-35 30,0-18 27,4 7 41,-64-38-25,-61-8-60,32-1 0,187-17 16,13-30-24,40 15 4,-18 1 4,-39 9 11,16 8 19,-8-9 17,-56 2-87,0 0-320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15034 9265 533,'85'13'332,"55"13"-350,-49-10 3,27 4-26,-26-3 0,3 7-8,40 14-28,-40-12 44,-26-10 58,-1-8 74,11-19 19,-38 19-171,2-1-317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16159 10362 533,'-15'-90'334,"-62"16"-337,-29 73 0,16 38 2,15 53 2,40 18-5,69-9 1,75-88 5,-11-31-3,3-30-1,-20-33 3,-22-18-5,-15 10 1,-80 187 17,32 9-15,49-21 2,50-94 1,-51 19-56,0 0-330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16640 9730 533,'88'1'334,"10"10"-339,-5-9-3,-51 12-47,-2 2-323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16516 10290 533,'77'-41'335,"42"32"-341,-10 12-5,42 0-15,-62 0-1,8-1-74,-63 11 57,-2 1-266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17714 9538 533,'-37'77'335,"17"79"-349,3 45-28,9-93 9,4-19-11,1 43-29,2-40 38,6-12 72,-57-27 133,-50-10-162,4-2 5,9-10-10,214-27-28,-5-4-15,1 4 26,-7 1 8,-29 3 10,3 8 20,-3-17 2,-46 14-78,1 1-315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17211 9625 533,'83'4'335,"34"-1"-349,55-3-26,4 1-31,-37-1 0,-50 0 37,-19 0 107,-36 12-118,0-1-271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18504 10313 533,'-94'-13'335,"-20"30"-343,14 10-2,156 59 21,29-21-10,-68 48-2,-35-14-4,-20-15-3,-55-65 24,-13-34-18,8 12-9,57-12-43,1 0-324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18469 10245 533,'-1'85'335,"-13"52"-346,2-41 0,0 12-4,3-16 18,84-160-22,-10-29-21,3 19 31,0 15 18,9 1 22,6 29 22,-22 108-47,-49 22-11,3-5 1,10-3 5,33 15-2,-50-62-53,0 1-326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19227 9817 533,'-29'79'334,"-11"47"-345,0 48-32,26-87 10,-9 45-31,6-49 27,8-7 87,-7-43-96,0 1-278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59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18867 10069 533,'89'0'335,"43"0"-345,-21 0-5,-22 0-4,17-22 2,-18 1-33,-49 24 2,0 1-288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19826 9643 533,'-34'74'304,"-8"42"-287,3 26-42,6-13-2,5-19 7,5-11 19,16 0 56,3-5-19,-77-45-40,197-30-19,-23-19 9,54-12-8,-32-12 7,-35 0 11,-40 25-46,0 0-301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19480 9639 533,'108'0'312,"8"4"-307,-7-6-32,11-3 0,-10 2 7,-5 1 17,-68 14-46,1 0-294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20008 10090 533,'-21'91'303,"12"11"-311,-2 37-4,6-15-26,2-27 19,-1-12 13,-7 18 50,-2 1 7,117-127-34,-15-5-18,-5 67 6,-45-2-113,3 1-645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9199 9725 533,'-8'88'336,"1"6"-341,1 9-4,2 42-15,-6-30-13,-1-3 19,9-27 56,4 20 12,34-2-51,56-37 0,4-48-2,11-16 0,-3-18 3,-24-32 4,-37 40-59,-1 0-326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9161 9812 533,'93'0'312,"16"0"-301,1 0-14,-5 0 9,-12 0-3,-52 10-58,1 0-327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9118 10171 533,'101'1'312,"3"-2"-300,39 1-34,-47 0 1,-57 11-31,0-1-309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10067 10491 533,'-56'-67'338,"-38"58"-342,57 96 4,86-9 0,44-67 4,-46-110-8,0-7-4,-6 23-9,-82 182 35,29 18-19,14-1-8,5-24-2,0 27-4,-5 21-6,-6-22-3,-4-26 16,-9 16 24,-1-24 29,-61-42-9,-15-90-41,45-43 3,19-8-3,19 2-6,42-20 9,20 26 3,24 8-2,-7 25-5,-29 43-47,1-1-318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10575 10217 533,'92'0'334,"20"-12"-341,-4-1-4,-15 8 1,0-2 14,-52 18-58,1-1-320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11666 9855 533,'-56'55'336,"23"47"-342,5-9-9,1 18-7,7-17 1,10 14 7,16-11 31,15-1 33,-26-53-104,0 1-327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0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11183 10610 533,'93'-11'293,"37"-1"-301,-4 4-14,-22-1-4,23-5 5,-15-2 8,-20 0 42,-54 21-77,0 2-292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11276 9890 533,'104'0'296,"-12"0"-303,61-11-7,-49 6-21,-23-3 2,7-8-5,37-12-11,-40 8 43,-9-1 96,-39 24-137,1-1-280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12432 10365 533,'-71'-52'309,"-15"19"-291,-15 15-22,-11 26 3,24 20 2,-10 69-1,16 23-14,40-20-7,12 26-8,31-42 24,20 1 11,13-6 4,30 8 5,9-41-3,34-58 1,-10-48-15,-28-12-9,-12-9-4,-15-3 1,-2-24 9,-27 15 30,-12 3 10,17 187-34,0 17-18,6-7 8,34-17 21,42-72 0,-63 2-66,2 1-326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12546 9738 533,'-15'92'312,"-6"32"-310,1 57-50,12-89 13,-2 12-12,4-24 5,2-3 5,0 27-1,1-28 82,0-192 37,1 20-47,3-27-58,2 24-1,3-9 22,1 31-4,13-42 33,3 45 0,18-4 36,26 10-20,45 0-43,-28 35-8,31 9-5,-21 49 29,-94 77-3,-42 8-22,-32 26-17,15-63 0,-52 47-43,13-22 8,18-28 38,19-27 47,117 13 168,29-22-199,-2 6-2,21 8 0,-7 3 13,-20-10 12,-39-2-119,-2 0-627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13610 10116 533,'-78'-36'314,"-25"40"-299,-28 30-28,8 24-6,22 25-2,52 7 14,14 24 1,19 37-8,19-13-13,21-30 2,19-20 24,10-28 13,28-19 24,25-45 8,10-89-40,-34-12-21,-30 30-3,22-40-18,-33 21 20,-21 8 26,-15 5 14,-8-16 25,-6 5 4,2 196-55,5-2-3,22 0 10,75-38 10,-68-29-68,0-1-329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13452 10053 533,'-14'88'297,"6"53"-303,7-1-3,11-3-27,26-20 30,3-18 28,4-6 14,-5 1-11,25-27-8,-45-27-72,1 0-333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13855 10072 533,'86'9'304,"29"5"-289,3 2-30,-19-4-7,15-2 2,-15 1 11,-14 5 51,0 9 0,-49 0-97,0 1-331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14788 9694 533,'-8'84'334,"1"39"-342,11-1-2,4-33-1,4 14 2,1 4 12,14-9 11,3-2 5,-11 0-14,-3 4-5,-43-10-2,-58-27-1,-8-20-3,0-3 3,191-52 5,20 22-20,-9 8 9,-20-5 27,-52 6-72,2 1-323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14395 9720 533,'93'0'334,"70"0"-354,-2 0-18,-21 0-21,-22 0 33,-27 0 31,-11 5 37,2 11 43,-45 3-139,1 0-326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15965 9931 533,'-22'83'310,"6"9"-300,-1 48-37,8-43-4,3 75-37,6-36 7,8-31 59,-5-28 60,-25-237-16,21 74-92,6-37-6,0 28 4,6-4 25,-1 25 8,2 6 32,3 0 11,6-32 27,2 19 36,24-12 12,33 21-71,17 60-30,-23 83 0,-53 54-1,-26-31-7,-21 13-6,-21-2-5,-20-9-2,-17-8 6,5-21 11,1-14 17,163 0 69,30 9-99,-12 12 2,-22 7 11,-4-2 10,-60-42-55,1 1-311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1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16849 10320 533,'-85'-7'314,"-21"47"-301,33 27-18,109 19 11,51-31-8,-31 40-1,-33 2-3,4 16-8,-18-14 11,-48-14 23,-45-31-13,-12-42-10,19-58 6,41 5-109,0-1-640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16989 10146 533,'-4'80'310,"0"20"-292,0 58-34,2-38-2,-6 20-5,2-48 6,5 14-14,0-14 1,-2 20-14,3-39 90,40-167 29,4-23-81,0 11 4,-4 20 1,4 14 3,16 0 27,13 23 4,0 134-28,-54 15-13,-2-2-10,-1 28-9,-3-15 18,6 13 21,1-5 8,9-15-7,93-120-4,-53-44-17,-29 42-46,0 2-322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17502 10239 533,'85'8'335,"64"2"-350,-46-9-6,6-2-2,-24-5 82,-42 14-114,0 3-330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17973 9737 533,'40'87'304,"7"47"-289,-14 6-48,-8-47 5,26 65-24,2-19 12,0-8 23,5-7 24,-5 0 21,-12-27 4,-12-22 35,19-167-34,-20-41-57,-4-5-30,-5 4-4,-8 20 13,-3 9 33,-3 36 29,11-55 28,2 7 1,2 34-9,11 1 8,-3 48-99,-1 1-321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18705 10216 533,'91'-47'307,"34"20"-294,-21 4-28,0 0-3,-7 15 7,-9 22 22,-51 4-63,1 1-312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18748 10575 533,'100'-11'312,"-3"-6"-303,7 0-27,-15 3-1,44-17-40,-41-17 45,-23 3 58,-30 35-94,0-1-300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19591 9670 533,'-40'89'314,"6"28"-304,25-25-35,-7 67-31,5-39 5,14-30 25,12-3 32,10-6 23,30 22 34,10-26-20,22-22-25,14-53-13,-18-47-6,-26-78-2,-31-1-12,-8-23-20,-6-1-18,-5 22 2,-12 29 28,-11 1 55,-20-2 29,-16 14 12,-22 30-59,-30 37-16,-13 46-1,22 20-3,22 47-4,29-17-9,6-44-82,1 1-612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10793 11573 533,'-24'81'335,"13"11"-340,5 40-7,-6 43-29,-3-25-26,6-19 22,6-55 53,-10-43-53,0 1-268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10327 12285 533,'136'-13'326,"-2"-12"-354,2 2-16,8 5 0,12 4-7,-36 8 22,-31 2 38,-2 4 58,-51 10-114,0 2-281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10439 11592 533,'108'-4'304,"28"-9"-312,47-3-39,-73 4-1,-23 3 8,33-15-7,-40 11 72,-2-1 69,-39 21-143,0-2-291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2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11824 12027 533,'-78'-32'335,"-27"67"-338,15 12-1,-9 8 0,21 7 2,180-36 6,-3-9-15,-15 17 13,-120 66 14,-39-37-21,-23-3-8,-1-27 13,57-33-54,-1 0-322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11910 11877 533,'-44'70'335,"10"62"-342,5-6-20,5-27 3,1 21-3,6-8 7,9-24 27,89-201 8,-11 9-17,-14 37 12,15-3 7,13 16 28,8 66-32,-48 84-18,-6 2-4,3 25-7,3-30 18,51-48 19,-9-108-26,-11-27-11,-19 14-44,-16 46-37,0 2-579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12677 11722 533,'87'0'334,"23"12"-341,14 1-7,-2-5 2,-29 0 1,-54 10-41,0-2-313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12708 12100 533,'93'-3'333,"8"11"-338,10 1-9,40-1-18,-62-4-79,-56 9 66,1 1-267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13669 11060 533,'12'85'335,"17"42"-341,3 8-12,-8-25-9,19 47-15,-15-65 27,53-83 118,-24-118-115,13-15-13,13-6-23,-41 57 20,30-42-18,-23 40 24,-6 11 64,21 14 101,-22 37-198,0-2-330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13508 11852 533,'81'-1'335,"59"21"-346,39-4-20,10-4-36,-35-6-12,-15 1 25,-33-3 42,-30-3 66,-4-1 141,-31 15-250,1 0-328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13654 12229 533,'0'87'310,"-8"71"-333,4-55-16,-3 15-14,1-16 5,-4-23 4,-3 37-16,4-39 54,2-7 142,8-206-46,10 16-135,-2 19 5,7-6 3,-2 20 7,-1 12 21,16-31 21,-1 26 20,11-2 68,11 9-36,37 20-45,10 42-21,-1 50 1,-95 74 3,-63-1-10,-10-3-13,-19-4-20,2-14-5,17-23 23,-2-14 54,153-34 72,40 1-110,6 11-12,-33-6 13,-2 3 40,-43 68-27,-42-53-62,1-1-329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14430 12616 533,'-75'-7'333,"-28"37"-338,143 56 8,60-26-14,-4-40 7,-164 51 18,-40 12-30,28-21 0,28 10 36,18-46-74,-1-2-324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14613 12472 533,'-10'94'298,"-5"-4"-302,0 23 11,2-12-12,0-7 13,2 11-2,7-6 4,71-190-9,-13 15-4,13 7 1,25 3 6,-3 32 0,-6 86 6,-51 37-14,12 7-3,20-20 8,54-53 0,-15-37-12,-62 22-43,2 2-321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15358 10757 533,'-74'23'334,"21"57"-333,-9-11-3,125 3 4,-66 20-1,-75-40-5,-35 25-1,12-9-12,-6-8-12,19-18-3,14-7 36,34-30-53,0 1-300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3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15422 10620 533,'-23'79'335,"7"23"-341,1 14-3,2-6-8,1 9-4,8-29 35,12 0 27,35-174-45,11-3 4,36 19-1,6 4-2,1 11-2,-10 86 16,-87 66-15,7 3-1,2-7 2,20-7 10,-29-44-61,0 0-329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16337 6892 533,'-52'164'338,"13"41"-342,15-7-2,-4 74-12,16-67 4,28 3 27,51-25 8,45-16-20,64-47-5,14-91 3,5-59 0,-14-31 3,-77-124 5,-22 111-114,-2 0-645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16390 7064 533,'209'-7'332,"27"-26"-347,32 1-9,-89 9 5,16 3 4,1-1 16,-411-23 67,139 1-123,0 0-327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16324 7500 533,'190'35'335,"-2"-53"-337,-103 36-53,1 2-329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17597 7342 533,'-32'184'336,"16"6"-342,-9 1 1,7 71-3,-10-49 7,24 0 8,18-16 1,191-276-10,-41-124-18,-11 13-2,-23 36 8,18-11 10,-1 50 44,39 182-15,-21 60-30,-38 33 1,-30 3 3,-7 49 0,-63-21 5,-122 12 2,-94-103-9,-42-81-2,10-55 1,-1-2 4,40 22 5,3-36 8,105 2-68,1 1-332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16379 9882 533,'-12'186'335,"-4"9"-338,0 94-29,1-59-7,19-9 8,10-44 20,-9 18 77,-4-7-21,87-371-43,86 47-5,11 56 0,-15 10 3,8-15 11,-65 243-13,-94 25-3,-81-3 7,-81-13-1,-35-92-3,-10-83 2,-19 0 2,124-23-57,0 1-329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18985 10681 533,'-166'-121'337,"-67"35"-343,16 32-3,-34 11-9,32 18-6,31 77 33,55 61 16,29 101-14,72 11-13,72-16 0,70-42 2,52 15-4,-31-50-2,35-32 12,10-156 6,-2-128-14,-80 18-5,7-93-4,-45 74 3,6-54-2,-30 61 16,-81 417 22,46-49-30,30-4 4,46 10 3,48-46-4,62-131 3,-103 18-59,0 0-330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19319 10383 533,'-118'127'333,"49"68"-338,20 28-6,19 87-12,12-25-23,40-68 6,49-46 31,22-37 22,57-22 30,48-105 5,-61-188-45,11-181-29,-90 174-6,-3-32-19,-15 53 5,-6 1 0,2-70-14,-23 68 95,18 96-111,0 2-455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19579 9617 533,'-4'159'335,"8"95"-343,2-11-10,0-29-5,2 63-46,-1-57 7,2 15 2,-1-67 9,2-19 11,15 39 8,-1-79 77,28-2 217,-14-296-214,-9-79-53,26 37-18,9 46 8,36-7 10,60 43 27,16 56-6,9 61-6,-171 245-9,-69-5-14,-34-18 10,-70-53 13,318-5-5,59-62-14,-6 10 6,-36 26 5,-24 33 3,-41 5-4,-5 5-5,-82-65-50,0-1-324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21797 11425 533,'119'-128'332,"-43"-88"-337,-50-37-2,-58 73-4,-153 152 18,57 181-9,88 53-7,32-29 2,-3 21-2,-3-4 1,30 38 2,69-75 27,107-153 4,17-136-27,-92-35-8,22-77-7,16-52-19,-35 51-15,-60 79 29,-26-5 67,-10 436 15,-8-1-81,-7-24 20,-5-3 11,6 2 9,-1-55 20,44-487-70,-21 74-38,-5 36 8,3-27 28,-6 59 9,-1 18 35,28-48 28,15 50 49,77 314-21,-40 74-80,-12 1-23,-4-10 1,-33-79 26,90-350 79,-96-51-88,-12 57-5,0 3-16,25-58-27,-18 93 45,102 260 127,-79 72-93,-13-28-4,9 39-30,42 105-37,5-57 8,2-66 59,12-53 51,41-234 9,-27-139-59,12-128-61,-85 177 8,-2-51-10,-14 42 2,0-32-1,-15 53 8,-7-2 7,-8 46 14,-3 9 29,-4 30 10,-6-7 29,-6-65 52,-26 31-2,-54-33-19,-26 38-29,-72 21-33,-10 107-16,53 149 3,67 115-9,14 173-37,42-207 8,13 47-18,10-53 6,25 30-5,1-57 8,24 7 6,-4-37 10,20 13 17,-14-39 7,10 2 33,-13-30 3,10 2 12,41 125 47,-34 38-11,-40-17-24,-29-29-26,-23-23-22,-1-14-3,-17-106-56,1 1-313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4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23534 10468 533,'197'-96'308,"71"6"-307,-56 37-39,-13-1 1,63-25-14,-41 12 4,35-11-7,-33 15 8,40-2 0,-93 22-29,-51 10-33,-21 10 65,-16 10-2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8826 11957 533,'27'60'337,"17"32"-341,24 25-8,-12-26-7,-3-1-2,-2-6 5,9 15 8,-10-17 42,-5 4 13,21-177-53,-44-21-7,-19 19 16,30-2 10,17-19-18,-2-8-20,-10 33 6,-6 0 28,-1 0 16,0 1-12,-6 52-68,2 1-329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9830 12136 533,'93'0'335,"15"0"-342,0 3-6,-16 0-8,9-3 4,-4-2 4,-2-2 25,-55 15-63,-1 1-308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10661 11789 533,'0'83'336,"0"18"-341,0 0-1,0 7-6,0-17 4,3-2 16,3 13 0,-3 7-5,-17-68-57,0 1-327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10438 12567 533,'76'0'336,"53"0"-346,6-8-11,-19-2-12,-5-5-2,-27-6 71,-42 27-87,-2-2-307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10500 11646 533,'96'24'333,"9"-12"-343,42 0-23,-11-3-22,-46-3 15,-4-4 42,-52 12-48,1-2-278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11564 12167 533,'-89'19'335,"15"41"-337,1 20-2,11 15-4,71-2 11,79-40 0,0 11-7,-18-5 2,-58 35 15,-94-30-17,-21-35 2,11-16 0,-18-6-6,19-15 0,53-9-46,-2 1-320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11567 12247 533,'1'81'308,"11"16"-289,2 1-31,6 30-14,13 15 8,-4-28 5,1-25 18,56-84 62,-21-74-69,-2-42-5,-23 7-8,-7 7-11,-2 56-75,0-1-603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11536 12198 533,'85'-3'334,"29"-8"-342,3-1-1,-25-13 9,-49 26-54,1 2-323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11468 12616 533,'92'-26'309,"-10"-7"-293,21-9-34,-2 6-11,3-6 11,-64 40-33,0-1-300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5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12075 11628 533,'15'108'309,"-7"35"-302,-2-51-29,9 91-37,-8-97 24,2 13-10,-2-22 6,-2 2 6,2 4 21,5 42 29,-3-28 36,3-11 46,-28-182-21,-5-42-135,-5-30-30,16 88 49,-1-16 0,3 12 7,0-18 1,4 16 6,4-8 7,1 23 6,5 4 28,7-26 39,6 25 22,11-7 26,33 13-39,16 12-45,18 20-23,2 47 6,-75 84 3,-52-1-11,-37 3-2,-21 5-3,21-33-1,-17 13-3,17-23 35,133 22-8,25-5-35,-18-19 7,-5-3 4,12 21 12,-30-13 17,2 32 8,-29-8-17,-26-48-63,-2-1-327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12786 12167 533,'-33'76'336,"89"0"-339,-1 9-2,-7 16-2,-18 11-2,-48-14 18,-54-17-1,-8-29-9,-26-76 7,67 2-61,1-2-330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13074 12105 533,'-31'77'334,"35"35"-339,-2 54-19,-1-53-18,2-29 12,7 53-22,-3-50 31,9-10 105,67-48 2,21-43-88,-51-95-1,-15 71-104,1 0-636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12981 12119 533,'79'-16'301,"42"-5"-292,-2 1-51,-26 1 27,5 7 7,-2-1 19,-57 23-61,0-1-300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12875 12398 533,'82'0'304,"17"-7"-285,5-1-35,7-2-4,20 4-1,-30 4 17,-63 15-46,1-1-303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13886 12229 533,'85'25'310,"47"-4"-299,15-4-43,-29-9 8,-30-5 46,-49 10-74,0 2-312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14717 11671 533,'-2'84'334,"-3"11"-342,4 47-9,-3 15-21,0-21-13,4-11 9,-4-27 32,0-24 29,3 11 63,-12-46-133,0 0-305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14438 12691 533,'92'-24'300,"34"-20"-293,2 3-53,-22 8 14,23-5 1,-12 5 6,-44 11 35,-1-4 49,-33 25-108,1 1-295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14444 11565 533,'100'40'287,"25"-23"-319,-29-9-9,72-1-25,-39-16 13,-61-4 52,20-10 24,-20 4 90,-29 20-162,0 0-289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15660 12421 533,'-67'-64'295,"-13"7"-296,-14 8 11,-5 18-4,42 118 13,12 29-26,-2 4-13,10 17-6,19-43 7,13 12 27,41-18 40,57-30-34,23-59-17,-20-43-6,-8-41-5,-45-9 3,-7-32-6,-8 2-10,-5 23 6,-3 7 26,-2 16 39,-26 194-12,4 21-85,2-8 11,1-12 50,8-27 11,10-9 20,54-5 15,-54-37-109,2 1-328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6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15731 11710 533,'0'92'312,"-4"19"-307,2 43-39,4 1-22,4-38 4,2-30 35,2-4 52,-23-162 97,4-68-151,3 54-9,1-55-47,9 13 14,12 25 64,8 22 18,9 14 14,18-6 39,18 27-23,-1 152-49,-48 2-13,-29 28-8,-21-35 6,-31 30 0,8-32 4,1-20 7,-11-14 28,164-20 13,-14-9-45,-2 11-2,-5 8 0,0 11-2,1 2 1,-2-1 2,-55-27-44,0 1-309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16625 12032 533,'-76'-40'314,"-4"93"-296,9 44-23,23-6-4,-4 33-14,40 22 4,13-2-5,10-53 17,70-69 86,-31-111-84,8-35-16,-7 3-23,-11 26 4,-11 18 29,-6-8 51,-13 176 20,-2 16-87,12 10 3,24 6 15,18-17 9,7-22 9,-13-20 6,-40-25-66,0 0-304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16807 11877 533,'76'-5'335,"43"-6"-343,-3-5-14,9 4-1,-13 7 7,-27 1 14,-46 17-49,0-2-302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17855 11175 533,'-29'84'310,"3"30"-296,16-14-36,-8 69-29,1-18-1,4-19 11,6-14 27,5-13 30,4-25 25,8 11 25,9-7-21,81-41-25,7-56-28,9-30-12,-27-8 6,-15-16 6,-13 3 0,-25 46-43,0-2-307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17675 11435 533,'83'-32'257,"4"1"-231,45-14-12,-44 21-41,47-22-33,-33-10 28,-30 23 60,-35 29-75,1 0-281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17774 11682 533,'79'-15'314,"17"-13"-306,39-19-36,-13 6-17,-12 6 4,-11 5 23,-25 7-14,-39 23-12,0 1-263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18350 11646 533,'-17'87'334,"1"48"-344,3 20-18,2-10-16,2-50 9,2 1 47,60-178 47,-6-35-93,-2 22 33,10 15 13,8 14 27,24 35-12,-4 76-28,-37 36-3,-37 35-1,-22-13-2,-29 5 2,-21-22 6,-17-14 3,3-15-3,-8-23 13,9-87-7,49 17-63,1 1-329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18903 11515 533,'88'-30'334,"12"15"-340,25-5-4,-20 13-8,-63 16-35,-2 2-317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18940 11825 533,'83'-18'334,"86"-42"-352,-23 7-23,-31 4-4,-35 13-82,-40 32 48,0 0-472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19661 11115 533,'-38'76'105,"-3"16"14,1 33-113,9-21-12,17 33 15,10 1 5,11-46-18,27 2 37,30-38-3,28-114-14,-43-72-30,-29 14-8,-8-1-9,-6 6 1,-6 18 20,-12 6 18,-17-18 26,-17 32 17,34 31-105,2 1-319</inkml:trace>
</inkml:ink>
</file>

<file path=ppt/ink/ink168.xml><?xml version="1.0" encoding="utf-8"?>
<inkml:ink xmlns:inkml="http://www.w3.org/2003/InkML">
  <inkml:definitions/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7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14076 1760 533,'-34'95'334,"-23"72"-352,7-17-19,17-28-7,11-2 8,8-25 28,26 14 41,26-28 0,29 6-6,13 0-22,0-10-14,3-16-6,13-6 3,-18-22 6,-40 0-90,-2 1-581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14675 1921 533,'0'89'301,"-6"32"-299,-7 32-8,9-50-36,3 18 8,1-22 29,0-13 59,-13-48-104,0 1-307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14347 2053 533,'112'-22'290,"44"-2"-299,-41-2-23,6-2 7,17-5-3,-39 12 22,-16 0 43,-45 24-85,0 0-290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14880 1971 533,'13'87'316,"-10"15"-304,-6 19-23,-1-15-3,4 12 7,23-18 27,2 15-20,74-206 10,-10-71-49,-42 82 4,6-4-10,13-30-32,-23 49 32,2 8 152,15 112 37,-41 55-147,-6-2-4,3-16 2,5-3 3,5 1 2,7-5 3,35-25 12,-47-22-70,2 0-331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15637 2267 533,'81'-4'337,"-23"-68"-338,-52-21 0,-95 125 2,73 64-2,9 13-5,1-13 2,31-3 14,44-25-12,18-6-5,-12-137 14,-9 7-9,-27 49-53,0-1-328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16310 1933 533,'-56'81'335,"0"14"-345,11-10-4,4-2-5,1 1 4,38 21 48,40-5-15,10-13-21,28-20 8,20-54-1,-4-18-8,-4-51 5,-20-25-2,-52-11 1,-28-29-2,1 12-8,-5 15-1,-15 3 14,-24 0 9,-12 14-6,50 37-61,1 0-327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16660 1971 533,'53'76'335,"-13"31"-343,-4 1-4,-8-15-2,0 16 0,-4-13 23,-6-183 22,27 2-36,16 12-1,21 13 0,10 13 11,-30 133-10,-72 19-30,3 11 6,10-15 18,22 15 23,13-40 8,16-4-2,18-5-1,14-47-3,-2-94-9,-40-19-11,-17-19-5,-22-16-2,-7 33 8,-4 1-2,-6-9 8,-8 13 27,-33 162-13,13 62-48,11-13-4,-1 42-4,5-15 14,8-35 27,6-21 19,2-9 11,-3-2 5,-11 36 3,2-14-28,-3-11-16,-14 0-2,-33-25 23,-45-109-6,65-34-15,11-30-12,25 4-4,22 8 2,18 6 8,18 12 8,13 9 8,13 6 5,12 5-2,21 8-5,-2 11-5,-19 7 1,31-27 20,-41 0 11,-31 42-82,0-1-321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17908 1667 533,'71'47'310,"-23"30"-294,-8 18-30,-5 51-18,-12 29-25,-18-94 27,-4 15-9,-5-13 5,-9 14 0,-4-10 5,-14 18 6,-2-10 3,-14 22 1,-3-16 6,-19 21-2,2-13 3,-25 24-4,29-41-2,19-23 11,16-25-31,-3 2-8,-6-18-314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16760 5565 533,'-20'86'314,"-3"17"-302,11-13-25,-6 44-8,14-23 5,21-17 38,50-33 11,29-20-35,20-26-5,-23-16 3,0-13 15,-13-68-5,-24 5-19,-21 52-41,1 1-326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16512 5542 533,'100'0'298,"25"0"-291,29-7-59,-35-2 13,8-5 9,-28 0 20,-19 6 73,-43 18-112,2-2-293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8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16531 6040 533,'93'0'333,"74"-21"-358,-47 8-3,-2-11-4,4-3 3,-30 1 28,-54 28-47,0 0-285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18188 5441 533,'-53'93'298,"-10"28"-295,6-14-30,9-15 3,10-6 14,-6 13 8,0-14 9,-1-9 10,-18 11 11,-9-17-3,-13-38-9,-4-88-14,41-45-6,-14-48-22,19 17-27,21 25-4,14 24 35,11 3 74,72 20 36,12 30-75,13 20-24,3 23 6,-21 32 20,-38 59-5,-17 1-14,1-2-10,-1 1-7,2-19 1,16 16 7,8-21 43,25-24 10,21-23-39,-65-6-55,1 0-331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18500 5491 533,'-53'79'334,"13"17"-339,8 3-14,1 56-7,23-22 1,18-27 0,30-3 25,3-34 27,32-23 16,19-18-25,15-27-17,-21-23-1,-6-35 3,-19-32-2,-16 10-3,-9-17-4,-15-10 3,-33 2 10,-44 10-4,-9 25-5,-10 8-3,-13 8 4,-3 73 17,46-26-71,-1 1-330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18465 5255 533,'1'96'335,"9"40"-350,-3 9-13,2-11-17,-1-38 2,0 9 34,-3-16 56,-1 4 22,-2 11-45,-16-2-26,28 7 2,0-8-3,0-6 12,-22-51-65,1-1-330</inkml:trace>
</inkml:ink>
</file>

<file path=ppt/ink/ink183.xml><?xml version="1.0" encoding="utf-8"?>
<inkml:ink xmlns:inkml="http://www.w3.org/2003/InkML">
  <inkml:definitions/>
</inkml:ink>
</file>

<file path=ppt/ink/ink184.xml><?xml version="1.0" encoding="utf-8"?>
<inkml:ink xmlns:inkml="http://www.w3.org/2003/InkML">
  <inkml:definitions/>
</inkml:ink>
</file>

<file path=ppt/ink/ink185.xml><?xml version="1.0" encoding="utf-8"?>
<inkml:ink xmlns:inkml="http://www.w3.org/2003/InkML">
  <inkml:definitions/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19023 6018 533,'58'1'337,"-27"11"-393,0-1-329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19371 5667 533,'0'70'336,"0"69"-350,0-6-12,0-22-9,0-11 17,3-15 13,5-3 61,9-185-18,-9-17-51,2-7-10,-2 31 2,1-9 2,3 14 8,6 10 30,25 6 44,52 114-55,-40 84-22,-4-6-8,-2 12-29,-3-17 8,-4-28 23,6 2 49,3-20 44,35-74-25,-49-78-53,-15-8 2,-6-19-2,-7 17-4,3-3-5,9-18-3,5 26 18,11-6 23,1 4 2,-8 59-80,-2 1-331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16930 6879 533,'-19'84'335,"3"18"-344,-4 42-16,7-23-18,3 15-6,6-34 18,3-26 76,1 20 64,27-231-120,-18 0-10,6 35 4,1-14 2,6-1 2,6 2 6,-2 25 11,5 9 29,47 130 10,-33 29-54,16 35-15,9 19-20,-1-3-10,-5-30 15,-14-28 41,0-9 54,32-80 74,-56-92-143,-9 11-6,3-14-1,-2-6-1,8 1 6,-4 4 12,-3 20 9,5-8 23,-4 16 41,3 48-122,1-1-327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6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18856 6639 533,'-60'110'333,"-12"39"-356,30-61-2,-14 33-37,8-21 5,-11 8-3,12-27 8,-9-6 6,12-20 11,-3-6 16,-23 16 42,20-30 59,-24-19 90,-25-51-97,8-10-70,12-10-16,15-10-2,19-20 3,16-18 1,15-8 2,12 4 1,20-5 5,10 22 7,15 4 3,36-9 7,-8 42-1,19 14 4,14 66-9,-22 58-13,-21 7-8,-1 9-3,-9 13 5,-17-14 4,3 6-1,-2 2-2,-1-19 2,24 2 10,5-24 27,34-26 3,-1-21-39,-59 1-50,2 1-328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7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19110 6663 533,'1'76'335,"11"24"-340,3 45-12,4 56-44,-1-59 7,-2-28 5,0-27 5,-2-19 10,11 26 7,0-35 63,18-5 108,38-32-42,21-34-100,-1-18-5,16-24-6,-34 8-2,-7-2-6,-36 37-35,0 1-312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8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19067 6792 533,'81'-34'335,"59"9"-344,-9 8-8,1-1-16,-35-1-1,-6-1 26,-54 24-41,2 2-291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699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19098 7139 533,'95'-21'312,"12"15"-302,16-5-27,46 1-21,-49-6 6,-23-3 32,-58 25-49,0 1-291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700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17334 8019 533,'-17'81'302,"2"15"-311,-5 68-31,3-32-12,3-24 5,0-24 7,-6 36-11,6-43 57,5-11 154,10-177-61,17-49-146,-8 72 14,21-59-29,-11 72 37,25-59-9,9 20 20,-1 20 41,-13 30 23,37 100 86,-30 80-145,19 24-15,-23-64 2,40 81-27,-42-83 20,12 15-5,-7-18 5,4 2 2,-7-16 8,8 3 11,-1-4 23,13 10 32,11-46 112,-52-106-136,-21-16-27,-1-22-10,0 8-2,0 17 3,11 14 4,-2 1 8,8-40 21,1 31 2,-6-1 5,1 0-22,2 0-11,5 56-49,0-1-328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701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19385 7897 533,'-38'71'311,"-26"33"-297,9-12-58,6-11 0,-9 23-12,9-22 5,-4 0 3,-13 8 15,16-22 11,4-13 12,-24 17 36,20-36 54,-23-10 65,-32-62-86,15-36-66,7-29-10,37 23 4,15-27-1,21-3 2,16 19 5,26-9 10,19 21 4,6 14 1,18 11 0,14 11-6,2 11-6,20 26 0,-12 59 19,-50 20 0,-23 31-16,1 32-13,-1 13-20,-7-66 3,14 48-21,10-15 46,-7-42 32,29-15 50,40-57-22,-66 11-109,3 0-325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702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20242 7636 533,'-20'69'335,"-7"60"-346,1-6-19,8-23-8,4-13 22,5 11 14,-3-11 76,-8-49-127,2 0-322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703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19383 8546 533,'107'0'277,"31"0"-302,-50 0 2,18 0-14,-12-2 17,25-9-28,-22-1 6,16-6 2,-21 4 7,10-2 7,-24 4 8,2-3 14,15 0 29,-20 3 9,-18 0 9,20-2 44,1 1 72,-36 18-212,0 2-321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704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20347 8973 533,'-98'9'334,"0"48"-339,-2 28-8,6 39-10,40-27 6,18-4 3,45-8 39,60 0-5,39-10-18,8-20-17,-29-34 5,41-21 4,8-50 8,-44-26-3,-17-22-5,-20 10-3,-16-16 0,-15 1 1,-12-2 15,-37-8 22,-22 36-14,-59-11-7,23 40-15,-7 15-6,-40 13 0,38 27 24,13 31 8,1 7 3,35-35-76,0-2-327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4-04-09T15:05:08.705"/>
    </inkml:context>
    <inkml:brush xml:id="br0">
      <inkml:brushProperty name="width" value="0.05953" units="cm"/>
      <inkml:brushProperty name="height" value="0.05953" units="cm"/>
      <inkml:brushProperty name="color" value="#FF0000"/>
      <inkml:brushProperty name="fitToCurve" value="1"/>
    </inkml:brush>
  </inkml:definitions>
  <inkml:trace contextRef="#ctx0" brushRef="#br0">20488 8448 533,'-27'124'251,"-12"58"-333,15-76 26,-12 32 1,7-22 14,-5 12-14,8-27 10,2 4 13,7-27 7,1-10 26,5-18 9,2-2 39,-3 29 69,5-6-6,6 13 9,6 2-58,-15-43-118,-1 0-330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2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5D725-91F7-4408-B670-318A281AAEE9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10490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BCBA4-8AEA-4679-A0F5-6E0F659C9E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7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B634-73B6-46DA-B6AA-02DD6E273A88}" type="datetime1">
              <a:rPr lang="en-US" smtClean="0"/>
              <a:t>4/9/2024</a:t>
            </a:fld>
            <a:endParaRPr lang="en-US"/>
          </a:p>
        </p:txBody>
      </p:sp>
      <p:sp>
        <p:nvSpPr>
          <p:cNvPr id="10486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66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60AA-D6EF-43A8-886F-64DE7922A157}" type="datetime1">
              <a:rPr lang="en-US" smtClean="0"/>
              <a:t>4/9/2024</a:t>
            </a:fld>
            <a:endParaRPr lang="en-US"/>
          </a:p>
        </p:txBody>
      </p:sp>
      <p:sp>
        <p:nvSpPr>
          <p:cNvPr id="10489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6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6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97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98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9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9D26-392F-4150-979A-D6073E508FAB}" type="datetime1">
              <a:rPr lang="en-US" smtClean="0"/>
              <a:t>4/9/2024</a:t>
            </a:fld>
            <a:endParaRPr lang="en-US"/>
          </a:p>
        </p:txBody>
      </p:sp>
      <p:sp>
        <p:nvSpPr>
          <p:cNvPr id="104900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001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90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1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72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73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7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75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7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80347-B65F-40D3-9B9A-A810C99693E4}" type="datetime1">
              <a:rPr lang="en-US" smtClean="0"/>
              <a:t>4/9/2024</a:t>
            </a:fld>
            <a:endParaRPr lang="en-US"/>
          </a:p>
        </p:txBody>
      </p:sp>
      <p:sp>
        <p:nvSpPr>
          <p:cNvPr id="104897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7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3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E15F-6872-47A7-8B79-E43336D752CF}" type="datetime1">
              <a:rPr lang="en-US" smtClean="0"/>
              <a:t>4/9/2024</a:t>
            </a:fld>
            <a:endParaRPr lang="en-US"/>
          </a:p>
        </p:txBody>
      </p:sp>
      <p:sp>
        <p:nvSpPr>
          <p:cNvPr id="104893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3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DDF9-B168-4A4D-BFF9-0D52627AF46C}" type="datetime1">
              <a:rPr lang="en-US" smtClean="0"/>
              <a:t>4/9/2024</a:t>
            </a:fld>
            <a:endParaRPr lang="en-US"/>
          </a:p>
        </p:txBody>
      </p:sp>
      <p:sp>
        <p:nvSpPr>
          <p:cNvPr id="104898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8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0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011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012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90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C254-97D2-4516-8CB3-BBA4C9EF050C}" type="datetime1">
              <a:rPr lang="en-US" smtClean="0"/>
              <a:t>4/9/2024</a:t>
            </a:fld>
            <a:endParaRPr lang="en-US"/>
          </a:p>
        </p:txBody>
      </p:sp>
      <p:sp>
        <p:nvSpPr>
          <p:cNvPr id="10490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015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90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5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95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949A-C1F4-4EC3-9A34-3D25C38D1B3B}" type="datetime1">
              <a:rPr lang="en-US" smtClean="0"/>
              <a:t>4/9/2024</a:t>
            </a:fld>
            <a:endParaRPr lang="en-US"/>
          </a:p>
        </p:txBody>
      </p:sp>
      <p:sp>
        <p:nvSpPr>
          <p:cNvPr id="10489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57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5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91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A115-5B90-4578-82D7-F18767E51393}" type="datetime1">
              <a:rPr lang="en-US" smtClean="0"/>
              <a:t>4/9/2024</a:t>
            </a:fld>
            <a:endParaRPr lang="en-US"/>
          </a:p>
        </p:txBody>
      </p:sp>
      <p:sp>
        <p:nvSpPr>
          <p:cNvPr id="10489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94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9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4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45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A115-5B90-4578-82D7-F18767E51393}" type="datetime1">
              <a:rPr lang="en-US" smtClean="0"/>
              <a:t>4/9/2024</a:t>
            </a:fld>
            <a:endParaRPr lang="en-US"/>
          </a:p>
        </p:txBody>
      </p:sp>
      <p:sp>
        <p:nvSpPr>
          <p:cNvPr id="10489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48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  <p:sp>
        <p:nvSpPr>
          <p:cNvPr id="1048950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951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85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4898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A115-5B90-4578-82D7-F18767E51393}" type="datetime1">
              <a:rPr lang="en-US" smtClean="0"/>
              <a:t>4/9/2024</a:t>
            </a:fld>
            <a:endParaRPr lang="en-US"/>
          </a:p>
        </p:txBody>
      </p:sp>
      <p:sp>
        <p:nvSpPr>
          <p:cNvPr id="104898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88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8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3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36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489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A115-5B90-4578-82D7-F18767E51393}" type="datetime1">
              <a:rPr lang="en-US" smtClean="0"/>
              <a:t>4/9/2024</a:t>
            </a:fld>
            <a:endParaRPr lang="en-US"/>
          </a:p>
        </p:txBody>
      </p:sp>
      <p:sp>
        <p:nvSpPr>
          <p:cNvPr id="10489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3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4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  <p:sp>
        <p:nvSpPr>
          <p:cNvPr id="1048941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942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3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00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9005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490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A115-5B90-4578-82D7-F18767E51393}" type="datetime1">
              <a:rPr lang="en-US" smtClean="0"/>
              <a:t>4/9/2024</a:t>
            </a:fld>
            <a:endParaRPr lang="en-US"/>
          </a:p>
        </p:txBody>
      </p:sp>
      <p:sp>
        <p:nvSpPr>
          <p:cNvPr id="10490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008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900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6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35A1-391C-41AC-9732-C7E8EE12AF4D}" type="datetime1">
              <a:rPr lang="en-US" smtClean="0"/>
              <a:t>4/9/2024</a:t>
            </a:fld>
            <a:endParaRPr lang="en-US"/>
          </a:p>
        </p:txBody>
      </p:sp>
      <p:sp>
        <p:nvSpPr>
          <p:cNvPr id="10489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63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9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7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01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0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53D-CFBF-4C5A-A539-1310609FD9E9}" type="datetime1">
              <a:rPr lang="en-US" smtClean="0"/>
              <a:t>4/9/2024</a:t>
            </a:fld>
            <a:endParaRPr lang="en-US"/>
          </a:p>
        </p:txBody>
      </p:sp>
      <p:sp>
        <p:nvSpPr>
          <p:cNvPr id="10490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021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90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048576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7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8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9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0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1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2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3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4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5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6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7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38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048588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89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0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1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2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3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4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5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6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7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8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9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048600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01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2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A115-5B90-4578-82D7-F18767E51393}" type="datetime1">
              <a:rPr lang="en-US" smtClean="0"/>
              <a:t>4/9/2024</a:t>
            </a:fld>
            <a:endParaRPr lang="en-US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9C1D565-8F4B-4494-BD70-8A0C33CBEF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customXml" Target="../ink/ink11.xml"/><Relationship Id="rId18" Type="http://schemas.openxmlformats.org/officeDocument/2006/relationships/customXml" Target="../ink/ink16.xml"/><Relationship Id="rId3" Type="http://schemas.openxmlformats.org/officeDocument/2006/relationships/customXml" Target="../ink/ink1.xml"/><Relationship Id="rId7" Type="http://schemas.openxmlformats.org/officeDocument/2006/relationships/customXml" Target="../ink/ink5.xml"/><Relationship Id="rId12" Type="http://schemas.openxmlformats.org/officeDocument/2006/relationships/customXml" Target="../ink/ink10.xml"/><Relationship Id="rId17" Type="http://schemas.openxmlformats.org/officeDocument/2006/relationships/customXml" Target="../ink/ink15.xml"/><Relationship Id="rId2" Type="http://schemas.openxmlformats.org/officeDocument/2006/relationships/image" Target="../media/image2.png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customXml" Target="../ink/ink9.xml"/><Relationship Id="rId5" Type="http://schemas.openxmlformats.org/officeDocument/2006/relationships/customXml" Target="../ink/ink3.xml"/><Relationship Id="rId15" Type="http://schemas.openxmlformats.org/officeDocument/2006/relationships/customXml" Target="../ink/ink13.xml"/><Relationship Id="rId10" Type="http://schemas.openxmlformats.org/officeDocument/2006/relationships/customXml" Target="../ink/ink8.xml"/><Relationship Id="rId19" Type="http://schemas.openxmlformats.org/officeDocument/2006/relationships/customXml" Target="../ink/ink17.xml"/><Relationship Id="rId4" Type="http://schemas.openxmlformats.org/officeDocument/2006/relationships/customXml" Target="../ink/ink2.xml"/><Relationship Id="rId9" Type="http://schemas.openxmlformats.org/officeDocument/2006/relationships/customXml" Target="../ink/ink7.xml"/><Relationship Id="rId14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customXml" Target="../ink/ink28.xml"/><Relationship Id="rId18" Type="http://schemas.openxmlformats.org/officeDocument/2006/relationships/customXml" Target="../ink/ink33.xml"/><Relationship Id="rId26" Type="http://schemas.openxmlformats.org/officeDocument/2006/relationships/customXml" Target="../ink/ink41.xml"/><Relationship Id="rId3" Type="http://schemas.openxmlformats.org/officeDocument/2006/relationships/customXml" Target="../ink/ink18.xml"/><Relationship Id="rId21" Type="http://schemas.openxmlformats.org/officeDocument/2006/relationships/customXml" Target="../ink/ink36.xml"/><Relationship Id="rId7" Type="http://schemas.openxmlformats.org/officeDocument/2006/relationships/customXml" Target="../ink/ink22.xml"/><Relationship Id="rId12" Type="http://schemas.openxmlformats.org/officeDocument/2006/relationships/customXml" Target="../ink/ink27.xml"/><Relationship Id="rId17" Type="http://schemas.openxmlformats.org/officeDocument/2006/relationships/customXml" Target="../ink/ink32.xml"/><Relationship Id="rId25" Type="http://schemas.openxmlformats.org/officeDocument/2006/relationships/customXml" Target="../ink/ink40.xml"/><Relationship Id="rId2" Type="http://schemas.openxmlformats.org/officeDocument/2006/relationships/image" Target="../media/image4.png"/><Relationship Id="rId16" Type="http://schemas.openxmlformats.org/officeDocument/2006/relationships/customXml" Target="../ink/ink31.xml"/><Relationship Id="rId20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customXml" Target="../ink/ink26.xml"/><Relationship Id="rId24" Type="http://schemas.openxmlformats.org/officeDocument/2006/relationships/customXml" Target="../ink/ink39.xml"/><Relationship Id="rId5" Type="http://schemas.openxmlformats.org/officeDocument/2006/relationships/customXml" Target="../ink/ink20.xml"/><Relationship Id="rId15" Type="http://schemas.openxmlformats.org/officeDocument/2006/relationships/customXml" Target="../ink/ink30.xml"/><Relationship Id="rId23" Type="http://schemas.openxmlformats.org/officeDocument/2006/relationships/customXml" Target="../ink/ink38.xml"/><Relationship Id="rId10" Type="http://schemas.openxmlformats.org/officeDocument/2006/relationships/customXml" Target="../ink/ink25.xml"/><Relationship Id="rId19" Type="http://schemas.openxmlformats.org/officeDocument/2006/relationships/customXml" Target="../ink/ink34.xml"/><Relationship Id="rId4" Type="http://schemas.openxmlformats.org/officeDocument/2006/relationships/customXml" Target="../ink/ink19.xml"/><Relationship Id="rId9" Type="http://schemas.openxmlformats.org/officeDocument/2006/relationships/customXml" Target="../ink/ink24.xml"/><Relationship Id="rId14" Type="http://schemas.openxmlformats.org/officeDocument/2006/relationships/customXml" Target="../ink/ink29.xml"/><Relationship Id="rId22" Type="http://schemas.openxmlformats.org/officeDocument/2006/relationships/customXml" Target="../ink/ink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customXml" Target="../ink/ink50.xml"/><Relationship Id="rId18" Type="http://schemas.openxmlformats.org/officeDocument/2006/relationships/customXml" Target="../ink/ink55.xml"/><Relationship Id="rId3" Type="http://schemas.openxmlformats.org/officeDocument/2006/relationships/image" Target="../media/image11.png"/><Relationship Id="rId21" Type="http://schemas.openxmlformats.org/officeDocument/2006/relationships/customXml" Target="../ink/ink58.xml"/><Relationship Id="rId7" Type="http://schemas.openxmlformats.org/officeDocument/2006/relationships/customXml" Target="../ink/ink44.xml"/><Relationship Id="rId12" Type="http://schemas.openxmlformats.org/officeDocument/2006/relationships/customXml" Target="../ink/ink49.xml"/><Relationship Id="rId17" Type="http://schemas.openxmlformats.org/officeDocument/2006/relationships/customXml" Target="../ink/ink54.xml"/><Relationship Id="rId25" Type="http://schemas.openxmlformats.org/officeDocument/2006/relationships/customXml" Target="../ink/ink62.xml"/><Relationship Id="rId2" Type="http://schemas.openxmlformats.org/officeDocument/2006/relationships/image" Target="../media/image10.png"/><Relationship Id="rId16" Type="http://schemas.openxmlformats.org/officeDocument/2006/relationships/customXml" Target="../ink/ink53.xml"/><Relationship Id="rId20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customXml" Target="../ink/ink48.xml"/><Relationship Id="rId24" Type="http://schemas.openxmlformats.org/officeDocument/2006/relationships/customXml" Target="../ink/ink61.xml"/><Relationship Id="rId5" Type="http://schemas.openxmlformats.org/officeDocument/2006/relationships/image" Target="../media/image13.png"/><Relationship Id="rId15" Type="http://schemas.openxmlformats.org/officeDocument/2006/relationships/customXml" Target="../ink/ink52.xml"/><Relationship Id="rId23" Type="http://schemas.openxmlformats.org/officeDocument/2006/relationships/customXml" Target="../ink/ink60.xml"/><Relationship Id="rId10" Type="http://schemas.openxmlformats.org/officeDocument/2006/relationships/customXml" Target="../ink/ink47.xml"/><Relationship Id="rId19" Type="http://schemas.openxmlformats.org/officeDocument/2006/relationships/customXml" Target="../ink/ink56.xml"/><Relationship Id="rId4" Type="http://schemas.openxmlformats.org/officeDocument/2006/relationships/image" Target="../media/image12.png"/><Relationship Id="rId9" Type="http://schemas.openxmlformats.org/officeDocument/2006/relationships/customXml" Target="../ink/ink46.xml"/><Relationship Id="rId14" Type="http://schemas.openxmlformats.org/officeDocument/2006/relationships/customXml" Target="../ink/ink51.xml"/><Relationship Id="rId22" Type="http://schemas.openxmlformats.org/officeDocument/2006/relationships/customXml" Target="../ink/ink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9.xml"/><Relationship Id="rId18" Type="http://schemas.openxmlformats.org/officeDocument/2006/relationships/customXml" Target="../ink/ink74.xml"/><Relationship Id="rId26" Type="http://schemas.openxmlformats.org/officeDocument/2006/relationships/customXml" Target="../ink/ink82.xml"/><Relationship Id="rId3" Type="http://schemas.openxmlformats.org/officeDocument/2006/relationships/image" Target="../media/image16.png"/><Relationship Id="rId21" Type="http://schemas.openxmlformats.org/officeDocument/2006/relationships/customXml" Target="../ink/ink77.xml"/><Relationship Id="rId34" Type="http://schemas.openxmlformats.org/officeDocument/2006/relationships/customXml" Target="../ink/ink90.xml"/><Relationship Id="rId7" Type="http://schemas.openxmlformats.org/officeDocument/2006/relationships/customXml" Target="../ink/ink63.xml"/><Relationship Id="rId12" Type="http://schemas.openxmlformats.org/officeDocument/2006/relationships/customXml" Target="../ink/ink68.xml"/><Relationship Id="rId17" Type="http://schemas.openxmlformats.org/officeDocument/2006/relationships/customXml" Target="../ink/ink73.xml"/><Relationship Id="rId25" Type="http://schemas.openxmlformats.org/officeDocument/2006/relationships/customXml" Target="../ink/ink81.xml"/><Relationship Id="rId33" Type="http://schemas.openxmlformats.org/officeDocument/2006/relationships/customXml" Target="../ink/ink89.xml"/><Relationship Id="rId2" Type="http://schemas.openxmlformats.org/officeDocument/2006/relationships/image" Target="../media/image15.png"/><Relationship Id="rId16" Type="http://schemas.openxmlformats.org/officeDocument/2006/relationships/customXml" Target="../ink/ink72.xml"/><Relationship Id="rId20" Type="http://schemas.openxmlformats.org/officeDocument/2006/relationships/customXml" Target="../ink/ink76.xml"/><Relationship Id="rId29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67.xml"/><Relationship Id="rId24" Type="http://schemas.openxmlformats.org/officeDocument/2006/relationships/customXml" Target="../ink/ink80.xml"/><Relationship Id="rId32" Type="http://schemas.openxmlformats.org/officeDocument/2006/relationships/customXml" Target="../ink/ink88.xml"/><Relationship Id="rId5" Type="http://schemas.openxmlformats.org/officeDocument/2006/relationships/image" Target="../media/image18.png"/><Relationship Id="rId15" Type="http://schemas.openxmlformats.org/officeDocument/2006/relationships/customXml" Target="../ink/ink71.xml"/><Relationship Id="rId23" Type="http://schemas.openxmlformats.org/officeDocument/2006/relationships/customXml" Target="../ink/ink79.xml"/><Relationship Id="rId28" Type="http://schemas.openxmlformats.org/officeDocument/2006/relationships/customXml" Target="../ink/ink84.xml"/><Relationship Id="rId10" Type="http://schemas.openxmlformats.org/officeDocument/2006/relationships/customXml" Target="../ink/ink66.xml"/><Relationship Id="rId19" Type="http://schemas.openxmlformats.org/officeDocument/2006/relationships/customXml" Target="../ink/ink75.xml"/><Relationship Id="rId31" Type="http://schemas.openxmlformats.org/officeDocument/2006/relationships/customXml" Target="../ink/ink87.xml"/><Relationship Id="rId4" Type="http://schemas.openxmlformats.org/officeDocument/2006/relationships/image" Target="../media/image17.png"/><Relationship Id="rId9" Type="http://schemas.openxmlformats.org/officeDocument/2006/relationships/customXml" Target="../ink/ink65.xml"/><Relationship Id="rId14" Type="http://schemas.openxmlformats.org/officeDocument/2006/relationships/customXml" Target="../ink/ink70.xml"/><Relationship Id="rId22" Type="http://schemas.openxmlformats.org/officeDocument/2006/relationships/customXml" Target="../ink/ink78.xml"/><Relationship Id="rId27" Type="http://schemas.openxmlformats.org/officeDocument/2006/relationships/customXml" Target="../ink/ink83.xml"/><Relationship Id="rId30" Type="http://schemas.openxmlformats.org/officeDocument/2006/relationships/customXml" Target="../ink/ink86.xml"/><Relationship Id="rId35" Type="http://schemas.openxmlformats.org/officeDocument/2006/relationships/customXml" Target="../ink/ink91.xml"/><Relationship Id="rId8" Type="http://schemas.openxmlformats.org/officeDocument/2006/relationships/customXml" Target="../ink/ink6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8.xml"/><Relationship Id="rId18" Type="http://schemas.openxmlformats.org/officeDocument/2006/relationships/customXml" Target="../ink/ink103.xml"/><Relationship Id="rId26" Type="http://schemas.openxmlformats.org/officeDocument/2006/relationships/customXml" Target="../ink/ink111.xml"/><Relationship Id="rId39" Type="http://schemas.openxmlformats.org/officeDocument/2006/relationships/customXml" Target="../ink/ink124.xml"/><Relationship Id="rId21" Type="http://schemas.openxmlformats.org/officeDocument/2006/relationships/customXml" Target="../ink/ink106.xml"/><Relationship Id="rId34" Type="http://schemas.openxmlformats.org/officeDocument/2006/relationships/customXml" Target="../ink/ink119.xml"/><Relationship Id="rId42" Type="http://schemas.openxmlformats.org/officeDocument/2006/relationships/customXml" Target="../ink/ink127.xml"/><Relationship Id="rId7" Type="http://schemas.openxmlformats.org/officeDocument/2006/relationships/customXml" Target="../ink/ink92.xml"/><Relationship Id="rId2" Type="http://schemas.openxmlformats.org/officeDocument/2006/relationships/image" Target="../media/image28.png"/><Relationship Id="rId16" Type="http://schemas.openxmlformats.org/officeDocument/2006/relationships/customXml" Target="../ink/ink101.xml"/><Relationship Id="rId20" Type="http://schemas.openxmlformats.org/officeDocument/2006/relationships/customXml" Target="../ink/ink105.xml"/><Relationship Id="rId29" Type="http://schemas.openxmlformats.org/officeDocument/2006/relationships/customXml" Target="../ink/ink114.xml"/><Relationship Id="rId41" Type="http://schemas.openxmlformats.org/officeDocument/2006/relationships/customXml" Target="../ink/ink1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96.xml"/><Relationship Id="rId24" Type="http://schemas.openxmlformats.org/officeDocument/2006/relationships/customXml" Target="../ink/ink109.xml"/><Relationship Id="rId32" Type="http://schemas.openxmlformats.org/officeDocument/2006/relationships/customXml" Target="../ink/ink117.xml"/><Relationship Id="rId37" Type="http://schemas.openxmlformats.org/officeDocument/2006/relationships/customXml" Target="../ink/ink122.xml"/><Relationship Id="rId40" Type="http://schemas.openxmlformats.org/officeDocument/2006/relationships/customXml" Target="../ink/ink125.xml"/><Relationship Id="rId5" Type="http://schemas.openxmlformats.org/officeDocument/2006/relationships/image" Target="../media/image31.png"/><Relationship Id="rId15" Type="http://schemas.openxmlformats.org/officeDocument/2006/relationships/customXml" Target="../ink/ink100.xml"/><Relationship Id="rId23" Type="http://schemas.openxmlformats.org/officeDocument/2006/relationships/customXml" Target="../ink/ink108.xml"/><Relationship Id="rId28" Type="http://schemas.openxmlformats.org/officeDocument/2006/relationships/customXml" Target="../ink/ink113.xml"/><Relationship Id="rId36" Type="http://schemas.openxmlformats.org/officeDocument/2006/relationships/customXml" Target="../ink/ink121.xml"/><Relationship Id="rId10" Type="http://schemas.openxmlformats.org/officeDocument/2006/relationships/customXml" Target="../ink/ink95.xml"/><Relationship Id="rId19" Type="http://schemas.openxmlformats.org/officeDocument/2006/relationships/customXml" Target="../ink/ink104.xml"/><Relationship Id="rId31" Type="http://schemas.openxmlformats.org/officeDocument/2006/relationships/customXml" Target="../ink/ink116.xml"/><Relationship Id="rId4" Type="http://schemas.openxmlformats.org/officeDocument/2006/relationships/image" Target="../media/image30.png"/><Relationship Id="rId9" Type="http://schemas.openxmlformats.org/officeDocument/2006/relationships/customXml" Target="../ink/ink94.xml"/><Relationship Id="rId14" Type="http://schemas.openxmlformats.org/officeDocument/2006/relationships/customXml" Target="../ink/ink99.xml"/><Relationship Id="rId22" Type="http://schemas.openxmlformats.org/officeDocument/2006/relationships/customXml" Target="../ink/ink107.xml"/><Relationship Id="rId27" Type="http://schemas.openxmlformats.org/officeDocument/2006/relationships/customXml" Target="../ink/ink112.xml"/><Relationship Id="rId30" Type="http://schemas.openxmlformats.org/officeDocument/2006/relationships/customXml" Target="../ink/ink115.xml"/><Relationship Id="rId35" Type="http://schemas.openxmlformats.org/officeDocument/2006/relationships/customXml" Target="../ink/ink120.xml"/><Relationship Id="rId43" Type="http://schemas.openxmlformats.org/officeDocument/2006/relationships/customXml" Target="../ink/ink128.xml"/><Relationship Id="rId8" Type="http://schemas.openxmlformats.org/officeDocument/2006/relationships/customXml" Target="../ink/ink93.xml"/><Relationship Id="rId3" Type="http://schemas.openxmlformats.org/officeDocument/2006/relationships/image" Target="../media/image29.png"/><Relationship Id="rId12" Type="http://schemas.openxmlformats.org/officeDocument/2006/relationships/customXml" Target="../ink/ink97.xml"/><Relationship Id="rId17" Type="http://schemas.openxmlformats.org/officeDocument/2006/relationships/customXml" Target="../ink/ink102.xml"/><Relationship Id="rId25" Type="http://schemas.openxmlformats.org/officeDocument/2006/relationships/customXml" Target="../ink/ink110.xml"/><Relationship Id="rId33" Type="http://schemas.openxmlformats.org/officeDocument/2006/relationships/customXml" Target="../ink/ink118.xml"/><Relationship Id="rId38" Type="http://schemas.openxmlformats.org/officeDocument/2006/relationships/customXml" Target="../ink/ink1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3.xml"/><Relationship Id="rId13" Type="http://schemas.openxmlformats.org/officeDocument/2006/relationships/customXml" Target="../ink/ink138.xml"/><Relationship Id="rId3" Type="http://schemas.openxmlformats.org/officeDocument/2006/relationships/image" Target="../media/image45.png"/><Relationship Id="rId7" Type="http://schemas.openxmlformats.org/officeDocument/2006/relationships/customXml" Target="../ink/ink132.xml"/><Relationship Id="rId12" Type="http://schemas.openxmlformats.org/officeDocument/2006/relationships/customXml" Target="../ink/ink137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1.xml"/><Relationship Id="rId11" Type="http://schemas.openxmlformats.org/officeDocument/2006/relationships/customXml" Target="../ink/ink136.xml"/><Relationship Id="rId5" Type="http://schemas.openxmlformats.org/officeDocument/2006/relationships/customXml" Target="../ink/ink130.xml"/><Relationship Id="rId10" Type="http://schemas.openxmlformats.org/officeDocument/2006/relationships/customXml" Target="../ink/ink135.xml"/><Relationship Id="rId4" Type="http://schemas.openxmlformats.org/officeDocument/2006/relationships/customXml" Target="../ink/ink129.xml"/><Relationship Id="rId9" Type="http://schemas.openxmlformats.org/officeDocument/2006/relationships/customXml" Target="../ink/ink1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hyperlink" Target="https://circuitglobe.com/wp-content/uploads/2015/11/types-of-motor-eq6-compressor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4.xml"/><Relationship Id="rId13" Type="http://schemas.openxmlformats.org/officeDocument/2006/relationships/customXml" Target="../ink/ink149.xml"/><Relationship Id="rId18" Type="http://schemas.openxmlformats.org/officeDocument/2006/relationships/customXml" Target="../ink/ink154.xml"/><Relationship Id="rId26" Type="http://schemas.openxmlformats.org/officeDocument/2006/relationships/customXml" Target="../ink/ink162.xml"/><Relationship Id="rId3" Type="http://schemas.openxmlformats.org/officeDocument/2006/relationships/customXml" Target="../ink/ink139.xml"/><Relationship Id="rId21" Type="http://schemas.openxmlformats.org/officeDocument/2006/relationships/customXml" Target="../ink/ink157.xml"/><Relationship Id="rId7" Type="http://schemas.openxmlformats.org/officeDocument/2006/relationships/customXml" Target="../ink/ink143.xml"/><Relationship Id="rId12" Type="http://schemas.openxmlformats.org/officeDocument/2006/relationships/customXml" Target="../ink/ink148.xml"/><Relationship Id="rId17" Type="http://schemas.openxmlformats.org/officeDocument/2006/relationships/customXml" Target="../ink/ink153.xml"/><Relationship Id="rId25" Type="http://schemas.openxmlformats.org/officeDocument/2006/relationships/customXml" Target="../ink/ink161.xml"/><Relationship Id="rId2" Type="http://schemas.openxmlformats.org/officeDocument/2006/relationships/image" Target="../media/image51.png"/><Relationship Id="rId16" Type="http://schemas.openxmlformats.org/officeDocument/2006/relationships/customXml" Target="../ink/ink152.xml"/><Relationship Id="rId20" Type="http://schemas.openxmlformats.org/officeDocument/2006/relationships/customXml" Target="../ink/ink156.xml"/><Relationship Id="rId29" Type="http://schemas.openxmlformats.org/officeDocument/2006/relationships/customXml" Target="../ink/ink1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2.xml"/><Relationship Id="rId11" Type="http://schemas.openxmlformats.org/officeDocument/2006/relationships/customXml" Target="../ink/ink147.xml"/><Relationship Id="rId24" Type="http://schemas.openxmlformats.org/officeDocument/2006/relationships/customXml" Target="../ink/ink160.xml"/><Relationship Id="rId5" Type="http://schemas.openxmlformats.org/officeDocument/2006/relationships/customXml" Target="../ink/ink141.xml"/><Relationship Id="rId15" Type="http://schemas.openxmlformats.org/officeDocument/2006/relationships/customXml" Target="../ink/ink151.xml"/><Relationship Id="rId23" Type="http://schemas.openxmlformats.org/officeDocument/2006/relationships/customXml" Target="../ink/ink159.xml"/><Relationship Id="rId28" Type="http://schemas.openxmlformats.org/officeDocument/2006/relationships/customXml" Target="../ink/ink164.xml"/><Relationship Id="rId10" Type="http://schemas.openxmlformats.org/officeDocument/2006/relationships/customXml" Target="../ink/ink146.xml"/><Relationship Id="rId19" Type="http://schemas.openxmlformats.org/officeDocument/2006/relationships/customXml" Target="../ink/ink155.xml"/><Relationship Id="rId31" Type="http://schemas.openxmlformats.org/officeDocument/2006/relationships/customXml" Target="../ink/ink167.xml"/><Relationship Id="rId4" Type="http://schemas.openxmlformats.org/officeDocument/2006/relationships/customXml" Target="../ink/ink140.xml"/><Relationship Id="rId9" Type="http://schemas.openxmlformats.org/officeDocument/2006/relationships/customXml" Target="../ink/ink145.xml"/><Relationship Id="rId14" Type="http://schemas.openxmlformats.org/officeDocument/2006/relationships/customXml" Target="../ink/ink150.xml"/><Relationship Id="rId22" Type="http://schemas.openxmlformats.org/officeDocument/2006/relationships/customXml" Target="../ink/ink158.xml"/><Relationship Id="rId27" Type="http://schemas.openxmlformats.org/officeDocument/2006/relationships/customXml" Target="../ink/ink163.xml"/><Relationship Id="rId30" Type="http://schemas.openxmlformats.org/officeDocument/2006/relationships/customXml" Target="../ink/ink166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6.xml"/><Relationship Id="rId18" Type="http://schemas.openxmlformats.org/officeDocument/2006/relationships/customXml" Target="../ink/ink181.xml"/><Relationship Id="rId26" Type="http://schemas.openxmlformats.org/officeDocument/2006/relationships/customXml" Target="../ink/ink189.xml"/><Relationship Id="rId3" Type="http://schemas.openxmlformats.org/officeDocument/2006/relationships/hyperlink" Target="https://www.electricaleasy.com/2012/12/emf-and-torque-equation-of-dc-machine.html" TargetMode="External"/><Relationship Id="rId21" Type="http://schemas.openxmlformats.org/officeDocument/2006/relationships/customXml" Target="../ink/ink184.xml"/><Relationship Id="rId34" Type="http://schemas.openxmlformats.org/officeDocument/2006/relationships/customXml" Target="../ink/ink197.xml"/><Relationship Id="rId7" Type="http://schemas.openxmlformats.org/officeDocument/2006/relationships/customXml" Target="../ink/ink170.xml"/><Relationship Id="rId12" Type="http://schemas.openxmlformats.org/officeDocument/2006/relationships/customXml" Target="../ink/ink175.xml"/><Relationship Id="rId17" Type="http://schemas.openxmlformats.org/officeDocument/2006/relationships/customXml" Target="../ink/ink180.xml"/><Relationship Id="rId25" Type="http://schemas.openxmlformats.org/officeDocument/2006/relationships/customXml" Target="../ink/ink188.xml"/><Relationship Id="rId33" Type="http://schemas.openxmlformats.org/officeDocument/2006/relationships/customXml" Target="../ink/ink196.xml"/><Relationship Id="rId2" Type="http://schemas.openxmlformats.org/officeDocument/2006/relationships/hyperlink" Target="https://www.electricaleasy.com/2014/01/basic-working-of-dc-motor.html" TargetMode="External"/><Relationship Id="rId16" Type="http://schemas.openxmlformats.org/officeDocument/2006/relationships/customXml" Target="../ink/ink179.xml"/><Relationship Id="rId20" Type="http://schemas.openxmlformats.org/officeDocument/2006/relationships/customXml" Target="../ink/ink183.xml"/><Relationship Id="rId29" Type="http://schemas.openxmlformats.org/officeDocument/2006/relationships/customXml" Target="../ink/ink19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9.xml"/><Relationship Id="rId11" Type="http://schemas.openxmlformats.org/officeDocument/2006/relationships/customXml" Target="../ink/ink174.xml"/><Relationship Id="rId24" Type="http://schemas.openxmlformats.org/officeDocument/2006/relationships/customXml" Target="../ink/ink187.xml"/><Relationship Id="rId32" Type="http://schemas.openxmlformats.org/officeDocument/2006/relationships/customXml" Target="../ink/ink195.xml"/><Relationship Id="rId5" Type="http://schemas.openxmlformats.org/officeDocument/2006/relationships/customXml" Target="../ink/ink168.xml"/><Relationship Id="rId15" Type="http://schemas.openxmlformats.org/officeDocument/2006/relationships/customXml" Target="../ink/ink178.xml"/><Relationship Id="rId23" Type="http://schemas.openxmlformats.org/officeDocument/2006/relationships/customXml" Target="../ink/ink186.xml"/><Relationship Id="rId28" Type="http://schemas.openxmlformats.org/officeDocument/2006/relationships/customXml" Target="../ink/ink191.xml"/><Relationship Id="rId10" Type="http://schemas.openxmlformats.org/officeDocument/2006/relationships/customXml" Target="../ink/ink173.xml"/><Relationship Id="rId19" Type="http://schemas.openxmlformats.org/officeDocument/2006/relationships/customXml" Target="../ink/ink182.xml"/><Relationship Id="rId31" Type="http://schemas.openxmlformats.org/officeDocument/2006/relationships/customXml" Target="../ink/ink194.xml"/><Relationship Id="rId4" Type="http://schemas.openxmlformats.org/officeDocument/2006/relationships/image" Target="../media/image3.png"/><Relationship Id="rId9" Type="http://schemas.openxmlformats.org/officeDocument/2006/relationships/customXml" Target="../ink/ink172.xml"/><Relationship Id="rId14" Type="http://schemas.openxmlformats.org/officeDocument/2006/relationships/customXml" Target="../ink/ink177.xml"/><Relationship Id="rId22" Type="http://schemas.openxmlformats.org/officeDocument/2006/relationships/customXml" Target="../ink/ink185.xml"/><Relationship Id="rId27" Type="http://schemas.openxmlformats.org/officeDocument/2006/relationships/customXml" Target="../ink/ink190.xml"/><Relationship Id="rId30" Type="http://schemas.openxmlformats.org/officeDocument/2006/relationships/customXml" Target="../ink/ink193.xml"/><Relationship Id="rId35" Type="http://schemas.openxmlformats.org/officeDocument/2006/relationships/customXml" Target="../ink/ink198.xml"/><Relationship Id="rId8" Type="http://schemas.openxmlformats.org/officeDocument/2006/relationships/customXml" Target="../ink/ink17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ctrTitle"/>
          </p:nvPr>
        </p:nvSpPr>
        <p:spPr>
          <a:xfrm>
            <a:off x="2692398" y="2455818"/>
            <a:ext cx="7039431" cy="1907176"/>
          </a:xfrm>
        </p:spPr>
        <p:txBody>
          <a:bodyPr>
            <a:normAutofit/>
          </a:bodyPr>
          <a:lstStyle/>
          <a:p>
            <a:r>
              <a:rPr lang="en-US" dirty="0"/>
              <a:t>Chapter:5</a:t>
            </a:r>
            <a:br>
              <a:rPr lang="en-US" dirty="0"/>
            </a:br>
            <a:r>
              <a:rPr lang="en-US" dirty="0"/>
              <a:t>DC Machine</a:t>
            </a:r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6F5BB-3708-4DD3-877B-0EBC8840EC8E}" type="datetime1">
              <a:rPr lang="en-US" smtClean="0"/>
              <a:t>4/9/2024</a:t>
            </a:fld>
            <a:endParaRPr lang="en-US"/>
          </a:p>
        </p:txBody>
      </p:sp>
      <p:sp>
        <p:nvSpPr>
          <p:cNvPr id="10486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1623753" y="625779"/>
            <a:ext cx="9601196" cy="88585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48696" name="Content Placeholder 2"/>
          <p:cNvSpPr>
            <a:spLocks noGrp="1"/>
          </p:cNvSpPr>
          <p:nvPr>
            <p:ph idx="1"/>
          </p:nvPr>
        </p:nvSpPr>
        <p:spPr>
          <a:xfrm>
            <a:off x="1097280" y="1385455"/>
            <a:ext cx="9799317" cy="4583546"/>
          </a:xfrm>
        </p:spPr>
        <p:txBody>
          <a:bodyPr>
            <a:normAutofit fontScale="92500"/>
          </a:bodyPr>
          <a:lstStyle/>
          <a:p>
            <a:r>
              <a:rPr lang="en-US" sz="2200" dirty="0">
                <a:latin typeface="+mj-lt"/>
                <a:cs typeface="Times New Roman" panose="02020603050405020304" pitchFamily="18" charset="0"/>
              </a:rPr>
              <a:t>DC machine is an </a:t>
            </a:r>
            <a:r>
              <a:rPr lang="en-US" sz="2200" b="1" dirty="0">
                <a:latin typeface="+mj-lt"/>
                <a:cs typeface="Times New Roman" panose="02020603050405020304" pitchFamily="18" charset="0"/>
              </a:rPr>
              <a:t>electromechanical energy alteration device</a:t>
            </a:r>
          </a:p>
          <a:p>
            <a:r>
              <a:rPr lang="en-US" sz="2200" dirty="0"/>
              <a:t>DC machine that converts mechanical power to electrical power are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Generators</a:t>
            </a:r>
            <a:r>
              <a:rPr lang="en-US" sz="2200" dirty="0"/>
              <a:t>, where as a DC machine that converts electrical power to mechanical power are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Motors</a:t>
            </a:r>
          </a:p>
          <a:p>
            <a:pPr fontAlgn="base"/>
            <a:r>
              <a:rPr lang="en-US" sz="2200" dirty="0"/>
              <a:t>DC machine is most frequently used for a motor </a:t>
            </a:r>
          </a:p>
          <a:p>
            <a:pPr fontAlgn="base"/>
            <a:r>
              <a:rPr lang="en-US" sz="2200" dirty="0"/>
              <a:t>The main benefits of this machine include torque regulation as well as easy speed regulation.</a:t>
            </a:r>
          </a:p>
          <a:p>
            <a:pPr fontAlgn="base"/>
            <a:r>
              <a:rPr lang="en-US" sz="2200" dirty="0"/>
              <a:t>The </a:t>
            </a:r>
            <a:r>
              <a:rPr lang="en-US" sz="2200" b="1" dirty="0"/>
              <a:t>applications of the DC machine</a:t>
            </a:r>
            <a:r>
              <a:rPr lang="en-US" sz="2200" dirty="0"/>
              <a:t> is limited to trains, mills, and mines </a:t>
            </a:r>
          </a:p>
          <a:p>
            <a:pPr fontAlgn="base"/>
            <a:r>
              <a:rPr lang="en-US" sz="2200" dirty="0"/>
              <a:t>For example, underground subway cars, as well as trolleys, may utilize DC motors. In the past, automobiles were designed with DC dynamos for charging their batteries</a:t>
            </a:r>
            <a:br>
              <a:rPr lang="en-US" dirty="0"/>
            </a:b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69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>
          <a:xfrm>
            <a:off x="1898375" y="147336"/>
            <a:ext cx="8911687" cy="823008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Construction of DC machines(Generator and Motor)</a:t>
            </a:r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0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3</a:t>
            </a:fld>
            <a:endParaRPr lang="en-US"/>
          </a:p>
        </p:txBody>
      </p:sp>
      <p:pic>
        <p:nvPicPr>
          <p:cNvPr id="209715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15" y="1154714"/>
            <a:ext cx="8439397" cy="53461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Content Placeholder 2"/>
          <p:cNvSpPr>
            <a:spLocks noGrp="1"/>
          </p:cNvSpPr>
          <p:nvPr>
            <p:ph idx="1"/>
          </p:nvPr>
        </p:nvSpPr>
        <p:spPr>
          <a:xfrm>
            <a:off x="1676399" y="568035"/>
            <a:ext cx="9831495" cy="5562401"/>
          </a:xfrm>
        </p:spPr>
        <p:txBody>
          <a:bodyPr>
            <a:normAutofit fontScale="70278" lnSpcReduction="20000"/>
          </a:bodyPr>
          <a:lstStyle/>
          <a:p>
            <a:pPr marL="0" indent="0">
              <a:buNone/>
            </a:pPr>
            <a:r>
              <a:rPr lang="en-US" sz="2700" b="1" dirty="0"/>
              <a:t>1. Yoke (Magnetic Frame)</a:t>
            </a:r>
          </a:p>
          <a:p>
            <a:r>
              <a:rPr lang="en-US" sz="2700" dirty="0"/>
              <a:t>The outer frame or yoke serves a double purpose </a:t>
            </a:r>
          </a:p>
          <a:p>
            <a:r>
              <a:rPr lang="en-US" sz="2700" dirty="0"/>
              <a:t>It provides </a:t>
            </a:r>
            <a:r>
              <a:rPr lang="en-US" sz="2700" b="1" dirty="0"/>
              <a:t>mechanical support</a:t>
            </a:r>
            <a:r>
              <a:rPr lang="en-US" sz="2700" dirty="0"/>
              <a:t> for the poles and acts as a protecting cover for the whole machine</a:t>
            </a:r>
          </a:p>
          <a:p>
            <a:r>
              <a:rPr lang="en-US" sz="2700" dirty="0"/>
              <a:t>It </a:t>
            </a:r>
            <a:r>
              <a:rPr lang="en-US" sz="2700" b="1" dirty="0"/>
              <a:t>carries the magnetic flux</a:t>
            </a:r>
            <a:r>
              <a:rPr lang="en-US" sz="2700" dirty="0"/>
              <a:t> produced by the poles</a:t>
            </a:r>
          </a:p>
          <a:p>
            <a:r>
              <a:rPr lang="en-US" sz="2700" dirty="0"/>
              <a:t>yokes are made of </a:t>
            </a:r>
            <a:r>
              <a:rPr lang="en-US" sz="2700" b="1" dirty="0"/>
              <a:t>cast iron</a:t>
            </a:r>
            <a:r>
              <a:rPr lang="en-US" sz="2700" dirty="0"/>
              <a:t> or </a:t>
            </a:r>
            <a:r>
              <a:rPr lang="en-US" sz="2700" b="1" dirty="0"/>
              <a:t>steel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/>
              <a:t>2. Field system(Stator)</a:t>
            </a:r>
          </a:p>
          <a:p>
            <a:r>
              <a:rPr lang="en-US" sz="2700" dirty="0"/>
              <a:t>Stator is the </a:t>
            </a:r>
            <a:r>
              <a:rPr lang="en-US" sz="2700" b="1" dirty="0"/>
              <a:t>stationary part </a:t>
            </a:r>
            <a:r>
              <a:rPr lang="en-US" sz="2700" dirty="0"/>
              <a:t>of the machine</a:t>
            </a:r>
          </a:p>
          <a:p>
            <a:r>
              <a:rPr lang="en-US" sz="2700" dirty="0"/>
              <a:t>Its main function is to </a:t>
            </a:r>
            <a:r>
              <a:rPr lang="en-US" sz="2700" b="1" dirty="0"/>
              <a:t>provide main magnetic flux </a:t>
            </a:r>
            <a:r>
              <a:rPr lang="en-US" sz="2700" dirty="0"/>
              <a:t>in which </a:t>
            </a:r>
            <a:r>
              <a:rPr lang="en-US" sz="2700" b="1" dirty="0"/>
              <a:t>armature coil rotates</a:t>
            </a:r>
            <a:r>
              <a:rPr lang="en-US" sz="2700" dirty="0"/>
              <a:t>.</a:t>
            </a:r>
          </a:p>
          <a:p>
            <a:r>
              <a:rPr lang="en-US" sz="2700" dirty="0"/>
              <a:t>It consists of poles and pole shoes</a:t>
            </a:r>
          </a:p>
          <a:p>
            <a:pPr marL="0" indent="0">
              <a:buNone/>
            </a:pPr>
            <a:r>
              <a:rPr lang="en-US" sz="2700" b="1" dirty="0"/>
              <a:t>  Pole core and Pole Shoes</a:t>
            </a:r>
          </a:p>
          <a:p>
            <a:r>
              <a:rPr lang="en-US" sz="2700" dirty="0"/>
              <a:t>The field magnets consist of </a:t>
            </a:r>
            <a:r>
              <a:rPr lang="en-US" sz="2700" b="1" dirty="0"/>
              <a:t>poles (north south poles of magnet) and pole shoes</a:t>
            </a:r>
            <a:r>
              <a:rPr lang="en-US" sz="2700" dirty="0"/>
              <a:t>. </a:t>
            </a:r>
          </a:p>
          <a:p>
            <a:r>
              <a:rPr lang="en-US" sz="2700" dirty="0"/>
              <a:t>The pole shoes serve two purposes: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700" dirty="0"/>
              <a:t>they </a:t>
            </a:r>
            <a:r>
              <a:rPr lang="en-US" sz="2700" b="1" dirty="0"/>
              <a:t>spread out the flux </a:t>
            </a:r>
            <a:r>
              <a:rPr lang="en-US" sz="2700" dirty="0"/>
              <a:t>in the air gap 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700" dirty="0"/>
              <a:t>they support the </a:t>
            </a:r>
            <a:r>
              <a:rPr lang="en-US" sz="2700" b="1" dirty="0"/>
              <a:t>exciting coils (or field coils)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4870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0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Content Placeholder 2"/>
          <p:cNvSpPr>
            <a:spLocks noGrp="1"/>
          </p:cNvSpPr>
          <p:nvPr>
            <p:ph idx="1"/>
          </p:nvPr>
        </p:nvSpPr>
        <p:spPr>
          <a:xfrm>
            <a:off x="1704109" y="415635"/>
            <a:ext cx="9803786" cy="5597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Field windings</a:t>
            </a:r>
          </a:p>
          <a:p>
            <a:r>
              <a:rPr lang="en-US" sz="2000" dirty="0"/>
              <a:t>It is the winding that produces </a:t>
            </a:r>
            <a:r>
              <a:rPr lang="en-US" sz="2000" b="1" dirty="0"/>
              <a:t>main flux </a:t>
            </a:r>
            <a:r>
              <a:rPr lang="en-US" sz="2000" dirty="0"/>
              <a:t>in the machine.</a:t>
            </a:r>
          </a:p>
          <a:p>
            <a:r>
              <a:rPr lang="en-US" sz="2000" dirty="0"/>
              <a:t>Field winding is applied to </a:t>
            </a:r>
            <a:r>
              <a:rPr lang="en-US" sz="2000" b="1" dirty="0"/>
              <a:t>stator</a:t>
            </a:r>
            <a:r>
              <a:rPr lang="en-US" sz="2000" dirty="0"/>
              <a:t>.</a:t>
            </a:r>
          </a:p>
          <a:p>
            <a:r>
              <a:rPr lang="en-US" sz="2000" dirty="0"/>
              <a:t>These windings are </a:t>
            </a:r>
            <a:r>
              <a:rPr lang="en-US" sz="2000" b="1" dirty="0"/>
              <a:t>wound on poles </a:t>
            </a:r>
            <a:r>
              <a:rPr lang="en-US" sz="2000" dirty="0"/>
              <a:t>in such a way that whenever current passes through it they act like </a:t>
            </a:r>
            <a:r>
              <a:rPr lang="en-US" sz="2000" b="1" dirty="0"/>
              <a:t>electromagnet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2. Armature System(Rotor)</a:t>
            </a:r>
          </a:p>
          <a:p>
            <a:r>
              <a:rPr lang="en-US" sz="2000" dirty="0"/>
              <a:t>Rotor is the </a:t>
            </a:r>
            <a:r>
              <a:rPr lang="en-US" sz="2000" b="1" dirty="0"/>
              <a:t>basic part </a:t>
            </a:r>
            <a:r>
              <a:rPr lang="en-US" sz="2000" dirty="0"/>
              <a:t>of DC machine. </a:t>
            </a:r>
          </a:p>
          <a:p>
            <a:r>
              <a:rPr lang="en-US" sz="2000" dirty="0"/>
              <a:t>It consists of armature core, armature winding and commutator.</a:t>
            </a:r>
          </a:p>
          <a:p>
            <a:pPr marL="0" indent="0">
              <a:buNone/>
            </a:pPr>
            <a:r>
              <a:rPr lang="en-US" sz="2000" b="1" dirty="0"/>
              <a:t>Armature</a:t>
            </a:r>
          </a:p>
          <a:p>
            <a:r>
              <a:rPr lang="en-US" sz="2000" dirty="0"/>
              <a:t>It is the </a:t>
            </a:r>
            <a:r>
              <a:rPr lang="en-US" sz="2000" b="1" dirty="0"/>
              <a:t>rotating part </a:t>
            </a:r>
            <a:r>
              <a:rPr lang="en-US" sz="2000" dirty="0"/>
              <a:t>of dc machine.</a:t>
            </a:r>
          </a:p>
          <a:p>
            <a:r>
              <a:rPr lang="en-US" sz="2000" dirty="0"/>
              <a:t>It is </a:t>
            </a:r>
            <a:r>
              <a:rPr lang="en-US" sz="2000" b="1" dirty="0"/>
              <a:t>cylindrical</a:t>
            </a:r>
            <a:r>
              <a:rPr lang="en-US" sz="2000" dirty="0"/>
              <a:t> in shape.</a:t>
            </a:r>
          </a:p>
          <a:p>
            <a:r>
              <a:rPr lang="en-US" sz="2000" dirty="0"/>
              <a:t>It consists of </a:t>
            </a:r>
            <a:r>
              <a:rPr lang="en-US" sz="2000" b="1" dirty="0"/>
              <a:t>core that is laminated </a:t>
            </a:r>
            <a:r>
              <a:rPr lang="en-US" sz="2000" dirty="0"/>
              <a:t>to reduce eddy current loss.</a:t>
            </a:r>
          </a:p>
          <a:p>
            <a:r>
              <a:rPr lang="en-US" sz="2000" b="1" dirty="0"/>
              <a:t>Core slots </a:t>
            </a:r>
            <a:r>
              <a:rPr lang="en-US" sz="2000" dirty="0"/>
              <a:t>are also present that </a:t>
            </a:r>
            <a:r>
              <a:rPr lang="en-US" sz="2000" b="1" dirty="0"/>
              <a:t>holds armature windings</a:t>
            </a:r>
          </a:p>
        </p:txBody>
      </p:sp>
      <p:sp>
        <p:nvSpPr>
          <p:cNvPr id="10487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0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Content Placeholder 2"/>
          <p:cNvSpPr>
            <a:spLocks noGrp="1"/>
          </p:cNvSpPr>
          <p:nvPr>
            <p:ph idx="1"/>
          </p:nvPr>
        </p:nvSpPr>
        <p:spPr>
          <a:xfrm>
            <a:off x="1773382" y="609599"/>
            <a:ext cx="9731230" cy="5891233"/>
          </a:xfrm>
        </p:spPr>
        <p:txBody>
          <a:bodyPr>
            <a:normAutofit fontScale="86944"/>
          </a:bodyPr>
          <a:lstStyle/>
          <a:p>
            <a:pPr marL="0" indent="0">
              <a:buNone/>
            </a:pPr>
            <a:r>
              <a:rPr lang="en-US" sz="2200" b="1" dirty="0"/>
              <a:t>Armature windings</a:t>
            </a:r>
          </a:p>
          <a:p>
            <a:r>
              <a:rPr lang="en-US" sz="2200" dirty="0"/>
              <a:t>These are the conductor </a:t>
            </a:r>
            <a:r>
              <a:rPr lang="en-US" sz="2200" b="1" dirty="0"/>
              <a:t>winding placed in the slots </a:t>
            </a:r>
            <a:r>
              <a:rPr lang="en-US" sz="2200" dirty="0"/>
              <a:t>provided in the armature core.</a:t>
            </a:r>
          </a:p>
          <a:p>
            <a:r>
              <a:rPr lang="en-US" sz="2200" dirty="0"/>
              <a:t>When armature core rotates, </a:t>
            </a:r>
            <a:r>
              <a:rPr lang="en-US" sz="2200" b="1" dirty="0"/>
              <a:t>EMF is induced </a:t>
            </a:r>
            <a:r>
              <a:rPr lang="en-US" sz="2200" dirty="0"/>
              <a:t>in the armature winding.</a:t>
            </a:r>
          </a:p>
          <a:p>
            <a:r>
              <a:rPr lang="en-US" sz="2200" b="1" dirty="0"/>
              <a:t>Coil ends </a:t>
            </a:r>
            <a:r>
              <a:rPr lang="en-US" sz="2200" dirty="0"/>
              <a:t>of armature windings are connected to </a:t>
            </a:r>
            <a:r>
              <a:rPr lang="en-US" sz="2200" b="1" dirty="0"/>
              <a:t>commutator segments.</a:t>
            </a:r>
          </a:p>
          <a:p>
            <a:pPr marL="0" indent="0">
              <a:buNone/>
            </a:pPr>
            <a:r>
              <a:rPr lang="en-US" sz="2200" b="1" dirty="0"/>
              <a:t>3. Commutator</a:t>
            </a:r>
          </a:p>
          <a:p>
            <a:r>
              <a:rPr lang="en-US" sz="2200" dirty="0"/>
              <a:t>It is a </a:t>
            </a:r>
            <a:r>
              <a:rPr lang="en-US" sz="2200" b="1" dirty="0"/>
              <a:t>mechanical rectifier </a:t>
            </a:r>
            <a:r>
              <a:rPr lang="en-US" sz="2200" dirty="0"/>
              <a:t>used for obtaining a rectified waveform at the output in order to get dc voltage.</a:t>
            </a:r>
          </a:p>
          <a:p>
            <a:r>
              <a:rPr lang="en-US" sz="2200" dirty="0"/>
              <a:t>It is responsible to </a:t>
            </a:r>
            <a:r>
              <a:rPr lang="en-US" sz="2200" b="1" dirty="0"/>
              <a:t>supply current </a:t>
            </a:r>
            <a:r>
              <a:rPr lang="en-US" sz="2200" dirty="0"/>
              <a:t>to the </a:t>
            </a:r>
            <a:r>
              <a:rPr lang="en-US" sz="2200" b="1" dirty="0"/>
              <a:t>load</a:t>
            </a:r>
            <a:r>
              <a:rPr lang="en-US" sz="2200" dirty="0"/>
              <a:t> through brushes.</a:t>
            </a:r>
          </a:p>
          <a:p>
            <a:r>
              <a:rPr lang="en-US" sz="2200" dirty="0"/>
              <a:t>The commutator is made of </a:t>
            </a:r>
            <a:r>
              <a:rPr lang="en-US" sz="2200" b="1" dirty="0"/>
              <a:t>copper segments </a:t>
            </a:r>
            <a:r>
              <a:rPr lang="en-US" sz="2200" dirty="0"/>
              <a:t>insulated from each other by mica sheets and mounted on the shaft of the machine.</a:t>
            </a:r>
          </a:p>
          <a:p>
            <a:pPr marL="0" indent="0">
              <a:buNone/>
            </a:pPr>
            <a:r>
              <a:rPr lang="en-US" sz="2200" b="1" dirty="0"/>
              <a:t>4. Brushes</a:t>
            </a:r>
          </a:p>
          <a:p>
            <a:r>
              <a:rPr lang="en-US" sz="2200" dirty="0"/>
              <a:t>It helps to </a:t>
            </a:r>
            <a:r>
              <a:rPr lang="en-US" sz="2200" b="1" dirty="0"/>
              <a:t>gather the current from the commutator and supply it to the exterior load.</a:t>
            </a:r>
          </a:p>
          <a:p>
            <a:r>
              <a:rPr lang="en-US" sz="2200" b="1" dirty="0"/>
              <a:t>It acts as a contact.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0487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1630017" y="266269"/>
            <a:ext cx="8911687" cy="886638"/>
          </a:xfrm>
        </p:spPr>
        <p:txBody>
          <a:bodyPr/>
          <a:lstStyle/>
          <a:p>
            <a:r>
              <a:rPr lang="en-US" dirty="0"/>
              <a:t>DC Generator</a:t>
            </a:r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1630017" y="1152907"/>
            <a:ext cx="9874595" cy="4758315"/>
          </a:xfrm>
        </p:spPr>
        <p:txBody>
          <a:bodyPr>
            <a:normAutofit/>
          </a:bodyPr>
          <a:lstStyle/>
          <a:p>
            <a:r>
              <a:rPr lang="en-US" sz="2000" dirty="0"/>
              <a:t>It is an </a:t>
            </a:r>
            <a:r>
              <a:rPr lang="en-US" sz="2000" b="1" dirty="0"/>
              <a:t>electromechanical energy </a:t>
            </a:r>
            <a:r>
              <a:rPr lang="en-US" sz="2000" dirty="0"/>
              <a:t>conversion device that converts </a:t>
            </a:r>
            <a:r>
              <a:rPr lang="en-US" sz="2000" b="1" dirty="0"/>
              <a:t>mechanical power into DC electrical power </a:t>
            </a:r>
            <a:r>
              <a:rPr lang="en-US" sz="2000" dirty="0"/>
              <a:t>through the process of electromagnetic induction.</a:t>
            </a:r>
          </a:p>
          <a:p>
            <a:r>
              <a:rPr lang="en-US" sz="2000" dirty="0"/>
              <a:t>A DC generator operates on the </a:t>
            </a:r>
            <a:r>
              <a:rPr lang="en-US" sz="2000" b="1" dirty="0"/>
              <a:t>principle of electromagnetic induction</a:t>
            </a:r>
          </a:p>
          <a:p>
            <a:r>
              <a:rPr lang="en-US" sz="2000" dirty="0"/>
              <a:t> When the magnetic flux linking a conductor changes, an EMF is induced in the conductor.</a:t>
            </a:r>
          </a:p>
          <a:p>
            <a:r>
              <a:rPr lang="en-US" sz="2000" dirty="0"/>
              <a:t> A DC generator has a </a:t>
            </a:r>
            <a:r>
              <a:rPr lang="en-US" sz="2000" b="1" dirty="0"/>
              <a:t>field winding and an armature winding</a:t>
            </a:r>
            <a:r>
              <a:rPr lang="en-US" sz="2000" dirty="0"/>
              <a:t>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armature winding </a:t>
            </a:r>
            <a:r>
              <a:rPr lang="en-US" sz="2000" dirty="0"/>
              <a:t>of DC Generator is placed on the </a:t>
            </a:r>
            <a:r>
              <a:rPr lang="en-US" sz="2000" b="1" dirty="0"/>
              <a:t>rotor </a:t>
            </a:r>
            <a:r>
              <a:rPr lang="en-US" sz="2000" dirty="0"/>
              <a:t>whereas the </a:t>
            </a:r>
            <a:r>
              <a:rPr lang="en-US" sz="2000" b="1" dirty="0"/>
              <a:t>field winding </a:t>
            </a:r>
            <a:r>
              <a:rPr lang="en-US" sz="2000" dirty="0"/>
              <a:t>is placed on the</a:t>
            </a:r>
            <a:r>
              <a:rPr lang="en-US" sz="2000" b="1" dirty="0"/>
              <a:t> stator</a:t>
            </a:r>
            <a:r>
              <a:rPr lang="en-US" sz="2000" dirty="0"/>
              <a:t>.</a:t>
            </a:r>
          </a:p>
          <a:p>
            <a:r>
              <a:rPr lang="en-US" sz="2000" dirty="0"/>
              <a:t> </a:t>
            </a:r>
            <a:r>
              <a:rPr lang="en-US" sz="2000" b="1" dirty="0"/>
              <a:t>EMF induced </a:t>
            </a:r>
            <a:r>
              <a:rPr lang="en-US" sz="2000" dirty="0"/>
              <a:t>in the armature winding of a </a:t>
            </a:r>
            <a:r>
              <a:rPr lang="en-US" sz="2000" b="1" dirty="0"/>
              <a:t>DC generator is alternating </a:t>
            </a:r>
            <a:r>
              <a:rPr lang="en-US" sz="2000" dirty="0"/>
              <a:t>and is converted into </a:t>
            </a:r>
            <a:r>
              <a:rPr lang="en-US" sz="2000" b="1" dirty="0"/>
              <a:t>direct voltage using a commutator</a:t>
            </a:r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2023066" y="275932"/>
            <a:ext cx="8911687" cy="767368"/>
          </a:xfrm>
        </p:spPr>
        <p:txBody>
          <a:bodyPr/>
          <a:lstStyle/>
          <a:p>
            <a:r>
              <a:rPr lang="en-US" dirty="0"/>
              <a:t>Working principle of DC generator</a:t>
            </a:r>
          </a:p>
        </p:txBody>
      </p:sp>
      <p:sp>
        <p:nvSpPr>
          <p:cNvPr id="1048716" name="Content Placeholder 2"/>
          <p:cNvSpPr>
            <a:spLocks noGrp="1"/>
          </p:cNvSpPr>
          <p:nvPr>
            <p:ph idx="1"/>
          </p:nvPr>
        </p:nvSpPr>
        <p:spPr>
          <a:xfrm>
            <a:off x="1311579" y="891093"/>
            <a:ext cx="10193033" cy="4758315"/>
          </a:xfrm>
        </p:spPr>
        <p:txBody>
          <a:bodyPr/>
          <a:lstStyle/>
          <a:p>
            <a:r>
              <a:rPr lang="en-US" sz="2000" dirty="0"/>
              <a:t>Consider a single loop DC generator (as shown in the figure), in this a single turn loop ‘ABCD’ is </a:t>
            </a:r>
            <a:r>
              <a:rPr lang="en-US" sz="2000" b="1" dirty="0"/>
              <a:t>rotating clockwise </a:t>
            </a:r>
            <a:r>
              <a:rPr lang="en-US" sz="2000" dirty="0"/>
              <a:t>in a uniform magnetic field with a constant speed. </a:t>
            </a:r>
          </a:p>
          <a:p>
            <a:r>
              <a:rPr lang="en-US" sz="2000" dirty="0"/>
              <a:t>When the loop rotates, the magnetic flux linking the coil sides ‘AB’ and ‘CD’ changes continuously.</a:t>
            </a:r>
          </a:p>
          <a:p>
            <a:r>
              <a:rPr lang="en-US" sz="2000" dirty="0"/>
              <a:t> This </a:t>
            </a:r>
            <a:r>
              <a:rPr lang="en-US" sz="2000" b="1" dirty="0"/>
              <a:t>change in flux linkage </a:t>
            </a:r>
            <a:r>
              <a:rPr lang="en-US" sz="2000" dirty="0"/>
              <a:t>induces an </a:t>
            </a:r>
            <a:r>
              <a:rPr lang="en-US" sz="2000" b="1" dirty="0"/>
              <a:t>EMF in coil </a:t>
            </a:r>
            <a:r>
              <a:rPr lang="en-US" sz="2000" dirty="0"/>
              <a:t>sides and the induced EMF in one coil side adds the induced EMF in the other</a:t>
            </a:r>
            <a:r>
              <a:rPr lang="en-US" sz="2200" dirty="0"/>
              <a:t>.</a:t>
            </a:r>
          </a:p>
          <a:p>
            <a:endParaRPr lang="en-US" dirty="0"/>
          </a:p>
        </p:txBody>
      </p:sp>
      <p:sp>
        <p:nvSpPr>
          <p:cNvPr id="10487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8</a:t>
            </a:fld>
            <a:endParaRPr lang="en-US"/>
          </a:p>
        </p:txBody>
      </p:sp>
      <p:pic>
        <p:nvPicPr>
          <p:cNvPr id="209716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65" y="3495139"/>
            <a:ext cx="8135247" cy="30056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8719" name="Ink 1048718"/>
              <p14:cNvContentPartPr/>
              <p14:nvPr/>
            </p14:nvContentPartPr>
            <p14:xfrm>
              <a:off x="9387849" y="3373978"/>
              <a:ext cx="28161" cy="408144"/>
            </p14:xfrm>
          </p:contentPart>
        </mc:Choice>
        <mc:Fallback xmlns="">
          <p:sp>
            <p:nvSpPr>
              <p:cNvPr id="1048719" name=""/>
              <p:cNvSpPr/>
              <p:nvPr/>
            </p:nvSpPr>
            <p:spPr>
              <a:xfrm>
                <a:off x="9387849" y="3373978"/>
                <a:ext cx="28161" cy="408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8720" name="Ink 1048719"/>
              <p14:cNvContentPartPr/>
              <p14:nvPr/>
            </p14:nvContentPartPr>
            <p14:xfrm>
              <a:off x="9322364" y="3374112"/>
              <a:ext cx="1145126" cy="470612"/>
            </p14:xfrm>
          </p:contentPart>
        </mc:Choice>
        <mc:Fallback xmlns="">
          <p:sp>
            <p:nvSpPr>
              <p:cNvPr id="1048720" name=""/>
              <p:cNvSpPr/>
              <p:nvPr/>
            </p:nvSpPr>
            <p:spPr>
              <a:xfrm>
                <a:off x="9322364" y="3374112"/>
                <a:ext cx="1145126" cy="470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721" name="Ink 1048720"/>
              <p14:cNvContentPartPr/>
              <p14:nvPr/>
            </p14:nvContentPartPr>
            <p14:xfrm>
              <a:off x="9405709" y="3808556"/>
              <a:ext cx="1056857" cy="36628"/>
            </p14:xfrm>
          </p:contentPart>
        </mc:Choice>
        <mc:Fallback xmlns="">
          <p:sp>
            <p:nvSpPr>
              <p:cNvPr id="1048721" name=""/>
              <p:cNvSpPr/>
              <p:nvPr/>
            </p:nvSpPr>
            <p:spPr>
              <a:xfrm>
                <a:off x="9405709" y="3808556"/>
                <a:ext cx="1056857" cy="36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722" name="Ink 1048721"/>
              <p14:cNvContentPartPr/>
              <p14:nvPr/>
            </p14:nvContentPartPr>
            <p14:xfrm>
              <a:off x="8929455" y="3022743"/>
              <a:ext cx="410768" cy="1233518"/>
            </p14:xfrm>
          </p:contentPart>
        </mc:Choice>
        <mc:Fallback xmlns="">
          <p:sp>
            <p:nvSpPr>
              <p:cNvPr id="1048722" name=""/>
              <p:cNvSpPr/>
              <p:nvPr/>
            </p:nvSpPr>
            <p:spPr>
              <a:xfrm>
                <a:off x="8929455" y="3022743"/>
                <a:ext cx="410768" cy="1233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723" name="Ink 1048722"/>
              <p14:cNvContentPartPr/>
              <p14:nvPr/>
            </p14:nvContentPartPr>
            <p14:xfrm>
              <a:off x="8408815" y="3073339"/>
              <a:ext cx="946769" cy="29771"/>
            </p14:xfrm>
          </p:contentPart>
        </mc:Choice>
        <mc:Fallback xmlns="">
          <p:sp>
            <p:nvSpPr>
              <p:cNvPr id="1048723" name=""/>
              <p:cNvSpPr/>
              <p:nvPr/>
            </p:nvSpPr>
            <p:spPr>
              <a:xfrm>
                <a:off x="8408815" y="3073339"/>
                <a:ext cx="946769" cy="29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724" name="Ink 1048723"/>
              <p14:cNvContentPartPr/>
              <p14:nvPr/>
            </p14:nvContentPartPr>
            <p14:xfrm>
              <a:off x="8413132" y="3088228"/>
              <a:ext cx="916541" cy="1270941"/>
            </p14:xfrm>
          </p:contentPart>
        </mc:Choice>
        <mc:Fallback xmlns="">
          <p:sp>
            <p:nvSpPr>
              <p:cNvPr id="1048724" name=""/>
              <p:cNvSpPr/>
              <p:nvPr/>
            </p:nvSpPr>
            <p:spPr>
              <a:xfrm>
                <a:off x="8413132" y="3088228"/>
                <a:ext cx="916541" cy="1270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725" name="Ink 1048724"/>
              <p14:cNvContentPartPr/>
              <p14:nvPr/>
            </p14:nvContentPartPr>
            <p14:xfrm>
              <a:off x="10329936" y="3001907"/>
              <a:ext cx="396904" cy="1409063"/>
            </p14:xfrm>
          </p:contentPart>
        </mc:Choice>
        <mc:Fallback xmlns="">
          <p:sp>
            <p:nvSpPr>
              <p:cNvPr id="1048725" name=""/>
              <p:cNvSpPr/>
              <p:nvPr/>
            </p:nvSpPr>
            <p:spPr>
              <a:xfrm>
                <a:off x="10329936" y="3001907"/>
                <a:ext cx="396904" cy="1409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726" name="Ink 1048725"/>
              <p14:cNvContentPartPr/>
              <p14:nvPr/>
            </p14:nvContentPartPr>
            <p14:xfrm>
              <a:off x="10438576" y="3016790"/>
              <a:ext cx="789602" cy="17859"/>
            </p14:xfrm>
          </p:contentPart>
        </mc:Choice>
        <mc:Fallback xmlns="">
          <p:sp>
            <p:nvSpPr>
              <p:cNvPr id="1048726" name=""/>
              <p:cNvSpPr/>
              <p:nvPr/>
            </p:nvSpPr>
            <p:spPr>
              <a:xfrm>
                <a:off x="10438576" y="3016790"/>
                <a:ext cx="789602" cy="17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727" name="Ink 1048726"/>
              <p14:cNvContentPartPr/>
              <p14:nvPr/>
            </p14:nvContentPartPr>
            <p14:xfrm>
              <a:off x="11179740" y="3028696"/>
              <a:ext cx="32742" cy="1365416"/>
            </p14:xfrm>
          </p:contentPart>
        </mc:Choice>
        <mc:Fallback xmlns="">
          <p:sp>
            <p:nvSpPr>
              <p:cNvPr id="1048727" name=""/>
              <p:cNvSpPr/>
              <p:nvPr/>
            </p:nvSpPr>
            <p:spPr>
              <a:xfrm>
                <a:off x="11179740" y="3028696"/>
                <a:ext cx="32742" cy="1365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728" name="Ink 1048727"/>
              <p14:cNvContentPartPr/>
              <p14:nvPr/>
            </p14:nvContentPartPr>
            <p14:xfrm>
              <a:off x="10355232" y="4395296"/>
              <a:ext cx="899245" cy="80009"/>
            </p14:xfrm>
          </p:contentPart>
        </mc:Choice>
        <mc:Fallback xmlns="">
          <p:sp>
            <p:nvSpPr>
              <p:cNvPr id="1048728" name=""/>
              <p:cNvSpPr/>
              <p:nvPr/>
            </p:nvSpPr>
            <p:spPr>
              <a:xfrm>
                <a:off x="10355232" y="4395296"/>
                <a:ext cx="899245" cy="80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729" name="Ink 1048728"/>
              <p14:cNvContentPartPr/>
              <p14:nvPr/>
            </p14:nvContentPartPr>
            <p14:xfrm>
              <a:off x="9000895" y="3537689"/>
              <a:ext cx="371116" cy="26906"/>
            </p14:xfrm>
          </p:contentPart>
        </mc:Choice>
        <mc:Fallback xmlns="">
          <p:sp>
            <p:nvSpPr>
              <p:cNvPr id="1048729" name=""/>
              <p:cNvSpPr/>
              <p:nvPr/>
            </p:nvSpPr>
            <p:spPr>
              <a:xfrm>
                <a:off x="9000895" y="3537689"/>
                <a:ext cx="371116" cy="26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730" name="Ink 1048729"/>
              <p14:cNvContentPartPr/>
              <p14:nvPr/>
            </p14:nvContentPartPr>
            <p14:xfrm>
              <a:off x="10379045" y="3552572"/>
              <a:ext cx="391238" cy="52658"/>
            </p14:xfrm>
          </p:contentPart>
        </mc:Choice>
        <mc:Fallback xmlns="">
          <p:sp>
            <p:nvSpPr>
              <p:cNvPr id="1048730" name=""/>
              <p:cNvSpPr/>
              <p:nvPr/>
            </p:nvSpPr>
            <p:spPr>
              <a:xfrm>
                <a:off x="10379045" y="3552572"/>
                <a:ext cx="391238" cy="526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731" name="Ink 1048730"/>
              <p14:cNvContentPartPr/>
              <p14:nvPr/>
            </p14:nvContentPartPr>
            <p14:xfrm>
              <a:off x="8813371" y="3862088"/>
              <a:ext cx="1686236" cy="130858"/>
            </p14:xfrm>
          </p:contentPart>
        </mc:Choice>
        <mc:Fallback xmlns="">
          <p:sp>
            <p:nvSpPr>
              <p:cNvPr id="1048731" name=""/>
              <p:cNvSpPr/>
              <p:nvPr/>
            </p:nvSpPr>
            <p:spPr>
              <a:xfrm>
                <a:off x="8813371" y="3862088"/>
                <a:ext cx="1686236" cy="130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732" name="Ink 1048731"/>
              <p14:cNvContentPartPr/>
              <p14:nvPr/>
            </p14:nvContentPartPr>
            <p14:xfrm>
              <a:off x="9227114" y="4123999"/>
              <a:ext cx="1309630" cy="51493"/>
            </p14:xfrm>
          </p:contentPart>
        </mc:Choice>
        <mc:Fallback xmlns="">
          <p:sp>
            <p:nvSpPr>
              <p:cNvPr id="1048732" name=""/>
              <p:cNvSpPr/>
              <p:nvPr/>
            </p:nvSpPr>
            <p:spPr>
              <a:xfrm>
                <a:off x="9227114" y="4123999"/>
                <a:ext cx="1309630" cy="51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733" name="Ink 1048732"/>
              <p14:cNvContentPartPr/>
              <p14:nvPr/>
            </p14:nvContentPartPr>
            <p14:xfrm>
              <a:off x="9137817" y="3028696"/>
              <a:ext cx="1543074" cy="100040"/>
            </p14:xfrm>
          </p:contentPart>
        </mc:Choice>
        <mc:Fallback xmlns="">
          <p:sp>
            <p:nvSpPr>
              <p:cNvPr id="1048733" name=""/>
              <p:cNvSpPr/>
              <p:nvPr/>
            </p:nvSpPr>
            <p:spPr>
              <a:xfrm>
                <a:off x="9137817" y="3028696"/>
                <a:ext cx="1543074" cy="100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734" name="Ink 1048733"/>
              <p14:cNvContentPartPr/>
              <p14:nvPr/>
            </p14:nvContentPartPr>
            <p14:xfrm>
              <a:off x="9069356" y="3260868"/>
              <a:ext cx="1519585" cy="97179"/>
            </p14:xfrm>
          </p:contentPart>
        </mc:Choice>
        <mc:Fallback xmlns="">
          <p:sp>
            <p:nvSpPr>
              <p:cNvPr id="1048734" name=""/>
              <p:cNvSpPr/>
              <p:nvPr/>
            </p:nvSpPr>
            <p:spPr>
              <a:xfrm>
                <a:off x="9069356" y="3260868"/>
                <a:ext cx="1519585" cy="97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735" name="Ink 1048734"/>
              <p14:cNvContentPartPr/>
              <p14:nvPr/>
            </p14:nvContentPartPr>
            <p14:xfrm>
              <a:off x="9241996" y="4299824"/>
              <a:ext cx="1107039" cy="62371"/>
            </p14:xfrm>
          </p:contentPart>
        </mc:Choice>
        <mc:Fallback xmlns="">
          <p:sp>
            <p:nvSpPr>
              <p:cNvPr id="1048735" name=""/>
              <p:cNvSpPr/>
              <p:nvPr/>
            </p:nvSpPr>
            <p:spPr>
              <a:xfrm>
                <a:off x="9241996" y="4299824"/>
                <a:ext cx="1107039" cy="62371"/>
              </a:xfrm>
            </p:spPr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Content Placeholder 2"/>
          <p:cNvSpPr>
            <a:spLocks noGrp="1"/>
          </p:cNvSpPr>
          <p:nvPr>
            <p:ph idx="1"/>
          </p:nvPr>
        </p:nvSpPr>
        <p:spPr>
          <a:xfrm>
            <a:off x="1649896" y="357809"/>
            <a:ext cx="9854716" cy="5923721"/>
          </a:xfrm>
        </p:spPr>
        <p:txBody>
          <a:bodyPr>
            <a:normAutofit fontScale="94444" lnSpcReduction="10000"/>
          </a:bodyPr>
          <a:lstStyle/>
          <a:p>
            <a:pPr marL="0" indent="0">
              <a:buNone/>
            </a:pPr>
            <a:r>
              <a:rPr lang="en-US" sz="2200" dirty="0"/>
              <a:t>The EMF induced in a DC generator can be explained as follows</a:t>
            </a:r>
          </a:p>
          <a:p>
            <a:r>
              <a:rPr lang="en-US" sz="2200" dirty="0"/>
              <a:t>When the loop is in position-1, </a:t>
            </a:r>
            <a:r>
              <a:rPr lang="en-US" sz="2200" b="1" dirty="0"/>
              <a:t>the generated EMF is zero </a:t>
            </a:r>
            <a:r>
              <a:rPr lang="en-US" sz="2200" dirty="0"/>
              <a:t>because, the movement of coil sides is parallel to the magnetic flux.</a:t>
            </a:r>
          </a:p>
          <a:p>
            <a:r>
              <a:rPr lang="en-US" sz="2200" dirty="0"/>
              <a:t>When the loop is in position-2, the coil sides are moving at an angle to the magnetic flux and hence, a </a:t>
            </a:r>
            <a:r>
              <a:rPr lang="en-US" sz="2200" b="1" dirty="0"/>
              <a:t>small EMF is generated.</a:t>
            </a:r>
          </a:p>
          <a:p>
            <a:r>
              <a:rPr lang="en-US" sz="2200" dirty="0"/>
              <a:t>When the loop is in position-3, the coil sides are moving at </a:t>
            </a:r>
            <a:r>
              <a:rPr lang="en-US" sz="2200" b="1" dirty="0"/>
              <a:t>right angle </a:t>
            </a:r>
            <a:r>
              <a:rPr lang="en-US" sz="2200" dirty="0"/>
              <a:t>to the magnetic flux, therefore the </a:t>
            </a:r>
            <a:r>
              <a:rPr lang="en-US" sz="2200" b="1" dirty="0"/>
              <a:t>generated EMF is maximum</a:t>
            </a:r>
            <a:r>
              <a:rPr lang="en-US" sz="2200" dirty="0"/>
              <a:t>.</a:t>
            </a:r>
          </a:p>
          <a:p>
            <a:r>
              <a:rPr lang="en-US" sz="2200" dirty="0"/>
              <a:t>When the loop is in position-4, the coil sides are cutting the magnetic flux at an angle, thus a </a:t>
            </a:r>
            <a:r>
              <a:rPr lang="en-US" sz="2200" b="1" dirty="0"/>
              <a:t>reduced EMF </a:t>
            </a:r>
            <a:r>
              <a:rPr lang="en-US" sz="2200" dirty="0"/>
              <a:t>is generated in the coil sides.</a:t>
            </a:r>
          </a:p>
          <a:p>
            <a:r>
              <a:rPr lang="en-US" sz="2200" dirty="0"/>
              <a:t>When the loop is in position-5, no flux linkage with the coil side and are </a:t>
            </a:r>
            <a:r>
              <a:rPr lang="en-US" sz="2200" b="1" dirty="0"/>
              <a:t>moving parallel to the magnetic flux</a:t>
            </a:r>
            <a:r>
              <a:rPr lang="en-US" sz="2200" dirty="0"/>
              <a:t>. Therefore, no EMF is generated in the coil.</a:t>
            </a:r>
          </a:p>
          <a:p>
            <a:r>
              <a:rPr lang="en-US" sz="2200" dirty="0"/>
              <a:t>At the position-6, the coil sides move under a pole of opposite polarity and hence the </a:t>
            </a:r>
            <a:r>
              <a:rPr lang="en-US" sz="2200" b="1" dirty="0"/>
              <a:t>polarity of generated EMF is reversed</a:t>
            </a:r>
            <a:r>
              <a:rPr lang="en-US" sz="2200" dirty="0"/>
              <a:t>. The maximum EMF will generate in this direction at position-7 and zero when at position-1.</a:t>
            </a:r>
          </a:p>
          <a:p>
            <a:r>
              <a:rPr lang="en-US" sz="2200" dirty="0"/>
              <a:t> This cycle repeats with revolution of the coil.</a:t>
            </a:r>
          </a:p>
          <a:p>
            <a:endParaRPr lang="en-US" dirty="0"/>
          </a:p>
        </p:txBody>
      </p:sp>
      <p:sp>
        <p:nvSpPr>
          <p:cNvPr id="10487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10</a:t>
            </a:fld>
            <a:endParaRPr lang="en-US"/>
          </a:p>
        </p:txBody>
      </p:sp>
      <p:sp>
        <p:nvSpPr>
          <p:cNvPr id="1048741" name="Title 1"/>
          <p:cNvSpPr>
            <a:spLocks noGrp="1"/>
          </p:cNvSpPr>
          <p:nvPr>
            <p:ph idx="1"/>
          </p:nvPr>
        </p:nvSpPr>
        <p:spPr>
          <a:xfrm>
            <a:off x="1630363" y="357188"/>
            <a:ext cx="9877425" cy="5773737"/>
          </a:xfrm>
        </p:spPr>
        <p:txBody>
          <a:bodyPr>
            <a:normAutofit/>
          </a:bodyPr>
          <a:lstStyle/>
          <a:p>
            <a:r>
              <a:rPr lang="en-US" sz="2000" dirty="0"/>
              <a:t>It is clear that the generated EMF in the loop is </a:t>
            </a:r>
            <a:r>
              <a:rPr lang="en-US" sz="2000" b="1" dirty="0"/>
              <a:t>alternating one</a:t>
            </a:r>
            <a:r>
              <a:rPr lang="en-US" sz="2000" dirty="0"/>
              <a:t>.</a:t>
            </a:r>
          </a:p>
          <a:p>
            <a:r>
              <a:rPr lang="en-US" sz="2000" dirty="0"/>
              <a:t> It is because any coil side (say AB) has EMF in one direction when under the influence of N-pole and in the other direction when under the influence of S-pole. </a:t>
            </a:r>
          </a:p>
          <a:p>
            <a:r>
              <a:rPr lang="en-US" sz="2000" dirty="0"/>
              <a:t>Hence, when </a:t>
            </a:r>
            <a:r>
              <a:rPr lang="en-US" sz="2000" b="1" dirty="0"/>
              <a:t>a load </a:t>
            </a:r>
            <a:r>
              <a:rPr lang="en-US" sz="2000" dirty="0"/>
              <a:t>is connected across the terminals of the generator, </a:t>
            </a:r>
            <a:r>
              <a:rPr lang="en-US" sz="2000" b="1" dirty="0"/>
              <a:t>an alternating current will flow through it. </a:t>
            </a:r>
          </a:p>
          <a:p>
            <a:r>
              <a:rPr lang="en-US" sz="2000" dirty="0"/>
              <a:t>And by using a commutator, this </a:t>
            </a:r>
            <a:r>
              <a:rPr lang="en-US" sz="2000" b="1" dirty="0"/>
              <a:t>alternating </a:t>
            </a:r>
            <a:r>
              <a:rPr lang="en-US" sz="2000" b="1" dirty="0" err="1"/>
              <a:t>emf</a:t>
            </a:r>
            <a:r>
              <a:rPr lang="en-US" sz="2000" b="1" dirty="0"/>
              <a:t> generated in the loop</a:t>
            </a:r>
            <a:r>
              <a:rPr lang="en-US" sz="2000" dirty="0"/>
              <a:t> can be converted into direct voltage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>
          <a:xfrm>
            <a:off x="2023066" y="242732"/>
            <a:ext cx="8911687" cy="727612"/>
          </a:xfrm>
        </p:spPr>
        <p:txBody>
          <a:bodyPr/>
          <a:lstStyle/>
          <a:p>
            <a:r>
              <a:rPr lang="en-US" dirty="0"/>
              <a:t>EMF Equation</a:t>
            </a:r>
          </a:p>
        </p:txBody>
      </p:sp>
      <p:sp>
        <p:nvSpPr>
          <p:cNvPr id="1048743" name="Content Placeholder 2"/>
          <p:cNvSpPr>
            <a:spLocks noGrp="1"/>
          </p:cNvSpPr>
          <p:nvPr>
            <p:ph idx="1"/>
          </p:nvPr>
        </p:nvSpPr>
        <p:spPr>
          <a:xfrm>
            <a:off x="1490870" y="1152907"/>
            <a:ext cx="10217426" cy="4977530"/>
          </a:xfrm>
        </p:spPr>
        <p:txBody>
          <a:bodyPr/>
          <a:lstStyle/>
          <a:p>
            <a:r>
              <a:rPr lang="en-US" dirty="0"/>
              <a:t>Let us suppose there are Z total numbers of conductor in a generator, and arranged in such a manner that all parallel paths are always in series.</a:t>
            </a:r>
            <a:br>
              <a:rPr lang="en-US" dirty="0"/>
            </a:br>
            <a:r>
              <a:rPr lang="en-US" dirty="0"/>
              <a:t>Here,</a:t>
            </a:r>
            <a:br>
              <a:rPr lang="en-US" dirty="0"/>
            </a:br>
            <a:r>
              <a:rPr lang="en-US" dirty="0"/>
              <a:t>Z = total numbers of conductor</a:t>
            </a:r>
            <a:br>
              <a:rPr lang="en-US" dirty="0"/>
            </a:br>
            <a:r>
              <a:rPr lang="en-US" dirty="0"/>
              <a:t>A = number of parallel paths</a:t>
            </a:r>
            <a:br>
              <a:rPr lang="en-US" dirty="0"/>
            </a:br>
            <a:r>
              <a:rPr lang="en-US" dirty="0"/>
              <a:t>Then,</a:t>
            </a:r>
            <a:br>
              <a:rPr lang="en-US" dirty="0"/>
            </a:br>
            <a:r>
              <a:rPr lang="en-US" dirty="0"/>
              <a:t>Z/A = number of conductors connected in series</a:t>
            </a:r>
            <a:br>
              <a:rPr lang="en-US" dirty="0"/>
            </a:br>
            <a:r>
              <a:rPr lang="en-US" dirty="0"/>
              <a:t>We know that induced </a:t>
            </a:r>
            <a:r>
              <a:rPr lang="en-US" dirty="0" err="1"/>
              <a:t>emf</a:t>
            </a:r>
            <a:r>
              <a:rPr lang="en-US" dirty="0"/>
              <a:t> in each path is same across the line</a:t>
            </a:r>
            <a:br>
              <a:rPr lang="en-US" dirty="0"/>
            </a:br>
            <a:r>
              <a:rPr lang="en-US" dirty="0"/>
              <a:t>Therefore,</a:t>
            </a:r>
            <a:br>
              <a:rPr lang="en-US" dirty="0"/>
            </a:br>
            <a:r>
              <a:rPr lang="en-US" dirty="0"/>
              <a:t>Induced </a:t>
            </a:r>
            <a:r>
              <a:rPr lang="en-US" dirty="0" err="1"/>
              <a:t>emf</a:t>
            </a:r>
            <a:r>
              <a:rPr lang="en-US" dirty="0"/>
              <a:t> of DC generator</a:t>
            </a:r>
            <a:br>
              <a:rPr lang="en-US" dirty="0"/>
            </a:br>
            <a:r>
              <a:rPr lang="en-US" dirty="0"/>
              <a:t>e= </a:t>
            </a:r>
            <a:r>
              <a:rPr lang="en-US" dirty="0" err="1"/>
              <a:t>emf</a:t>
            </a:r>
            <a:r>
              <a:rPr lang="en-US" dirty="0"/>
              <a:t> of one conductor × number of conductor connected in series.</a:t>
            </a:r>
          </a:p>
          <a:p>
            <a:r>
              <a:rPr lang="en-US" dirty="0"/>
              <a:t>A=P for lap type of winding, A= 2 for wave type winding, p= number of poles</a:t>
            </a:r>
          </a:p>
          <a:p>
            <a:r>
              <a:rPr lang="en-US" dirty="0"/>
              <a:t>Induced </a:t>
            </a:r>
            <a:r>
              <a:rPr lang="en-US" dirty="0" err="1"/>
              <a:t>emf</a:t>
            </a:r>
            <a:r>
              <a:rPr lang="en-US" dirty="0"/>
              <a:t> of DC generator is,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7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11</a:t>
            </a:fld>
            <a:endParaRPr lang="en-US"/>
          </a:p>
        </p:txBody>
      </p:sp>
      <p:pic>
        <p:nvPicPr>
          <p:cNvPr id="209716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897" y="5070645"/>
            <a:ext cx="2754451" cy="9570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le 1"/>
          <p:cNvSpPr>
            <a:spLocks noGrp="1"/>
          </p:cNvSpPr>
          <p:nvPr>
            <p:ph type="title"/>
          </p:nvPr>
        </p:nvSpPr>
        <p:spPr>
          <a:xfrm>
            <a:off x="1789611" y="624110"/>
            <a:ext cx="9715001" cy="656050"/>
          </a:xfrm>
        </p:spPr>
        <p:txBody>
          <a:bodyPr/>
          <a:lstStyle/>
          <a:p>
            <a:r>
              <a:rPr lang="en-US" dirty="0"/>
              <a:t>Types of DC Generator</a:t>
            </a:r>
          </a:p>
        </p:txBody>
      </p:sp>
      <p:sp>
        <p:nvSpPr>
          <p:cNvPr id="1048747" name="Content Placeholder 2"/>
          <p:cNvSpPr>
            <a:spLocks noGrp="1"/>
          </p:cNvSpPr>
          <p:nvPr>
            <p:ph idx="1"/>
          </p:nvPr>
        </p:nvSpPr>
        <p:spPr>
          <a:xfrm>
            <a:off x="1789611" y="1528354"/>
            <a:ext cx="9715001" cy="438286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DC generators are classified based on how their fields are excited (i.e. produced). There are three methods of excitation, and thus three main types of DC generators: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Permanent Magnet DC Generators :</a:t>
            </a:r>
            <a:r>
              <a:rPr lang="en-US" sz="2000" b="1" dirty="0">
                <a:solidFill>
                  <a:schemeClr val="tx1"/>
                </a:solidFill>
              </a:rPr>
              <a:t>Field coils excited by permanent magnets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Separately Excited DC Generators : </a:t>
            </a:r>
            <a:r>
              <a:rPr lang="en-US" sz="2000" b="1" dirty="0">
                <a:solidFill>
                  <a:schemeClr val="tx1"/>
                </a:solidFill>
              </a:rPr>
              <a:t>Field coils excited by some external source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Self Excited DC Generators: </a:t>
            </a:r>
            <a:r>
              <a:rPr lang="en-US" sz="2000" b="1" dirty="0">
                <a:solidFill>
                  <a:schemeClr val="tx1"/>
                </a:solidFill>
              </a:rPr>
              <a:t>Field coils excited by the generator itself</a:t>
            </a:r>
          </a:p>
          <a:p>
            <a:pPr marL="0" indent="0">
              <a:buNone/>
            </a:pPr>
            <a:r>
              <a:rPr lang="en-US" sz="2000" dirty="0"/>
              <a:t>Self-excited DC generators can further be classified depending on the position of their field coils. The three types of self-excited DC generators are:</a:t>
            </a:r>
          </a:p>
          <a:p>
            <a:r>
              <a:rPr lang="en-US" sz="2000" dirty="0"/>
              <a:t>Series Wound Generators</a:t>
            </a:r>
          </a:p>
          <a:p>
            <a:r>
              <a:rPr lang="en-US" sz="2000" dirty="0"/>
              <a:t>Shunt Wound Generators</a:t>
            </a:r>
          </a:p>
          <a:p>
            <a:r>
              <a:rPr lang="en-US" sz="2000" dirty="0"/>
              <a:t>Compound Wound Generators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10487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4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itle 1"/>
          <p:cNvSpPr>
            <a:spLocks noGrp="1"/>
          </p:cNvSpPr>
          <p:nvPr>
            <p:ph type="title"/>
          </p:nvPr>
        </p:nvSpPr>
        <p:spPr>
          <a:xfrm>
            <a:off x="1550505" y="624110"/>
            <a:ext cx="9954108" cy="7474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Separately Excited DC Generator</a:t>
            </a:r>
            <a:br>
              <a:rPr lang="en-US" b="1" dirty="0"/>
            </a:br>
            <a:endParaRPr lang="en-US" dirty="0"/>
          </a:p>
        </p:txBody>
      </p:sp>
      <p:sp>
        <p:nvSpPr>
          <p:cNvPr id="1048751" name="Content Placeholder 2"/>
          <p:cNvSpPr>
            <a:spLocks noGrp="1"/>
          </p:cNvSpPr>
          <p:nvPr>
            <p:ph idx="1"/>
          </p:nvPr>
        </p:nvSpPr>
        <p:spPr>
          <a:xfrm>
            <a:off x="1550504" y="1649896"/>
            <a:ext cx="9954108" cy="4261326"/>
          </a:xfrm>
        </p:spPr>
        <p:txBody>
          <a:bodyPr/>
          <a:lstStyle/>
          <a:p>
            <a:r>
              <a:rPr lang="en-US" dirty="0"/>
              <a:t>These are the generators whose field magnets are energized by some external DC source, such as a battery.</a:t>
            </a:r>
          </a:p>
          <a:p>
            <a:r>
              <a:rPr lang="en-US" dirty="0"/>
              <a:t>A circuit diagram of separately excited DC generator is shown in the figure below. The symbols below are: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a</a:t>
            </a:r>
            <a:r>
              <a:rPr lang="en-US" dirty="0"/>
              <a:t> = Armature current</a:t>
            </a:r>
          </a:p>
          <a:p>
            <a:r>
              <a:rPr lang="en-US" dirty="0"/>
              <a:t>I</a:t>
            </a:r>
            <a:r>
              <a:rPr lang="en-US" baseline="-25000" dirty="0"/>
              <a:t>L</a:t>
            </a:r>
            <a:r>
              <a:rPr lang="en-US" dirty="0"/>
              <a:t> = Load current</a:t>
            </a:r>
          </a:p>
          <a:p>
            <a:r>
              <a:rPr lang="en-US" dirty="0"/>
              <a:t>V = Terminal voltage</a:t>
            </a:r>
          </a:p>
          <a:p>
            <a:r>
              <a:rPr lang="en-US" dirty="0" err="1"/>
              <a:t>E</a:t>
            </a:r>
            <a:r>
              <a:rPr lang="en-US" baseline="-25000" dirty="0" err="1"/>
              <a:t>g</a:t>
            </a:r>
            <a:r>
              <a:rPr lang="en-US" dirty="0"/>
              <a:t> = Generated EMF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0487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5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13</a:t>
            </a:fld>
            <a:endParaRPr lang="en-US"/>
          </a:p>
        </p:txBody>
      </p:sp>
      <p:pic>
        <p:nvPicPr>
          <p:cNvPr id="209716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003" y="2846939"/>
            <a:ext cx="6000750" cy="2714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8754" name="Ink 1048753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54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8755" name="Ink 1048754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55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756" name="Ink 1048755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756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757" name="Ink 1048756"/>
              <p14:cNvContentPartPr/>
              <p14:nvPr/>
            </p14:nvContentPartPr>
            <p14:xfrm>
              <a:off x="1644650" y="5670550"/>
              <a:ext cx="488649" cy="663018"/>
            </p14:xfrm>
          </p:contentPart>
        </mc:Choice>
        <mc:Fallback xmlns="">
          <p:sp>
            <p:nvSpPr>
              <p:cNvPr id="1048757" name=""/>
              <p:cNvSpPr/>
              <p:nvPr/>
            </p:nvSpPr>
            <p:spPr>
              <a:xfrm>
                <a:off x="1644650" y="5670550"/>
                <a:ext cx="488649" cy="663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758" name="Ink 1048757"/>
              <p14:cNvContentPartPr/>
              <p14:nvPr/>
            </p14:nvContentPartPr>
            <p14:xfrm>
              <a:off x="1536700" y="5704926"/>
              <a:ext cx="625504" cy="44876"/>
            </p14:xfrm>
          </p:contentPart>
        </mc:Choice>
        <mc:Fallback xmlns="">
          <p:sp>
            <p:nvSpPr>
              <p:cNvPr id="1048758" name=""/>
              <p:cNvSpPr/>
              <p:nvPr/>
            </p:nvSpPr>
            <p:spPr>
              <a:xfrm>
                <a:off x="1536700" y="5704926"/>
                <a:ext cx="625504" cy="44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759" name="Ink 1048758"/>
              <p14:cNvContentPartPr/>
              <p14:nvPr/>
            </p14:nvContentPartPr>
            <p14:xfrm>
              <a:off x="1670050" y="5954424"/>
              <a:ext cx="577135" cy="205076"/>
            </p14:xfrm>
          </p:contentPart>
        </mc:Choice>
        <mc:Fallback xmlns="">
          <p:sp>
            <p:nvSpPr>
              <p:cNvPr id="1048759" name=""/>
              <p:cNvSpPr/>
              <p:nvPr/>
            </p:nvSpPr>
            <p:spPr>
              <a:xfrm>
                <a:off x="1670050" y="5954424"/>
                <a:ext cx="577135" cy="205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760" name="Ink 1048759"/>
              <p14:cNvContentPartPr/>
              <p14:nvPr/>
            </p14:nvContentPartPr>
            <p14:xfrm>
              <a:off x="2141357" y="6173540"/>
              <a:ext cx="424043" cy="624101"/>
            </p14:xfrm>
          </p:contentPart>
        </mc:Choice>
        <mc:Fallback xmlns="">
          <p:sp>
            <p:nvSpPr>
              <p:cNvPr id="1048760" name=""/>
              <p:cNvSpPr/>
              <p:nvPr/>
            </p:nvSpPr>
            <p:spPr>
              <a:xfrm>
                <a:off x="2141357" y="6173540"/>
                <a:ext cx="424043" cy="6241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761" name="Ink 1048760"/>
              <p14:cNvContentPartPr/>
              <p14:nvPr/>
            </p14:nvContentPartPr>
            <p14:xfrm>
              <a:off x="2933700" y="6186093"/>
              <a:ext cx="516957" cy="87706"/>
            </p14:xfrm>
          </p:contentPart>
        </mc:Choice>
        <mc:Fallback xmlns="">
          <p:sp>
            <p:nvSpPr>
              <p:cNvPr id="1048761" name=""/>
              <p:cNvSpPr/>
              <p:nvPr/>
            </p:nvSpPr>
            <p:spPr>
              <a:xfrm>
                <a:off x="2933700" y="6186093"/>
                <a:ext cx="516957" cy="87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762" name="Ink 1048761"/>
              <p14:cNvContentPartPr/>
              <p14:nvPr/>
            </p14:nvContentPartPr>
            <p14:xfrm>
              <a:off x="3130550" y="6372073"/>
              <a:ext cx="322568" cy="28726"/>
            </p14:xfrm>
          </p:contentPart>
        </mc:Choice>
        <mc:Fallback xmlns="">
          <p:sp>
            <p:nvSpPr>
              <p:cNvPr id="1048762" name=""/>
              <p:cNvSpPr/>
              <p:nvPr/>
            </p:nvSpPr>
            <p:spPr>
              <a:xfrm>
                <a:off x="3130550" y="6372073"/>
                <a:ext cx="322568" cy="28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763" name="Ink 1048762"/>
              <p14:cNvContentPartPr/>
              <p14:nvPr/>
            </p14:nvContentPartPr>
            <p14:xfrm>
              <a:off x="3697027" y="5721350"/>
              <a:ext cx="442382" cy="686381"/>
            </p14:xfrm>
          </p:contentPart>
        </mc:Choice>
        <mc:Fallback xmlns="">
          <p:sp>
            <p:nvSpPr>
              <p:cNvPr id="1048763" name=""/>
              <p:cNvSpPr/>
              <p:nvPr/>
            </p:nvSpPr>
            <p:spPr>
              <a:xfrm>
                <a:off x="3697027" y="5721350"/>
                <a:ext cx="442382" cy="686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764" name="Ink 1048763"/>
              <p14:cNvContentPartPr/>
              <p14:nvPr/>
            </p14:nvContentPartPr>
            <p14:xfrm>
              <a:off x="3505200" y="5687466"/>
              <a:ext cx="615657" cy="22166"/>
            </p14:xfrm>
          </p:contentPart>
        </mc:Choice>
        <mc:Fallback xmlns="">
          <p:sp>
            <p:nvSpPr>
              <p:cNvPr id="1048764" name=""/>
              <p:cNvSpPr/>
              <p:nvPr/>
            </p:nvSpPr>
            <p:spPr>
              <a:xfrm>
                <a:off x="3505200" y="5687466"/>
                <a:ext cx="615657" cy="22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765" name="Ink 1048764"/>
              <p14:cNvContentPartPr/>
              <p14:nvPr/>
            </p14:nvContentPartPr>
            <p14:xfrm>
              <a:off x="3517900" y="6403603"/>
              <a:ext cx="429163" cy="22597"/>
            </p14:xfrm>
          </p:contentPart>
        </mc:Choice>
        <mc:Fallback xmlns="">
          <p:sp>
            <p:nvSpPr>
              <p:cNvPr id="1048765" name=""/>
              <p:cNvSpPr/>
              <p:nvPr/>
            </p:nvSpPr>
            <p:spPr>
              <a:xfrm>
                <a:off x="3517900" y="6403603"/>
                <a:ext cx="429163" cy="22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766" name="Ink 1048765"/>
              <p14:cNvContentPartPr/>
              <p14:nvPr/>
            </p14:nvContentPartPr>
            <p14:xfrm>
              <a:off x="4209016" y="6206859"/>
              <a:ext cx="632670" cy="499678"/>
            </p14:xfrm>
          </p:contentPart>
        </mc:Choice>
        <mc:Fallback xmlns="">
          <p:sp>
            <p:nvSpPr>
              <p:cNvPr id="1048766" name=""/>
              <p:cNvSpPr/>
              <p:nvPr/>
            </p:nvSpPr>
            <p:spPr>
              <a:xfrm>
                <a:off x="4209016" y="6206859"/>
                <a:ext cx="632670" cy="499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767" name="Ink 1048766"/>
              <p14:cNvContentPartPr/>
              <p14:nvPr/>
            </p14:nvContentPartPr>
            <p14:xfrm>
              <a:off x="4629952" y="5676181"/>
              <a:ext cx="534225" cy="911764"/>
            </p14:xfrm>
          </p:contentPart>
        </mc:Choice>
        <mc:Fallback xmlns="">
          <p:sp>
            <p:nvSpPr>
              <p:cNvPr id="1048767" name=""/>
              <p:cNvSpPr/>
              <p:nvPr/>
            </p:nvSpPr>
            <p:spPr>
              <a:xfrm>
                <a:off x="4629952" y="5676181"/>
                <a:ext cx="534225" cy="911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768" name="Ink 1048767"/>
              <p14:cNvContentPartPr/>
              <p14:nvPr/>
            </p14:nvContentPartPr>
            <p14:xfrm>
              <a:off x="5066215" y="6251079"/>
              <a:ext cx="521295" cy="578995"/>
            </p14:xfrm>
          </p:contentPart>
        </mc:Choice>
        <mc:Fallback xmlns="">
          <p:sp>
            <p:nvSpPr>
              <p:cNvPr id="1048768" name=""/>
              <p:cNvSpPr/>
              <p:nvPr/>
            </p:nvSpPr>
            <p:spPr>
              <a:xfrm>
                <a:off x="5066215" y="6251079"/>
                <a:ext cx="521295" cy="578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769" name="Ink 1048768"/>
              <p14:cNvContentPartPr/>
              <p14:nvPr/>
            </p14:nvContentPartPr>
            <p14:xfrm>
              <a:off x="5989767" y="5854700"/>
              <a:ext cx="49083" cy="680443"/>
            </p14:xfrm>
          </p:contentPart>
        </mc:Choice>
        <mc:Fallback xmlns="">
          <p:sp>
            <p:nvSpPr>
              <p:cNvPr id="1048769" name=""/>
              <p:cNvSpPr/>
              <p:nvPr/>
            </p:nvSpPr>
            <p:spPr>
              <a:xfrm>
                <a:off x="5989767" y="5854700"/>
                <a:ext cx="49083" cy="680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770" name="Ink 1048769"/>
              <p14:cNvContentPartPr/>
              <p14:nvPr/>
            </p14:nvContentPartPr>
            <p14:xfrm>
              <a:off x="5607050" y="6127750"/>
              <a:ext cx="762284" cy="16587"/>
            </p14:xfrm>
          </p:contentPart>
        </mc:Choice>
        <mc:Fallback xmlns="">
          <p:sp>
            <p:nvSpPr>
              <p:cNvPr id="1048770" name=""/>
              <p:cNvSpPr/>
              <p:nvPr/>
            </p:nvSpPr>
            <p:spPr>
              <a:xfrm>
                <a:off x="5607050" y="6127750"/>
                <a:ext cx="762284" cy="16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771" name="Ink 1048770"/>
              <p14:cNvContentPartPr/>
              <p14:nvPr/>
            </p14:nvContentPartPr>
            <p14:xfrm>
              <a:off x="6400800" y="5738787"/>
              <a:ext cx="1056919" cy="761603"/>
            </p14:xfrm>
          </p:contentPart>
        </mc:Choice>
        <mc:Fallback xmlns="">
          <p:sp>
            <p:nvSpPr>
              <p:cNvPr id="1048771" name=""/>
              <p:cNvSpPr/>
              <p:nvPr/>
            </p:nvSpPr>
            <p:spPr>
              <a:xfrm>
                <a:off x="6400800" y="5738787"/>
                <a:ext cx="1056919" cy="761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772" name="Ink 1048771"/>
              <p14:cNvContentPartPr/>
              <p14:nvPr/>
            </p14:nvContentPartPr>
            <p14:xfrm>
              <a:off x="8636001" y="5784850"/>
              <a:ext cx="44417" cy="701373"/>
            </p14:xfrm>
          </p:contentPart>
        </mc:Choice>
        <mc:Fallback xmlns="">
          <p:sp>
            <p:nvSpPr>
              <p:cNvPr id="1048772" name=""/>
              <p:cNvSpPr/>
              <p:nvPr/>
            </p:nvSpPr>
            <p:spPr>
              <a:xfrm>
                <a:off x="8636001" y="5784850"/>
                <a:ext cx="44417" cy="701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773" name="Ink 1048772"/>
              <p14:cNvContentPartPr/>
              <p14:nvPr/>
            </p14:nvContentPartPr>
            <p14:xfrm>
              <a:off x="8610600" y="5642015"/>
              <a:ext cx="483877" cy="968073"/>
            </p14:xfrm>
          </p:contentPart>
        </mc:Choice>
        <mc:Fallback xmlns="">
          <p:sp>
            <p:nvSpPr>
              <p:cNvPr id="1048773" name=""/>
              <p:cNvSpPr/>
              <p:nvPr/>
            </p:nvSpPr>
            <p:spPr>
              <a:xfrm>
                <a:off x="8610600" y="5642015"/>
                <a:ext cx="483877" cy="968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774" name="Ink 1048773"/>
              <p14:cNvContentPartPr/>
              <p14:nvPr/>
            </p14:nvContentPartPr>
            <p14:xfrm>
              <a:off x="9297377" y="6134933"/>
              <a:ext cx="271589" cy="353211"/>
            </p14:xfrm>
          </p:contentPart>
        </mc:Choice>
        <mc:Fallback xmlns="">
          <p:sp>
            <p:nvSpPr>
              <p:cNvPr id="1048774" name=""/>
              <p:cNvSpPr/>
              <p:nvPr/>
            </p:nvSpPr>
            <p:spPr>
              <a:xfrm>
                <a:off x="9297377" y="6134933"/>
                <a:ext cx="271589" cy="353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775" name="Ink 1048774"/>
              <p14:cNvContentPartPr/>
              <p14:nvPr/>
            </p14:nvContentPartPr>
            <p14:xfrm>
              <a:off x="8121651" y="4921250"/>
              <a:ext cx="228612" cy="737456"/>
            </p14:xfrm>
          </p:contentPart>
        </mc:Choice>
        <mc:Fallback xmlns="">
          <p:sp>
            <p:nvSpPr>
              <p:cNvPr id="1048775" name=""/>
              <p:cNvSpPr/>
              <p:nvPr/>
            </p:nvSpPr>
            <p:spPr>
              <a:xfrm>
                <a:off x="8121651" y="4921250"/>
                <a:ext cx="228612" cy="737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776" name="Ink 1048775"/>
              <p14:cNvContentPartPr/>
              <p14:nvPr/>
            </p14:nvContentPartPr>
            <p14:xfrm>
              <a:off x="8001233" y="4914900"/>
              <a:ext cx="18429" cy="411353"/>
            </p14:xfrm>
          </p:contentPart>
        </mc:Choice>
        <mc:Fallback xmlns="">
          <p:sp>
            <p:nvSpPr>
              <p:cNvPr id="1048776" name=""/>
              <p:cNvSpPr/>
              <p:nvPr/>
            </p:nvSpPr>
            <p:spPr>
              <a:xfrm>
                <a:off x="8001233" y="4914900"/>
                <a:ext cx="18429" cy="411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777" name="Ink 1048776"/>
              <p14:cNvContentPartPr/>
              <p14:nvPr/>
            </p14:nvContentPartPr>
            <p14:xfrm>
              <a:off x="8007351" y="4864100"/>
              <a:ext cx="638915" cy="259211"/>
            </p14:xfrm>
          </p:contentPart>
        </mc:Choice>
        <mc:Fallback xmlns="">
          <p:sp>
            <p:nvSpPr>
              <p:cNvPr id="1048777" name=""/>
              <p:cNvSpPr/>
              <p:nvPr/>
            </p:nvSpPr>
            <p:spPr>
              <a:xfrm>
                <a:off x="8007351" y="4864100"/>
                <a:ext cx="638915" cy="259211"/>
              </a:xfrm>
            </p:spPr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Content Placeholder 2"/>
          <p:cNvSpPr>
            <a:spLocks noGrp="1"/>
          </p:cNvSpPr>
          <p:nvPr>
            <p:ph idx="1"/>
          </p:nvPr>
        </p:nvSpPr>
        <p:spPr>
          <a:xfrm>
            <a:off x="1669774" y="337930"/>
            <a:ext cx="9834838" cy="5573292"/>
          </a:xfrm>
        </p:spPr>
        <p:txBody>
          <a:bodyPr>
            <a:normAutofit/>
          </a:bodyPr>
          <a:lstStyle/>
          <a:p>
            <a:r>
              <a:rPr lang="en-US" sz="2000" dirty="0"/>
              <a:t>Voltage drop in armature = </a:t>
            </a:r>
            <a:r>
              <a:rPr lang="en-US" sz="2000" dirty="0" err="1"/>
              <a:t>Ia</a:t>
            </a:r>
            <a:r>
              <a:rPr lang="en-US" sz="2000" dirty="0"/>
              <a:t>*Ra</a:t>
            </a:r>
          </a:p>
          <a:p>
            <a:r>
              <a:rPr lang="en-US" sz="2000" dirty="0"/>
              <a:t>Let, </a:t>
            </a:r>
          </a:p>
          <a:p>
            <a:r>
              <a:rPr lang="en-US" sz="2000" dirty="0"/>
              <a:t>Then, </a:t>
            </a:r>
          </a:p>
          <a:p>
            <a:endParaRPr lang="en-US" sz="2000" dirty="0"/>
          </a:p>
          <a:p>
            <a:r>
              <a:rPr lang="en-US" sz="2000" dirty="0"/>
              <a:t>Power Generated is equal to,</a:t>
            </a:r>
          </a:p>
          <a:p>
            <a:r>
              <a:rPr lang="en-US" sz="2000" dirty="0"/>
              <a:t>Power delivered to external load is equal to, </a:t>
            </a:r>
          </a:p>
          <a:p>
            <a:endParaRPr lang="en-US" sz="2000" dirty="0"/>
          </a:p>
        </p:txBody>
      </p:sp>
      <p:sp>
        <p:nvSpPr>
          <p:cNvPr id="10487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8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14</a:t>
            </a:fld>
            <a:endParaRPr lang="en-US"/>
          </a:p>
        </p:txBody>
      </p:sp>
      <p:grpSp>
        <p:nvGrpSpPr>
          <p:cNvPr id="77" name="Group 1"/>
          <p:cNvGrpSpPr/>
          <p:nvPr/>
        </p:nvGrpSpPr>
        <p:grpSpPr>
          <a:xfrm>
            <a:off x="4301086" y="737441"/>
            <a:ext cx="4624639" cy="2252673"/>
            <a:chOff x="4301086" y="737441"/>
            <a:chExt cx="4624639" cy="2252673"/>
          </a:xfrm>
        </p:grpSpPr>
        <p:pic>
          <p:nvPicPr>
            <p:cNvPr id="2097163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0843" y="737441"/>
              <a:ext cx="1369943" cy="383258"/>
            </a:xfrm>
            <a:prstGeom prst="rect">
              <a:avLst/>
            </a:prstGeom>
          </p:spPr>
        </p:pic>
        <p:pic>
          <p:nvPicPr>
            <p:cNvPr id="2097164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1086" y="1248904"/>
              <a:ext cx="2819400" cy="276225"/>
            </a:xfrm>
            <a:prstGeom prst="rect">
              <a:avLst/>
            </a:prstGeom>
          </p:spPr>
        </p:pic>
        <p:pic>
          <p:nvPicPr>
            <p:cNvPr id="2097165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60511" y="2123199"/>
              <a:ext cx="1266825" cy="323850"/>
            </a:xfrm>
            <a:prstGeom prst="rect">
              <a:avLst/>
            </a:prstGeom>
          </p:spPr>
        </p:pic>
        <p:pic>
          <p:nvPicPr>
            <p:cNvPr id="2097166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92250" y="2666264"/>
              <a:ext cx="1133475" cy="32385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781" name="Ink 1048780"/>
              <p14:cNvContentPartPr/>
              <p14:nvPr/>
            </p14:nvContentPartPr>
            <p14:xfrm>
              <a:off x="4050693" y="1182567"/>
              <a:ext cx="3634248" cy="385785"/>
            </p14:xfrm>
          </p:contentPart>
        </mc:Choice>
        <mc:Fallback xmlns="">
          <p:sp>
            <p:nvSpPr>
              <p:cNvPr id="1048781" name=""/>
              <p:cNvSpPr/>
              <p:nvPr/>
            </p:nvSpPr>
            <p:spPr>
              <a:xfrm>
                <a:off x="4050693" y="1182567"/>
                <a:ext cx="3634248" cy="385785"/>
              </a:xfrm>
            </p:spPr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1777917" y="329899"/>
            <a:ext cx="8911687" cy="8230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Self Excited DC Generators</a:t>
            </a:r>
            <a:br>
              <a:rPr lang="en-US" b="1" dirty="0"/>
            </a:br>
            <a:endParaRPr lang="en-US" dirty="0"/>
          </a:p>
        </p:txBody>
      </p:sp>
      <p:sp>
        <p:nvSpPr>
          <p:cNvPr id="1048783" name="Content Placeholder 2"/>
          <p:cNvSpPr>
            <a:spLocks noGrp="1"/>
          </p:cNvSpPr>
          <p:nvPr>
            <p:ph idx="1"/>
          </p:nvPr>
        </p:nvSpPr>
        <p:spPr>
          <a:xfrm>
            <a:off x="1311579" y="1152907"/>
            <a:ext cx="10193033" cy="4758315"/>
          </a:xfrm>
        </p:spPr>
        <p:txBody>
          <a:bodyPr>
            <a:normAutofit fontScale="94444"/>
          </a:bodyPr>
          <a:lstStyle/>
          <a:p>
            <a:r>
              <a:rPr lang="en-US" b="1" dirty="0"/>
              <a:t>Series Wound Generator</a:t>
            </a:r>
          </a:p>
          <a:p>
            <a:r>
              <a:rPr lang="en-US" dirty="0"/>
              <a:t>In these type of generators, </a:t>
            </a:r>
            <a:r>
              <a:rPr lang="en-US" b="1" dirty="0"/>
              <a:t>the field windings are connected in series with armature</a:t>
            </a:r>
            <a:r>
              <a:rPr lang="en-US" dirty="0"/>
              <a:t> conductors, as shown in the figure below.</a:t>
            </a:r>
          </a:p>
          <a:p>
            <a:r>
              <a:rPr lang="en-US" dirty="0"/>
              <a:t>Whole current flows through the field coils as well as the load. As series field winding carries full load current it is designed with relatively few turns of thick wire. </a:t>
            </a:r>
          </a:p>
          <a:p>
            <a:r>
              <a:rPr lang="en-US" dirty="0"/>
              <a:t>Here:</a:t>
            </a:r>
          </a:p>
          <a:p>
            <a:r>
              <a:rPr lang="en-US" dirty="0" err="1"/>
              <a:t>R</a:t>
            </a:r>
            <a:r>
              <a:rPr lang="en-US" baseline="-25000" dirty="0" err="1"/>
              <a:t>sc</a:t>
            </a:r>
            <a:r>
              <a:rPr lang="en-US" dirty="0"/>
              <a:t> = Series winding resistance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sc</a:t>
            </a:r>
            <a:r>
              <a:rPr lang="en-US" dirty="0"/>
              <a:t> = Current flowing through the series field </a:t>
            </a:r>
          </a:p>
          <a:p>
            <a:r>
              <a:rPr lang="en-US" dirty="0"/>
              <a:t>R</a:t>
            </a:r>
            <a:r>
              <a:rPr lang="en-US" baseline="-25000" dirty="0"/>
              <a:t>a</a:t>
            </a:r>
            <a:r>
              <a:rPr lang="en-US" dirty="0"/>
              <a:t> = Armature resistance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a</a:t>
            </a:r>
            <a:r>
              <a:rPr lang="en-US" dirty="0"/>
              <a:t> = Armature current</a:t>
            </a:r>
          </a:p>
          <a:p>
            <a:r>
              <a:rPr lang="en-US" dirty="0"/>
              <a:t>I</a:t>
            </a:r>
            <a:r>
              <a:rPr lang="en-US" baseline="-25000" dirty="0"/>
              <a:t>L</a:t>
            </a:r>
            <a:r>
              <a:rPr lang="en-US" dirty="0"/>
              <a:t> = Load current</a:t>
            </a:r>
          </a:p>
          <a:p>
            <a:r>
              <a:rPr lang="en-US" dirty="0"/>
              <a:t>V = Terminal voltage</a:t>
            </a:r>
          </a:p>
          <a:p>
            <a:r>
              <a:rPr lang="en-US" dirty="0" err="1"/>
              <a:t>E</a:t>
            </a:r>
            <a:r>
              <a:rPr lang="en-US" baseline="-25000" dirty="0" err="1"/>
              <a:t>g</a:t>
            </a:r>
            <a:r>
              <a:rPr lang="en-US" dirty="0"/>
              <a:t> = Generated EMF</a:t>
            </a:r>
          </a:p>
          <a:p>
            <a:endParaRPr lang="en-US" dirty="0"/>
          </a:p>
        </p:txBody>
      </p:sp>
      <p:sp>
        <p:nvSpPr>
          <p:cNvPr id="10487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8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15</a:t>
            </a:fld>
            <a:endParaRPr lang="en-US"/>
          </a:p>
        </p:txBody>
      </p:sp>
      <p:pic>
        <p:nvPicPr>
          <p:cNvPr id="209716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552" y="2697924"/>
            <a:ext cx="4635060" cy="34325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Content Placeholder 2"/>
          <p:cNvSpPr>
            <a:spLocks noGrp="1"/>
          </p:cNvSpPr>
          <p:nvPr>
            <p:ph idx="1"/>
          </p:nvPr>
        </p:nvSpPr>
        <p:spPr>
          <a:xfrm>
            <a:off x="1692935" y="447950"/>
            <a:ext cx="9814960" cy="5414265"/>
          </a:xfrm>
        </p:spPr>
        <p:txBody>
          <a:bodyPr/>
          <a:lstStyle/>
          <a:p>
            <a:r>
              <a:rPr lang="en-US" dirty="0"/>
              <a:t>Then,</a:t>
            </a:r>
          </a:p>
          <a:p>
            <a:endParaRPr lang="en-US" dirty="0"/>
          </a:p>
          <a:p>
            <a:r>
              <a:rPr lang="en-US" dirty="0"/>
              <a:t>Voltage across the Load is equal to,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Power generated is equal to 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Power delivered to load,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7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78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16</a:t>
            </a:fld>
            <a:endParaRPr lang="en-US"/>
          </a:p>
        </p:txBody>
      </p:sp>
      <p:grpSp>
        <p:nvGrpSpPr>
          <p:cNvPr id="80" name="Group 1"/>
          <p:cNvGrpSpPr/>
          <p:nvPr/>
        </p:nvGrpSpPr>
        <p:grpSpPr>
          <a:xfrm>
            <a:off x="5535094" y="571630"/>
            <a:ext cx="2124075" cy="4260260"/>
            <a:chOff x="5535094" y="571630"/>
            <a:chExt cx="2124075" cy="4260260"/>
          </a:xfrm>
        </p:grpSpPr>
        <p:pic>
          <p:nvPicPr>
            <p:cNvPr id="2097168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5094" y="571630"/>
              <a:ext cx="2124075" cy="495300"/>
            </a:xfrm>
            <a:prstGeom prst="rect">
              <a:avLst/>
            </a:prstGeom>
          </p:spPr>
        </p:pic>
        <p:pic>
          <p:nvPicPr>
            <p:cNvPr id="2097169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2063" y="3155083"/>
              <a:ext cx="1457325" cy="514350"/>
            </a:xfrm>
            <a:prstGeom prst="rect">
              <a:avLst/>
            </a:prstGeom>
          </p:spPr>
        </p:pic>
        <p:pic>
          <p:nvPicPr>
            <p:cNvPr id="2097170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25607" y="4450890"/>
              <a:ext cx="1447800" cy="381000"/>
            </a:xfrm>
            <a:prstGeom prst="rect">
              <a:avLst/>
            </a:prstGeom>
          </p:spPr>
        </p:pic>
        <p:pic>
          <p:nvPicPr>
            <p:cNvPr id="2097171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25607" y="1783076"/>
              <a:ext cx="1543050" cy="40005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789" name="Ink 1048788"/>
              <p14:cNvContentPartPr/>
              <p14:nvPr/>
            </p14:nvContentPartPr>
            <p14:xfrm>
              <a:off x="2007802" y="5391150"/>
              <a:ext cx="641671" cy="736504"/>
            </p14:xfrm>
          </p:contentPart>
        </mc:Choice>
        <mc:Fallback xmlns="">
          <p:sp>
            <p:nvSpPr>
              <p:cNvPr id="1048789" name=""/>
              <p:cNvSpPr/>
              <p:nvPr/>
            </p:nvSpPr>
            <p:spPr>
              <a:xfrm>
                <a:off x="2007802" y="5391150"/>
                <a:ext cx="641671" cy="736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790" name="Ink 1048789"/>
              <p14:cNvContentPartPr/>
              <p14:nvPr/>
            </p14:nvContentPartPr>
            <p14:xfrm>
              <a:off x="1892300" y="5302250"/>
              <a:ext cx="601728" cy="59638"/>
            </p14:xfrm>
          </p:contentPart>
        </mc:Choice>
        <mc:Fallback xmlns="">
          <p:sp>
            <p:nvSpPr>
              <p:cNvPr id="1048790" name=""/>
              <p:cNvSpPr/>
              <p:nvPr/>
            </p:nvSpPr>
            <p:spPr>
              <a:xfrm>
                <a:off x="1892300" y="5302250"/>
                <a:ext cx="601728" cy="59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791" name="Ink 1048790"/>
              <p14:cNvContentPartPr/>
              <p14:nvPr/>
            </p14:nvContentPartPr>
            <p14:xfrm>
              <a:off x="2019300" y="5726776"/>
              <a:ext cx="597339" cy="19974"/>
            </p14:xfrm>
          </p:contentPart>
        </mc:Choice>
        <mc:Fallback xmlns="">
          <p:sp>
            <p:nvSpPr>
              <p:cNvPr id="1048791" name=""/>
              <p:cNvSpPr/>
              <p:nvPr/>
            </p:nvSpPr>
            <p:spPr>
              <a:xfrm>
                <a:off x="2019300" y="5726776"/>
                <a:ext cx="597339" cy="19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792" name="Ink 1048791"/>
              <p14:cNvContentPartPr/>
              <p14:nvPr/>
            </p14:nvContentPartPr>
            <p14:xfrm>
              <a:off x="2764873" y="5898061"/>
              <a:ext cx="537127" cy="797921"/>
            </p14:xfrm>
          </p:contentPart>
        </mc:Choice>
        <mc:Fallback xmlns="">
          <p:sp>
            <p:nvSpPr>
              <p:cNvPr id="1048792" name=""/>
              <p:cNvSpPr/>
              <p:nvPr/>
            </p:nvSpPr>
            <p:spPr>
              <a:xfrm>
                <a:off x="2764873" y="5898061"/>
                <a:ext cx="537127" cy="797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793" name="Ink 1048792"/>
              <p14:cNvContentPartPr/>
              <p14:nvPr/>
            </p14:nvContentPartPr>
            <p14:xfrm>
              <a:off x="3695700" y="5759794"/>
              <a:ext cx="473282" cy="56805"/>
            </p14:xfrm>
          </p:contentPart>
        </mc:Choice>
        <mc:Fallback xmlns="">
          <p:sp>
            <p:nvSpPr>
              <p:cNvPr id="1048793" name=""/>
              <p:cNvSpPr/>
              <p:nvPr/>
            </p:nvSpPr>
            <p:spPr>
              <a:xfrm>
                <a:off x="3695700" y="5759794"/>
                <a:ext cx="473282" cy="56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794" name="Ink 1048793"/>
              <p14:cNvContentPartPr/>
              <p14:nvPr/>
            </p14:nvContentPartPr>
            <p14:xfrm>
              <a:off x="3937000" y="5943451"/>
              <a:ext cx="263762" cy="25549"/>
            </p14:xfrm>
          </p:contentPart>
        </mc:Choice>
        <mc:Fallback xmlns="">
          <p:sp>
            <p:nvSpPr>
              <p:cNvPr id="1048794" name=""/>
              <p:cNvSpPr/>
              <p:nvPr/>
            </p:nvSpPr>
            <p:spPr>
              <a:xfrm>
                <a:off x="3937000" y="5943451"/>
                <a:ext cx="263762" cy="25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795" name="Ink 1048794"/>
              <p14:cNvContentPartPr/>
              <p14:nvPr/>
            </p14:nvContentPartPr>
            <p14:xfrm>
              <a:off x="4654523" y="5499100"/>
              <a:ext cx="207472" cy="688823"/>
            </p14:xfrm>
          </p:contentPart>
        </mc:Choice>
        <mc:Fallback xmlns="">
          <p:sp>
            <p:nvSpPr>
              <p:cNvPr id="1048795" name=""/>
              <p:cNvSpPr/>
              <p:nvPr/>
            </p:nvSpPr>
            <p:spPr>
              <a:xfrm>
                <a:off x="4654523" y="5499100"/>
                <a:ext cx="207472" cy="688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796" name="Ink 1048795"/>
              <p14:cNvContentPartPr/>
              <p14:nvPr/>
            </p14:nvContentPartPr>
            <p14:xfrm>
              <a:off x="4406900" y="5442252"/>
              <a:ext cx="743257" cy="25098"/>
            </p14:xfrm>
          </p:contentPart>
        </mc:Choice>
        <mc:Fallback xmlns="">
          <p:sp>
            <p:nvSpPr>
              <p:cNvPr id="1048796" name=""/>
              <p:cNvSpPr/>
              <p:nvPr/>
            </p:nvSpPr>
            <p:spPr>
              <a:xfrm>
                <a:off x="4406900" y="5442252"/>
                <a:ext cx="743257" cy="25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797" name="Ink 1048796"/>
              <p14:cNvContentPartPr/>
              <p14:nvPr/>
            </p14:nvContentPartPr>
            <p14:xfrm>
              <a:off x="5095947" y="6014316"/>
              <a:ext cx="436553" cy="584924"/>
            </p14:xfrm>
          </p:contentPart>
        </mc:Choice>
        <mc:Fallback xmlns="">
          <p:sp>
            <p:nvSpPr>
              <p:cNvPr id="1048797" name=""/>
              <p:cNvSpPr/>
              <p:nvPr/>
            </p:nvSpPr>
            <p:spPr>
              <a:xfrm>
                <a:off x="5095947" y="6014316"/>
                <a:ext cx="436553" cy="5849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798" name="Ink 1048797"/>
              <p14:cNvContentPartPr/>
              <p14:nvPr/>
            </p14:nvContentPartPr>
            <p14:xfrm>
              <a:off x="5703920" y="5422900"/>
              <a:ext cx="342118" cy="1232325"/>
            </p14:xfrm>
          </p:contentPart>
        </mc:Choice>
        <mc:Fallback xmlns="">
          <p:sp>
            <p:nvSpPr>
              <p:cNvPr id="1048798" name=""/>
              <p:cNvSpPr/>
              <p:nvPr/>
            </p:nvSpPr>
            <p:spPr>
              <a:xfrm>
                <a:off x="5703920" y="5422900"/>
                <a:ext cx="342118" cy="1232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799" name="Ink 1048798"/>
              <p14:cNvContentPartPr/>
              <p14:nvPr/>
            </p14:nvContentPartPr>
            <p14:xfrm>
              <a:off x="5880100" y="5571533"/>
              <a:ext cx="644288" cy="810431"/>
            </p14:xfrm>
          </p:contentPart>
        </mc:Choice>
        <mc:Fallback xmlns="">
          <p:sp>
            <p:nvSpPr>
              <p:cNvPr id="1048799" name=""/>
              <p:cNvSpPr/>
              <p:nvPr/>
            </p:nvSpPr>
            <p:spPr>
              <a:xfrm>
                <a:off x="5880100" y="5571533"/>
                <a:ext cx="644288" cy="810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800" name="Ink 1048799"/>
              <p14:cNvContentPartPr/>
              <p14:nvPr/>
            </p14:nvContentPartPr>
            <p14:xfrm>
              <a:off x="6573962" y="6170866"/>
              <a:ext cx="493960" cy="633160"/>
            </p14:xfrm>
          </p:contentPart>
        </mc:Choice>
        <mc:Fallback xmlns="">
          <p:sp>
            <p:nvSpPr>
              <p:cNvPr id="1048800" name=""/>
              <p:cNvSpPr/>
              <p:nvPr/>
            </p:nvSpPr>
            <p:spPr>
              <a:xfrm>
                <a:off x="6573962" y="6170866"/>
                <a:ext cx="493960" cy="633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801" name="Ink 1048800"/>
              <p14:cNvContentPartPr/>
              <p14:nvPr/>
            </p14:nvContentPartPr>
            <p14:xfrm>
              <a:off x="7219950" y="5664200"/>
              <a:ext cx="87358" cy="757069"/>
            </p14:xfrm>
          </p:contentPart>
        </mc:Choice>
        <mc:Fallback xmlns="">
          <p:sp>
            <p:nvSpPr>
              <p:cNvPr id="1048801" name=""/>
              <p:cNvSpPr/>
              <p:nvPr/>
            </p:nvSpPr>
            <p:spPr>
              <a:xfrm>
                <a:off x="7219950" y="5664200"/>
                <a:ext cx="87358" cy="757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802" name="Ink 1048801"/>
              <p14:cNvContentPartPr/>
              <p14:nvPr/>
            </p14:nvContentPartPr>
            <p14:xfrm>
              <a:off x="6953250" y="5812915"/>
              <a:ext cx="733462" cy="162434"/>
            </p14:xfrm>
          </p:contentPart>
        </mc:Choice>
        <mc:Fallback xmlns="">
          <p:sp>
            <p:nvSpPr>
              <p:cNvPr id="1048802" name=""/>
              <p:cNvSpPr/>
              <p:nvPr/>
            </p:nvSpPr>
            <p:spPr>
              <a:xfrm>
                <a:off x="6953250" y="5812915"/>
                <a:ext cx="733462" cy="162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803" name="Ink 1048802"/>
              <p14:cNvContentPartPr/>
              <p14:nvPr/>
            </p14:nvContentPartPr>
            <p14:xfrm>
              <a:off x="7694109" y="5416637"/>
              <a:ext cx="571619" cy="1006875"/>
            </p14:xfrm>
          </p:contentPart>
        </mc:Choice>
        <mc:Fallback xmlns="">
          <p:sp>
            <p:nvSpPr>
              <p:cNvPr id="1048803" name=""/>
              <p:cNvSpPr/>
              <p:nvPr/>
            </p:nvSpPr>
            <p:spPr>
              <a:xfrm>
                <a:off x="7694109" y="5416637"/>
                <a:ext cx="571619" cy="1006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804" name="Ink 1048803"/>
              <p14:cNvContentPartPr/>
              <p14:nvPr/>
            </p14:nvContentPartPr>
            <p14:xfrm>
              <a:off x="8343828" y="5924550"/>
              <a:ext cx="275807" cy="586808"/>
            </p14:xfrm>
          </p:contentPart>
        </mc:Choice>
        <mc:Fallback xmlns="">
          <p:sp>
            <p:nvSpPr>
              <p:cNvPr id="1048804" name=""/>
              <p:cNvSpPr/>
              <p:nvPr/>
            </p:nvSpPr>
            <p:spPr>
              <a:xfrm>
                <a:off x="8343828" y="5924550"/>
                <a:ext cx="275807" cy="586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805" name="Ink 1048804"/>
              <p14:cNvContentPartPr/>
              <p14:nvPr/>
            </p14:nvContentPartPr>
            <p14:xfrm>
              <a:off x="8839200" y="5372100"/>
              <a:ext cx="328409" cy="1459434"/>
            </p14:xfrm>
          </p:contentPart>
        </mc:Choice>
        <mc:Fallback xmlns="">
          <p:sp>
            <p:nvSpPr>
              <p:cNvPr id="1048805" name=""/>
              <p:cNvSpPr/>
              <p:nvPr/>
            </p:nvSpPr>
            <p:spPr>
              <a:xfrm>
                <a:off x="8839200" y="5372100"/>
                <a:ext cx="328409" cy="1459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806" name="Ink 1048805"/>
              <p14:cNvContentPartPr/>
              <p14:nvPr/>
            </p14:nvContentPartPr>
            <p14:xfrm>
              <a:off x="9615569" y="5632450"/>
              <a:ext cx="30082" cy="790025"/>
            </p14:xfrm>
          </p:contentPart>
        </mc:Choice>
        <mc:Fallback xmlns="">
          <p:sp>
            <p:nvSpPr>
              <p:cNvPr id="1048806" name=""/>
              <p:cNvSpPr/>
              <p:nvPr/>
            </p:nvSpPr>
            <p:spPr>
              <a:xfrm>
                <a:off x="9615569" y="5632450"/>
                <a:ext cx="30082" cy="790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807" name="Ink 1048806"/>
              <p14:cNvContentPartPr/>
              <p14:nvPr/>
            </p14:nvContentPartPr>
            <p14:xfrm>
              <a:off x="9347200" y="5921459"/>
              <a:ext cx="934486" cy="79290"/>
            </p14:xfrm>
          </p:contentPart>
        </mc:Choice>
        <mc:Fallback xmlns="">
          <p:sp>
            <p:nvSpPr>
              <p:cNvPr id="1048807" name=""/>
              <p:cNvSpPr/>
              <p:nvPr/>
            </p:nvSpPr>
            <p:spPr>
              <a:xfrm>
                <a:off x="9347200" y="5921459"/>
                <a:ext cx="934486" cy="79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808" name="Ink 1048807"/>
              <p14:cNvContentPartPr/>
              <p14:nvPr/>
            </p14:nvContentPartPr>
            <p14:xfrm>
              <a:off x="10223500" y="5410200"/>
              <a:ext cx="1019346" cy="964318"/>
            </p14:xfrm>
          </p:contentPart>
        </mc:Choice>
        <mc:Fallback xmlns="">
          <p:sp>
            <p:nvSpPr>
              <p:cNvPr id="1048808" name=""/>
              <p:cNvSpPr/>
              <p:nvPr/>
            </p:nvSpPr>
            <p:spPr>
              <a:xfrm>
                <a:off x="10223500" y="5410200"/>
                <a:ext cx="1019346" cy="964318"/>
              </a:xfrm>
            </p:spPr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Content Placeholder 2"/>
          <p:cNvSpPr>
            <a:spLocks noGrp="1"/>
          </p:cNvSpPr>
          <p:nvPr>
            <p:ph idx="1"/>
          </p:nvPr>
        </p:nvSpPr>
        <p:spPr>
          <a:xfrm>
            <a:off x="1649896" y="357809"/>
            <a:ext cx="9854716" cy="5553413"/>
          </a:xfrm>
        </p:spPr>
        <p:txBody>
          <a:bodyPr/>
          <a:lstStyle/>
          <a:p>
            <a:r>
              <a:rPr lang="en-US" b="1" dirty="0"/>
              <a:t>Shunt Wound DC Generators</a:t>
            </a:r>
          </a:p>
          <a:p>
            <a:r>
              <a:rPr lang="en-US" dirty="0"/>
              <a:t>In these type of DC generators, the </a:t>
            </a:r>
            <a:r>
              <a:rPr lang="en-US" b="1" dirty="0"/>
              <a:t>field windings are connected in parallel with armature conductors</a:t>
            </a:r>
            <a:r>
              <a:rPr lang="en-US" dirty="0"/>
              <a:t>, as shown in the figure below. In shunt wound generators the voltage in the field winding is same as the voltage across the terminal.</a:t>
            </a:r>
          </a:p>
          <a:p>
            <a:r>
              <a:rPr lang="en-US" dirty="0"/>
              <a:t>Here:</a:t>
            </a:r>
          </a:p>
          <a:p>
            <a:r>
              <a:rPr lang="en-US" dirty="0" err="1"/>
              <a:t>R</a:t>
            </a:r>
            <a:r>
              <a:rPr lang="en-US" baseline="-25000" dirty="0" err="1"/>
              <a:t>sh</a:t>
            </a:r>
            <a:r>
              <a:rPr lang="en-US" dirty="0"/>
              <a:t> = Shunt winding resistance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sh</a:t>
            </a:r>
            <a:r>
              <a:rPr lang="en-US" dirty="0"/>
              <a:t> = Current flowing through the shunt field</a:t>
            </a:r>
          </a:p>
          <a:p>
            <a:r>
              <a:rPr lang="en-US" dirty="0"/>
              <a:t>R</a:t>
            </a:r>
            <a:r>
              <a:rPr lang="en-US" baseline="-25000" dirty="0"/>
              <a:t>a</a:t>
            </a:r>
            <a:r>
              <a:rPr lang="en-US" dirty="0"/>
              <a:t> = Armature resistance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a</a:t>
            </a:r>
            <a:r>
              <a:rPr lang="en-US" dirty="0"/>
              <a:t> = Armature current</a:t>
            </a:r>
          </a:p>
          <a:p>
            <a:r>
              <a:rPr lang="en-US" dirty="0"/>
              <a:t>I</a:t>
            </a:r>
            <a:r>
              <a:rPr lang="en-US" baseline="-25000" dirty="0"/>
              <a:t>L</a:t>
            </a:r>
            <a:r>
              <a:rPr lang="en-US" dirty="0"/>
              <a:t> = Load current</a:t>
            </a:r>
          </a:p>
          <a:p>
            <a:r>
              <a:rPr lang="en-US" dirty="0"/>
              <a:t>V = Terminal voltage</a:t>
            </a:r>
          </a:p>
          <a:p>
            <a:r>
              <a:rPr lang="en-US" dirty="0" err="1"/>
              <a:t>E</a:t>
            </a:r>
            <a:r>
              <a:rPr lang="en-US" baseline="-25000" dirty="0" err="1"/>
              <a:t>g</a:t>
            </a:r>
            <a:r>
              <a:rPr lang="en-US" dirty="0"/>
              <a:t> = Generated EMF</a:t>
            </a:r>
          </a:p>
          <a:p>
            <a:endParaRPr lang="en-US" dirty="0"/>
          </a:p>
        </p:txBody>
      </p:sp>
      <p:sp>
        <p:nvSpPr>
          <p:cNvPr id="10488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17</a:t>
            </a:fld>
            <a:endParaRPr lang="en-US"/>
          </a:p>
        </p:txBody>
      </p:sp>
      <p:pic>
        <p:nvPicPr>
          <p:cNvPr id="209717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483" y="2967451"/>
            <a:ext cx="5572571" cy="29437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Content Placeholder 2"/>
          <p:cNvSpPr>
            <a:spLocks noGrp="1"/>
          </p:cNvSpPr>
          <p:nvPr>
            <p:ph idx="1"/>
          </p:nvPr>
        </p:nvSpPr>
        <p:spPr>
          <a:xfrm>
            <a:off x="1709530" y="536713"/>
            <a:ext cx="9795082" cy="5374509"/>
          </a:xfrm>
        </p:spPr>
        <p:txBody>
          <a:bodyPr/>
          <a:lstStyle/>
          <a:p>
            <a:r>
              <a:rPr lang="en-US" dirty="0"/>
              <a:t>Here armature current </a:t>
            </a:r>
            <a:r>
              <a:rPr lang="en-US" dirty="0" err="1"/>
              <a:t>I</a:t>
            </a:r>
            <a:r>
              <a:rPr lang="en-US" baseline="-25000" dirty="0" err="1"/>
              <a:t>a</a:t>
            </a:r>
            <a:r>
              <a:rPr lang="en-US" dirty="0"/>
              <a:t> is dividing in two parts – one is shunt field current </a:t>
            </a:r>
            <a:r>
              <a:rPr lang="en-US" dirty="0" err="1"/>
              <a:t>I</a:t>
            </a:r>
            <a:r>
              <a:rPr lang="en-US" baseline="-25000" dirty="0" err="1"/>
              <a:t>sh</a:t>
            </a:r>
            <a:r>
              <a:rPr lang="en-US" dirty="0"/>
              <a:t>, and another is load current I</a:t>
            </a:r>
            <a:r>
              <a:rPr lang="en-US" baseline="-25000" dirty="0"/>
              <a:t>L</a:t>
            </a:r>
            <a:r>
              <a:rPr lang="en-US" dirty="0"/>
              <a:t>.</a:t>
            </a:r>
          </a:p>
          <a:p>
            <a:r>
              <a:rPr lang="en-US" dirty="0"/>
              <a:t>So,</a:t>
            </a:r>
          </a:p>
          <a:p>
            <a:endParaRPr lang="en-US" dirty="0"/>
          </a:p>
          <a:p>
            <a:r>
              <a:rPr lang="en-US" dirty="0"/>
              <a:t>Shunt field current,</a:t>
            </a:r>
          </a:p>
          <a:p>
            <a:endParaRPr lang="en-US" dirty="0"/>
          </a:p>
          <a:p>
            <a:r>
              <a:rPr lang="en-US" dirty="0"/>
              <a:t>Voltage across the load </a:t>
            </a:r>
          </a:p>
          <a:p>
            <a:endParaRPr lang="en-US" dirty="0"/>
          </a:p>
          <a:p>
            <a:r>
              <a:rPr lang="en-US" dirty="0"/>
              <a:t>Power generated is</a:t>
            </a:r>
          </a:p>
          <a:p>
            <a:endParaRPr lang="en-US" dirty="0"/>
          </a:p>
          <a:p>
            <a:r>
              <a:rPr lang="en-US" dirty="0"/>
              <a:t>Power delivered to the load is,</a:t>
            </a:r>
          </a:p>
          <a:p>
            <a:endParaRPr lang="en-US" dirty="0"/>
          </a:p>
        </p:txBody>
      </p:sp>
      <p:sp>
        <p:nvSpPr>
          <p:cNvPr id="10488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18</a:t>
            </a:fld>
            <a:endParaRPr lang="en-US"/>
          </a:p>
        </p:txBody>
      </p:sp>
      <p:pic>
        <p:nvPicPr>
          <p:cNvPr id="2097173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3271837"/>
            <a:ext cx="1600200" cy="314325"/>
          </a:xfrm>
          <a:prstGeom prst="rect">
            <a:avLst/>
          </a:prstGeom>
        </p:spPr>
      </p:pic>
      <p:grpSp>
        <p:nvGrpSpPr>
          <p:cNvPr id="83" name="Group 1"/>
          <p:cNvGrpSpPr/>
          <p:nvPr/>
        </p:nvGrpSpPr>
        <p:grpSpPr>
          <a:xfrm>
            <a:off x="5102121" y="1471696"/>
            <a:ext cx="1605134" cy="3744200"/>
            <a:chOff x="5102121" y="1471696"/>
            <a:chExt cx="1605134" cy="3744200"/>
          </a:xfrm>
        </p:grpSpPr>
        <p:pic>
          <p:nvPicPr>
            <p:cNvPr id="2097174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2121" y="1471696"/>
              <a:ext cx="1266825" cy="361950"/>
            </a:xfrm>
            <a:prstGeom prst="rect">
              <a:avLst/>
            </a:prstGeom>
          </p:spPr>
        </p:pic>
        <p:pic>
          <p:nvPicPr>
            <p:cNvPr id="2097175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2621" y="2235639"/>
              <a:ext cx="1076325" cy="571500"/>
            </a:xfrm>
            <a:prstGeom prst="rect">
              <a:avLst/>
            </a:prstGeom>
          </p:spPr>
        </p:pic>
        <p:pic>
          <p:nvPicPr>
            <p:cNvPr id="209717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1355" y="3991454"/>
              <a:ext cx="1485900" cy="504825"/>
            </a:xfrm>
            <a:prstGeom prst="rect">
              <a:avLst/>
            </a:prstGeom>
          </p:spPr>
        </p:pic>
        <p:pic>
          <p:nvPicPr>
            <p:cNvPr id="209717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92621" y="4901571"/>
              <a:ext cx="1314450" cy="314325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815" name="Ink 1048814"/>
              <p14:cNvContentPartPr/>
              <p14:nvPr/>
            </p14:nvContentPartPr>
            <p14:xfrm>
              <a:off x="4627079" y="5450581"/>
              <a:ext cx="202980" cy="345238"/>
            </p14:xfrm>
          </p:contentPart>
        </mc:Choice>
        <mc:Fallback xmlns="">
          <p:sp>
            <p:nvSpPr>
              <p:cNvPr id="1048815" name=""/>
              <p:cNvSpPr/>
              <p:nvPr/>
            </p:nvSpPr>
            <p:spPr>
              <a:xfrm>
                <a:off x="4627079" y="5450581"/>
                <a:ext cx="202980" cy="345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816" name="Ink 1048815"/>
              <p14:cNvContentPartPr/>
              <p14:nvPr/>
            </p14:nvContentPartPr>
            <p14:xfrm>
              <a:off x="4638970" y="5442441"/>
              <a:ext cx="214161" cy="25999"/>
            </p14:xfrm>
          </p:contentPart>
        </mc:Choice>
        <mc:Fallback xmlns="">
          <p:sp>
            <p:nvSpPr>
              <p:cNvPr id="1048816" name=""/>
              <p:cNvSpPr/>
              <p:nvPr/>
            </p:nvSpPr>
            <p:spPr>
              <a:xfrm>
                <a:off x="4638970" y="5442441"/>
                <a:ext cx="214161" cy="25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817" name="Ink 1048816"/>
              <p14:cNvContentPartPr/>
              <p14:nvPr/>
            </p14:nvContentPartPr>
            <p14:xfrm>
              <a:off x="4650877" y="5578573"/>
              <a:ext cx="163637" cy="17649"/>
            </p14:xfrm>
          </p:contentPart>
        </mc:Choice>
        <mc:Fallback xmlns="">
          <p:sp>
            <p:nvSpPr>
              <p:cNvPr id="1048817" name=""/>
              <p:cNvSpPr/>
              <p:nvPr/>
            </p:nvSpPr>
            <p:spPr>
              <a:xfrm>
                <a:off x="4650877" y="5578573"/>
                <a:ext cx="163637" cy="17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818" name="Ink 1048817"/>
              <p14:cNvContentPartPr/>
              <p14:nvPr/>
            </p14:nvContentPartPr>
            <p14:xfrm>
              <a:off x="4907885" y="5656103"/>
              <a:ext cx="129945" cy="296616"/>
            </p14:xfrm>
          </p:contentPart>
        </mc:Choice>
        <mc:Fallback xmlns="">
          <p:sp>
            <p:nvSpPr>
              <p:cNvPr id="1048818" name=""/>
              <p:cNvSpPr/>
              <p:nvPr/>
            </p:nvSpPr>
            <p:spPr>
              <a:xfrm>
                <a:off x="4907885" y="5656103"/>
                <a:ext cx="129945" cy="296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819" name="Ink 1048818"/>
              <p14:cNvContentPartPr/>
              <p14:nvPr/>
            </p14:nvContentPartPr>
            <p14:xfrm>
              <a:off x="5201541" y="5639417"/>
              <a:ext cx="219051" cy="13570"/>
            </p14:xfrm>
          </p:contentPart>
        </mc:Choice>
        <mc:Fallback xmlns="">
          <p:sp>
            <p:nvSpPr>
              <p:cNvPr id="1048819" name=""/>
              <p:cNvSpPr/>
              <p:nvPr/>
            </p:nvSpPr>
            <p:spPr>
              <a:xfrm>
                <a:off x="5201541" y="5639417"/>
                <a:ext cx="219051" cy="13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820" name="Ink 1048819"/>
              <p14:cNvContentPartPr/>
              <p14:nvPr/>
            </p14:nvContentPartPr>
            <p14:xfrm>
              <a:off x="5450807" y="5441651"/>
              <a:ext cx="211280" cy="341441"/>
            </p14:xfrm>
          </p:contentPart>
        </mc:Choice>
        <mc:Fallback xmlns="">
          <p:sp>
            <p:nvSpPr>
              <p:cNvPr id="1048820" name=""/>
              <p:cNvSpPr/>
              <p:nvPr/>
            </p:nvSpPr>
            <p:spPr>
              <a:xfrm>
                <a:off x="5450807" y="5441651"/>
                <a:ext cx="211280" cy="341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821" name="Ink 1048820"/>
              <p14:cNvContentPartPr/>
              <p14:nvPr/>
            </p14:nvContentPartPr>
            <p14:xfrm>
              <a:off x="5445619" y="5442593"/>
              <a:ext cx="345524" cy="15958"/>
            </p14:xfrm>
          </p:contentPart>
        </mc:Choice>
        <mc:Fallback xmlns="">
          <p:sp>
            <p:nvSpPr>
              <p:cNvPr id="1048821" name=""/>
              <p:cNvSpPr/>
              <p:nvPr/>
            </p:nvSpPr>
            <p:spPr>
              <a:xfrm>
                <a:off x="5445619" y="5442593"/>
                <a:ext cx="345524" cy="15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822" name="Ink 1048821"/>
              <p14:cNvContentPartPr/>
              <p14:nvPr/>
            </p14:nvContentPartPr>
            <p14:xfrm>
              <a:off x="5668424" y="5687398"/>
              <a:ext cx="243242" cy="268771"/>
            </p14:xfrm>
          </p:contentPart>
        </mc:Choice>
        <mc:Fallback xmlns="">
          <p:sp>
            <p:nvSpPr>
              <p:cNvPr id="1048822" name=""/>
              <p:cNvSpPr/>
              <p:nvPr/>
            </p:nvSpPr>
            <p:spPr>
              <a:xfrm>
                <a:off x="5668424" y="5687398"/>
                <a:ext cx="243242" cy="268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823" name="Ink 1048822"/>
              <p14:cNvContentPartPr/>
              <p14:nvPr/>
            </p14:nvContentPartPr>
            <p14:xfrm>
              <a:off x="5965009" y="5406152"/>
              <a:ext cx="227137" cy="390794"/>
            </p14:xfrm>
          </p:contentPart>
        </mc:Choice>
        <mc:Fallback xmlns="">
          <p:sp>
            <p:nvSpPr>
              <p:cNvPr id="1048823" name=""/>
              <p:cNvSpPr/>
              <p:nvPr/>
            </p:nvSpPr>
            <p:spPr>
              <a:xfrm>
                <a:off x="5965009" y="5406152"/>
                <a:ext cx="227137" cy="3907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824" name="Ink 1048823"/>
              <p14:cNvContentPartPr/>
              <p14:nvPr/>
            </p14:nvContentPartPr>
            <p14:xfrm>
              <a:off x="6241630" y="5581374"/>
              <a:ext cx="259746" cy="271241"/>
            </p14:xfrm>
          </p:contentPart>
        </mc:Choice>
        <mc:Fallback xmlns="">
          <p:sp>
            <p:nvSpPr>
              <p:cNvPr id="1048824" name=""/>
              <p:cNvSpPr/>
              <p:nvPr/>
            </p:nvSpPr>
            <p:spPr>
              <a:xfrm>
                <a:off x="6241630" y="5581374"/>
                <a:ext cx="259746" cy="2712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825" name="Ink 1048824"/>
              <p14:cNvContentPartPr/>
              <p14:nvPr/>
            </p14:nvContentPartPr>
            <p14:xfrm>
              <a:off x="6594572" y="5533914"/>
              <a:ext cx="244357" cy="22299"/>
            </p14:xfrm>
          </p:contentPart>
        </mc:Choice>
        <mc:Fallback xmlns="">
          <p:sp>
            <p:nvSpPr>
              <p:cNvPr id="1048825" name=""/>
              <p:cNvSpPr/>
              <p:nvPr/>
            </p:nvSpPr>
            <p:spPr>
              <a:xfrm>
                <a:off x="6594572" y="5533914"/>
                <a:ext cx="244357" cy="222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826" name="Ink 1048825"/>
              <p14:cNvContentPartPr/>
              <p14:nvPr/>
            </p14:nvContentPartPr>
            <p14:xfrm>
              <a:off x="6948783" y="5376167"/>
              <a:ext cx="335785" cy="376017"/>
            </p14:xfrm>
          </p:contentPart>
        </mc:Choice>
        <mc:Fallback xmlns="">
          <p:sp>
            <p:nvSpPr>
              <p:cNvPr id="1048826" name=""/>
              <p:cNvSpPr/>
              <p:nvPr/>
            </p:nvSpPr>
            <p:spPr>
              <a:xfrm>
                <a:off x="6948783" y="5376167"/>
                <a:ext cx="335785" cy="376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827" name="Ink 1048826"/>
              <p14:cNvContentPartPr/>
              <p14:nvPr/>
            </p14:nvContentPartPr>
            <p14:xfrm>
              <a:off x="7422056" y="5511451"/>
              <a:ext cx="211017" cy="46286"/>
            </p14:xfrm>
          </p:contentPart>
        </mc:Choice>
        <mc:Fallback xmlns="">
          <p:sp>
            <p:nvSpPr>
              <p:cNvPr id="1048827" name=""/>
              <p:cNvSpPr/>
              <p:nvPr/>
            </p:nvSpPr>
            <p:spPr>
              <a:xfrm>
                <a:off x="7422056" y="5511451"/>
                <a:ext cx="211017" cy="46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828" name="Ink 1048827"/>
              <p14:cNvContentPartPr/>
              <p14:nvPr/>
            </p14:nvContentPartPr>
            <p14:xfrm>
              <a:off x="7353595" y="5645792"/>
              <a:ext cx="298564" cy="51844"/>
            </p14:xfrm>
          </p:contentPart>
        </mc:Choice>
        <mc:Fallback xmlns="">
          <p:sp>
            <p:nvSpPr>
              <p:cNvPr id="1048828" name=""/>
              <p:cNvSpPr/>
              <p:nvPr/>
            </p:nvSpPr>
            <p:spPr>
              <a:xfrm>
                <a:off x="7353595" y="5645792"/>
                <a:ext cx="298564" cy="51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829" name="Ink 1048828"/>
              <p14:cNvContentPartPr/>
              <p14:nvPr/>
            </p14:nvContentPartPr>
            <p14:xfrm>
              <a:off x="7751628" y="5360508"/>
              <a:ext cx="234583" cy="347409"/>
            </p14:xfrm>
          </p:contentPart>
        </mc:Choice>
        <mc:Fallback xmlns="">
          <p:sp>
            <p:nvSpPr>
              <p:cNvPr id="1048829" name=""/>
              <p:cNvSpPr/>
              <p:nvPr/>
            </p:nvSpPr>
            <p:spPr>
              <a:xfrm>
                <a:off x="7751628" y="5360508"/>
                <a:ext cx="234583" cy="347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830" name="Ink 1048829"/>
              <p14:cNvContentPartPr/>
              <p14:nvPr/>
            </p14:nvContentPartPr>
            <p14:xfrm>
              <a:off x="7207609" y="4423667"/>
              <a:ext cx="288479" cy="483456"/>
            </p14:xfrm>
          </p:contentPart>
        </mc:Choice>
        <mc:Fallback xmlns="">
          <p:sp>
            <p:nvSpPr>
              <p:cNvPr id="1048830" name=""/>
              <p:cNvSpPr/>
              <p:nvPr/>
            </p:nvSpPr>
            <p:spPr>
              <a:xfrm>
                <a:off x="7207609" y="4423667"/>
                <a:ext cx="288479" cy="483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831" name="Ink 1048830"/>
              <p14:cNvContentPartPr/>
              <p14:nvPr/>
            </p14:nvContentPartPr>
            <p14:xfrm>
              <a:off x="7216673" y="4447480"/>
              <a:ext cx="414420" cy="75042"/>
            </p14:xfrm>
          </p:contentPart>
        </mc:Choice>
        <mc:Fallback xmlns="">
          <p:sp>
            <p:nvSpPr>
              <p:cNvPr id="1048831" name=""/>
              <p:cNvSpPr/>
              <p:nvPr/>
            </p:nvSpPr>
            <p:spPr>
              <a:xfrm>
                <a:off x="7216673" y="4447480"/>
                <a:ext cx="414420" cy="75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832" name="Ink 1048831"/>
              <p14:cNvContentPartPr/>
              <p14:nvPr/>
            </p14:nvContentPartPr>
            <p14:xfrm>
              <a:off x="7567569" y="4893122"/>
              <a:ext cx="251354" cy="125400"/>
            </p14:xfrm>
          </p:contentPart>
        </mc:Choice>
        <mc:Fallback xmlns="">
          <p:sp>
            <p:nvSpPr>
              <p:cNvPr id="1048832" name=""/>
              <p:cNvSpPr/>
              <p:nvPr/>
            </p:nvSpPr>
            <p:spPr>
              <a:xfrm>
                <a:off x="7567569" y="4893122"/>
                <a:ext cx="251354" cy="125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833" name="Ink 1048832"/>
              <p14:cNvContentPartPr/>
              <p14:nvPr/>
            </p14:nvContentPartPr>
            <p14:xfrm>
              <a:off x="7987603" y="4670722"/>
              <a:ext cx="129987" cy="16018"/>
            </p14:xfrm>
          </p:contentPart>
        </mc:Choice>
        <mc:Fallback xmlns="">
          <p:sp>
            <p:nvSpPr>
              <p:cNvPr id="1048833" name=""/>
              <p:cNvSpPr/>
              <p:nvPr/>
            </p:nvSpPr>
            <p:spPr>
              <a:xfrm>
                <a:off x="7987603" y="4670722"/>
                <a:ext cx="129987" cy="16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834" name="Ink 1048833"/>
              <p14:cNvContentPartPr/>
              <p14:nvPr/>
            </p14:nvContentPartPr>
            <p14:xfrm>
              <a:off x="7928072" y="4915715"/>
              <a:ext cx="254926" cy="16945"/>
            </p14:xfrm>
          </p:contentPart>
        </mc:Choice>
        <mc:Fallback xmlns="">
          <p:sp>
            <p:nvSpPr>
              <p:cNvPr id="1048834" name=""/>
              <p:cNvSpPr/>
              <p:nvPr/>
            </p:nvSpPr>
            <p:spPr>
              <a:xfrm>
                <a:off x="7928072" y="4915715"/>
                <a:ext cx="254926" cy="16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835" name="Ink 1048834"/>
              <p14:cNvContentPartPr/>
              <p14:nvPr/>
            </p14:nvContentPartPr>
            <p14:xfrm>
              <a:off x="8298542" y="4578449"/>
              <a:ext cx="294343" cy="420008"/>
            </p14:xfrm>
          </p:contentPart>
        </mc:Choice>
        <mc:Fallback xmlns="">
          <p:sp>
            <p:nvSpPr>
              <p:cNvPr id="1048835" name=""/>
              <p:cNvSpPr/>
              <p:nvPr/>
            </p:nvSpPr>
            <p:spPr>
              <a:xfrm>
                <a:off x="8298542" y="4578449"/>
                <a:ext cx="294343" cy="420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836" name="Ink 1048835"/>
              <p14:cNvContentPartPr/>
              <p14:nvPr/>
            </p14:nvContentPartPr>
            <p14:xfrm>
              <a:off x="8261446" y="4620120"/>
              <a:ext cx="329112" cy="11187"/>
            </p14:xfrm>
          </p:contentPart>
        </mc:Choice>
        <mc:Fallback xmlns="">
          <p:sp>
            <p:nvSpPr>
              <p:cNvPr id="1048836" name=""/>
              <p:cNvSpPr/>
              <p:nvPr/>
            </p:nvSpPr>
            <p:spPr>
              <a:xfrm>
                <a:off x="8261446" y="4620120"/>
                <a:ext cx="329112" cy="11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837" name="Ink 1048836"/>
              <p14:cNvContentPartPr/>
              <p14:nvPr/>
            </p14:nvContentPartPr>
            <p14:xfrm>
              <a:off x="8601826" y="4945803"/>
              <a:ext cx="210283" cy="180810"/>
            </p14:xfrm>
          </p:contentPart>
        </mc:Choice>
        <mc:Fallback xmlns="">
          <p:sp>
            <p:nvSpPr>
              <p:cNvPr id="1048837" name=""/>
              <p:cNvSpPr/>
              <p:nvPr/>
            </p:nvSpPr>
            <p:spPr>
              <a:xfrm>
                <a:off x="8601826" y="4945803"/>
                <a:ext cx="210283" cy="180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838" name="Ink 1048837"/>
              <p14:cNvContentPartPr/>
              <p14:nvPr/>
            </p14:nvContentPartPr>
            <p14:xfrm>
              <a:off x="8842373" y="4917777"/>
              <a:ext cx="224288" cy="237437"/>
            </p14:xfrm>
          </p:contentPart>
        </mc:Choice>
        <mc:Fallback xmlns="">
          <p:sp>
            <p:nvSpPr>
              <p:cNvPr id="1048838" name=""/>
              <p:cNvSpPr/>
              <p:nvPr/>
            </p:nvSpPr>
            <p:spPr>
              <a:xfrm>
                <a:off x="8842373" y="4917777"/>
                <a:ext cx="224288" cy="2374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839" name="Ink 1048838"/>
              <p14:cNvContentPartPr/>
              <p14:nvPr/>
            </p14:nvContentPartPr>
            <p14:xfrm>
              <a:off x="9131412" y="4712394"/>
              <a:ext cx="73604" cy="296726"/>
            </p14:xfrm>
          </p:contentPart>
        </mc:Choice>
        <mc:Fallback xmlns="">
          <p:sp>
            <p:nvSpPr>
              <p:cNvPr id="1048839" name=""/>
              <p:cNvSpPr/>
              <p:nvPr/>
            </p:nvSpPr>
            <p:spPr>
              <a:xfrm>
                <a:off x="9131412" y="4712394"/>
                <a:ext cx="73604" cy="296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840" name="Ink 1048839"/>
              <p14:cNvContentPartPr/>
              <p14:nvPr/>
            </p14:nvContentPartPr>
            <p14:xfrm>
              <a:off x="9056188" y="4813117"/>
              <a:ext cx="249674" cy="15363"/>
            </p14:xfrm>
          </p:contentPart>
        </mc:Choice>
        <mc:Fallback xmlns="">
          <p:sp>
            <p:nvSpPr>
              <p:cNvPr id="1048840" name=""/>
              <p:cNvSpPr/>
              <p:nvPr/>
            </p:nvSpPr>
            <p:spPr>
              <a:xfrm>
                <a:off x="9056188" y="4813117"/>
                <a:ext cx="249674" cy="153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841" name="Ink 1048840"/>
              <p14:cNvContentPartPr/>
              <p14:nvPr/>
            </p14:nvContentPartPr>
            <p14:xfrm>
              <a:off x="9376950" y="4629050"/>
              <a:ext cx="227216" cy="333381"/>
            </p14:xfrm>
          </p:contentPart>
        </mc:Choice>
        <mc:Fallback xmlns="">
          <p:sp>
            <p:nvSpPr>
              <p:cNvPr id="1048841" name=""/>
              <p:cNvSpPr/>
              <p:nvPr/>
            </p:nvSpPr>
            <p:spPr>
              <a:xfrm>
                <a:off x="9376950" y="4629050"/>
                <a:ext cx="227216" cy="333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842" name="Ink 1048841"/>
              <p14:cNvContentPartPr/>
              <p14:nvPr/>
            </p14:nvContentPartPr>
            <p14:xfrm>
              <a:off x="9350867" y="4623303"/>
              <a:ext cx="267758" cy="8448"/>
            </p14:xfrm>
          </p:contentPart>
        </mc:Choice>
        <mc:Fallback xmlns="">
          <p:sp>
            <p:nvSpPr>
              <p:cNvPr id="1048842" name=""/>
              <p:cNvSpPr/>
              <p:nvPr/>
            </p:nvSpPr>
            <p:spPr>
              <a:xfrm>
                <a:off x="9350867" y="4623303"/>
                <a:ext cx="267758" cy="8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843" name="Ink 1048842"/>
              <p14:cNvContentPartPr/>
              <p14:nvPr/>
            </p14:nvContentPartPr>
            <p14:xfrm>
              <a:off x="9566883" y="4843363"/>
              <a:ext cx="129236" cy="326924"/>
            </p14:xfrm>
          </p:contentPart>
        </mc:Choice>
        <mc:Fallback xmlns="">
          <p:sp>
            <p:nvSpPr>
              <p:cNvPr id="1048843" name=""/>
              <p:cNvSpPr/>
              <p:nvPr/>
            </p:nvSpPr>
            <p:spPr>
              <a:xfrm>
                <a:off x="9566883" y="4843363"/>
                <a:ext cx="129236" cy="326924"/>
              </a:xfrm>
            </p:spPr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Content Placeholder 2"/>
          <p:cNvSpPr>
            <a:spLocks noGrp="1"/>
          </p:cNvSpPr>
          <p:nvPr>
            <p:ph idx="1"/>
          </p:nvPr>
        </p:nvSpPr>
        <p:spPr>
          <a:xfrm>
            <a:off x="1749287" y="496957"/>
            <a:ext cx="9899374" cy="5414265"/>
          </a:xfrm>
        </p:spPr>
        <p:txBody>
          <a:bodyPr/>
          <a:lstStyle/>
          <a:p>
            <a:r>
              <a:rPr lang="en-US" b="1" dirty="0"/>
              <a:t>Compound Wound DC Generator</a:t>
            </a:r>
          </a:p>
          <a:p>
            <a:r>
              <a:rPr lang="en-US" dirty="0"/>
              <a:t>This type of DC generators may be of two types- short shunt compound-wound generator and long shunt compound-wound generator.</a:t>
            </a:r>
          </a:p>
          <a:p>
            <a:pPr marL="0" indent="0">
              <a:buNone/>
            </a:pPr>
            <a:r>
              <a:rPr lang="en-US" b="1" dirty="0"/>
              <a:t>Short Shunt Compound Wound DC Generator</a:t>
            </a:r>
          </a:p>
          <a:p>
            <a:r>
              <a:rPr lang="en-US" dirty="0"/>
              <a:t>Short Shunt Compound Wound DC Generators are generators </a:t>
            </a:r>
            <a:r>
              <a:rPr lang="en-US" b="1" dirty="0"/>
              <a:t>where only the shunt field winding is in parallel with the armature winding</a:t>
            </a:r>
            <a:r>
              <a:rPr lang="en-US" dirty="0"/>
              <a:t>, as shown in the figure below.</a:t>
            </a:r>
          </a:p>
          <a:p>
            <a:endParaRPr lang="en-US" dirty="0"/>
          </a:p>
        </p:txBody>
      </p:sp>
      <p:sp>
        <p:nvSpPr>
          <p:cNvPr id="10488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4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19</a:t>
            </a:fld>
            <a:endParaRPr lang="en-US"/>
          </a:p>
        </p:txBody>
      </p:sp>
      <p:pic>
        <p:nvPicPr>
          <p:cNvPr id="209717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213" y="2884069"/>
            <a:ext cx="5951675" cy="32463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Content Placeholder 2"/>
          <p:cNvSpPr>
            <a:spLocks noGrp="1"/>
          </p:cNvSpPr>
          <p:nvPr>
            <p:ph idx="1"/>
          </p:nvPr>
        </p:nvSpPr>
        <p:spPr>
          <a:xfrm>
            <a:off x="1729409" y="616226"/>
            <a:ext cx="9775203" cy="5294996"/>
          </a:xfrm>
        </p:spPr>
        <p:txBody>
          <a:bodyPr/>
          <a:lstStyle/>
          <a:p>
            <a:r>
              <a:rPr lang="en-US" dirty="0"/>
              <a:t>Series Field current is,</a:t>
            </a:r>
          </a:p>
          <a:p>
            <a:endParaRPr lang="en-US" dirty="0"/>
          </a:p>
          <a:p>
            <a:r>
              <a:rPr lang="en-US" dirty="0"/>
              <a:t>Shunt field current is,</a:t>
            </a:r>
          </a:p>
          <a:p>
            <a:endParaRPr lang="en-US" dirty="0"/>
          </a:p>
          <a:p>
            <a:r>
              <a:rPr lang="en-US" dirty="0"/>
              <a:t>Armature current is,</a:t>
            </a:r>
          </a:p>
          <a:p>
            <a:endParaRPr lang="en-US" dirty="0"/>
          </a:p>
          <a:p>
            <a:r>
              <a:rPr lang="en-US" dirty="0"/>
              <a:t>Voltage across the load is,</a:t>
            </a:r>
          </a:p>
          <a:p>
            <a:endParaRPr lang="en-US" dirty="0"/>
          </a:p>
          <a:p>
            <a:r>
              <a:rPr lang="en-US" dirty="0"/>
              <a:t>Power generated is,</a:t>
            </a:r>
          </a:p>
          <a:p>
            <a:endParaRPr lang="en-US" dirty="0"/>
          </a:p>
          <a:p>
            <a:r>
              <a:rPr lang="en-US" dirty="0"/>
              <a:t>Power delivered to load is,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8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4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20</a:t>
            </a:fld>
            <a:endParaRPr lang="en-US"/>
          </a:p>
        </p:txBody>
      </p:sp>
      <p:grpSp>
        <p:nvGrpSpPr>
          <p:cNvPr id="86" name="Group 1"/>
          <p:cNvGrpSpPr/>
          <p:nvPr/>
        </p:nvGrpSpPr>
        <p:grpSpPr>
          <a:xfrm>
            <a:off x="4649123" y="787782"/>
            <a:ext cx="2619375" cy="4401896"/>
            <a:chOff x="4427054" y="1033844"/>
            <a:chExt cx="2619375" cy="4401896"/>
          </a:xfrm>
        </p:grpSpPr>
        <p:pic>
          <p:nvPicPr>
            <p:cNvPr id="2097179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054" y="1033844"/>
              <a:ext cx="952500" cy="238125"/>
            </a:xfrm>
            <a:prstGeom prst="rect">
              <a:avLst/>
            </a:prstGeom>
          </p:spPr>
        </p:pic>
        <p:pic>
          <p:nvPicPr>
            <p:cNvPr id="2097180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3873" y="1689587"/>
              <a:ext cx="1838325" cy="704850"/>
            </a:xfrm>
            <a:prstGeom prst="rect">
              <a:avLst/>
            </a:prstGeom>
          </p:spPr>
        </p:pic>
        <p:pic>
          <p:nvPicPr>
            <p:cNvPr id="2097181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9466" y="2573930"/>
              <a:ext cx="1400175" cy="476250"/>
            </a:xfrm>
            <a:prstGeom prst="rect">
              <a:avLst/>
            </a:prstGeom>
          </p:spPr>
        </p:pic>
        <p:pic>
          <p:nvPicPr>
            <p:cNvPr id="2097182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3304" y="3381304"/>
              <a:ext cx="2143125" cy="514350"/>
            </a:xfrm>
            <a:prstGeom prst="rect">
              <a:avLst/>
            </a:prstGeom>
          </p:spPr>
        </p:pic>
        <p:pic>
          <p:nvPicPr>
            <p:cNvPr id="2097183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26360" y="4226778"/>
              <a:ext cx="1390650" cy="285750"/>
            </a:xfrm>
            <a:prstGeom prst="rect">
              <a:avLst/>
            </a:prstGeom>
          </p:spPr>
        </p:pic>
        <p:pic>
          <p:nvPicPr>
            <p:cNvPr id="2097184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26360" y="5159515"/>
              <a:ext cx="1104900" cy="2762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Content Placeholder 2"/>
          <p:cNvSpPr>
            <a:spLocks noGrp="1"/>
          </p:cNvSpPr>
          <p:nvPr>
            <p:ph idx="1"/>
          </p:nvPr>
        </p:nvSpPr>
        <p:spPr>
          <a:xfrm>
            <a:off x="1610139" y="496957"/>
            <a:ext cx="9894473" cy="541426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Long Shunt Compound Wound DC Generator</a:t>
            </a:r>
          </a:p>
          <a:p>
            <a:r>
              <a:rPr lang="en-US" dirty="0"/>
              <a:t>Long Shunt Compound Wound DC Generator are generators where the </a:t>
            </a:r>
            <a:r>
              <a:rPr lang="en-US" b="1" dirty="0"/>
              <a:t>shunt field winding is in parallel with both series field and armature winding</a:t>
            </a:r>
            <a:r>
              <a:rPr lang="en-US" dirty="0"/>
              <a:t>, as shown in the figure below.</a:t>
            </a:r>
          </a:p>
          <a:p>
            <a:endParaRPr lang="en-US" dirty="0"/>
          </a:p>
        </p:txBody>
      </p:sp>
      <p:sp>
        <p:nvSpPr>
          <p:cNvPr id="10488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21</a:t>
            </a:fld>
            <a:endParaRPr lang="en-US"/>
          </a:p>
        </p:txBody>
      </p:sp>
      <p:pic>
        <p:nvPicPr>
          <p:cNvPr id="209718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84" y="1880358"/>
            <a:ext cx="7311236" cy="3773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Content Placeholder 2"/>
          <p:cNvSpPr>
            <a:spLocks noGrp="1"/>
          </p:cNvSpPr>
          <p:nvPr>
            <p:ph idx="1"/>
          </p:nvPr>
        </p:nvSpPr>
        <p:spPr>
          <a:xfrm>
            <a:off x="1630017" y="477078"/>
            <a:ext cx="9874595" cy="5434144"/>
          </a:xfrm>
        </p:spPr>
        <p:txBody>
          <a:bodyPr/>
          <a:lstStyle/>
          <a:p>
            <a:r>
              <a:rPr lang="en-US" dirty="0"/>
              <a:t>Shunt field current,</a:t>
            </a:r>
          </a:p>
          <a:p>
            <a:endParaRPr lang="en-US" dirty="0"/>
          </a:p>
          <a:p>
            <a:r>
              <a:rPr lang="en-US" dirty="0"/>
              <a:t>Armature current,</a:t>
            </a:r>
          </a:p>
          <a:p>
            <a:endParaRPr lang="en-US" dirty="0"/>
          </a:p>
          <a:p>
            <a:r>
              <a:rPr lang="en-US" dirty="0"/>
              <a:t>Voltage across the load is,</a:t>
            </a:r>
          </a:p>
          <a:p>
            <a:endParaRPr lang="en-US" dirty="0"/>
          </a:p>
          <a:p>
            <a:r>
              <a:rPr lang="en-US" dirty="0"/>
              <a:t>Power generated is,</a:t>
            </a:r>
          </a:p>
          <a:p>
            <a:endParaRPr lang="en-US" dirty="0"/>
          </a:p>
          <a:p>
            <a:r>
              <a:rPr lang="en-US" dirty="0"/>
              <a:t>Power delivered is,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8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5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22</a:t>
            </a:fld>
            <a:endParaRPr lang="en-US"/>
          </a:p>
        </p:txBody>
      </p:sp>
      <p:grpSp>
        <p:nvGrpSpPr>
          <p:cNvPr id="89" name="Group 1"/>
          <p:cNvGrpSpPr/>
          <p:nvPr/>
        </p:nvGrpSpPr>
        <p:grpSpPr>
          <a:xfrm>
            <a:off x="4279829" y="632452"/>
            <a:ext cx="4857750" cy="3797595"/>
            <a:chOff x="4279829" y="632452"/>
            <a:chExt cx="4857750" cy="3797595"/>
          </a:xfrm>
        </p:grpSpPr>
        <p:pic>
          <p:nvPicPr>
            <p:cNvPr id="209718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38363" y="632452"/>
              <a:ext cx="1076325" cy="628650"/>
            </a:xfrm>
            <a:prstGeom prst="rect">
              <a:avLst/>
            </a:prstGeom>
          </p:spPr>
        </p:pic>
        <p:pic>
          <p:nvPicPr>
            <p:cNvPr id="209718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2024" y="1681339"/>
              <a:ext cx="1419225" cy="438150"/>
            </a:xfrm>
            <a:prstGeom prst="rect">
              <a:avLst/>
            </a:prstGeom>
          </p:spPr>
        </p:pic>
        <p:pic>
          <p:nvPicPr>
            <p:cNvPr id="209718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9829" y="2598284"/>
              <a:ext cx="4857750" cy="323850"/>
            </a:xfrm>
            <a:prstGeom prst="rect">
              <a:avLst/>
            </a:prstGeom>
          </p:spPr>
        </p:pic>
        <p:pic>
          <p:nvPicPr>
            <p:cNvPr id="209718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1637" y="3214687"/>
              <a:ext cx="1228725" cy="428625"/>
            </a:xfrm>
            <a:prstGeom prst="rect">
              <a:avLst/>
            </a:prstGeom>
          </p:spPr>
        </p:pic>
        <p:pic>
          <p:nvPicPr>
            <p:cNvPr id="209719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94254" y="4039522"/>
              <a:ext cx="1314450" cy="390525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856" name="Ink 1048855"/>
              <p14:cNvContentPartPr/>
              <p14:nvPr/>
            </p14:nvContentPartPr>
            <p14:xfrm>
              <a:off x="4391738" y="4668141"/>
              <a:ext cx="219394" cy="373687"/>
            </p14:xfrm>
          </p:contentPart>
        </mc:Choice>
        <mc:Fallback xmlns="">
          <p:sp>
            <p:nvSpPr>
              <p:cNvPr id="1048856" name=""/>
              <p:cNvSpPr/>
              <p:nvPr/>
            </p:nvSpPr>
            <p:spPr>
              <a:xfrm>
                <a:off x="4391738" y="4668141"/>
                <a:ext cx="219394" cy="373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857" name="Ink 1048856"/>
              <p14:cNvContentPartPr/>
              <p14:nvPr/>
            </p14:nvContentPartPr>
            <p14:xfrm>
              <a:off x="4397570" y="4709813"/>
              <a:ext cx="213568" cy="9947"/>
            </p14:xfrm>
          </p:contentPart>
        </mc:Choice>
        <mc:Fallback xmlns="">
          <p:sp>
            <p:nvSpPr>
              <p:cNvPr id="1048857" name=""/>
              <p:cNvSpPr/>
              <p:nvPr/>
            </p:nvSpPr>
            <p:spPr>
              <a:xfrm>
                <a:off x="4397570" y="4709813"/>
                <a:ext cx="213568" cy="9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858" name="Ink 1048857"/>
              <p14:cNvContentPartPr/>
              <p14:nvPr/>
            </p14:nvContentPartPr>
            <p14:xfrm>
              <a:off x="4376734" y="4882454"/>
              <a:ext cx="188044" cy="9396"/>
            </p14:xfrm>
          </p:contentPart>
        </mc:Choice>
        <mc:Fallback xmlns="">
          <p:sp>
            <p:nvSpPr>
              <p:cNvPr id="1048858" name=""/>
              <p:cNvSpPr/>
              <p:nvPr/>
            </p:nvSpPr>
            <p:spPr>
              <a:xfrm>
                <a:off x="4376734" y="4882454"/>
                <a:ext cx="188044" cy="9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859" name="Ink 1048858"/>
              <p14:cNvContentPartPr/>
              <p14:nvPr/>
            </p14:nvContentPartPr>
            <p14:xfrm>
              <a:off x="4709936" y="4945590"/>
              <a:ext cx="124850" cy="405848"/>
            </p14:xfrm>
          </p:contentPart>
        </mc:Choice>
        <mc:Fallback xmlns="">
          <p:sp>
            <p:nvSpPr>
              <p:cNvPr id="1048859" name=""/>
              <p:cNvSpPr/>
              <p:nvPr/>
            </p:nvSpPr>
            <p:spPr>
              <a:xfrm>
                <a:off x="4709936" y="4945590"/>
                <a:ext cx="124850" cy="4058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860" name="Ink 1048859"/>
              <p14:cNvContentPartPr/>
              <p14:nvPr/>
            </p14:nvContentPartPr>
            <p14:xfrm>
              <a:off x="5076226" y="4886581"/>
              <a:ext cx="209347" cy="13732"/>
            </p14:xfrm>
          </p:contentPart>
        </mc:Choice>
        <mc:Fallback xmlns="">
          <p:sp>
            <p:nvSpPr>
              <p:cNvPr id="1048860" name=""/>
              <p:cNvSpPr/>
              <p:nvPr/>
            </p:nvSpPr>
            <p:spPr>
              <a:xfrm>
                <a:off x="5076226" y="4886581"/>
                <a:ext cx="209347" cy="13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861" name="Ink 1048860"/>
              <p14:cNvContentPartPr/>
              <p14:nvPr/>
            </p14:nvContentPartPr>
            <p14:xfrm>
              <a:off x="5518148" y="4730649"/>
              <a:ext cx="58140" cy="303626"/>
            </p14:xfrm>
          </p:contentPart>
        </mc:Choice>
        <mc:Fallback xmlns="">
          <p:sp>
            <p:nvSpPr>
              <p:cNvPr id="1048861" name=""/>
              <p:cNvSpPr/>
              <p:nvPr/>
            </p:nvSpPr>
            <p:spPr>
              <a:xfrm>
                <a:off x="5518148" y="4730649"/>
                <a:ext cx="58140" cy="303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862" name="Ink 1048861"/>
              <p14:cNvContentPartPr/>
              <p14:nvPr/>
            </p14:nvContentPartPr>
            <p14:xfrm>
              <a:off x="5367929" y="5052318"/>
              <a:ext cx="309946" cy="29565"/>
            </p14:xfrm>
          </p:contentPart>
        </mc:Choice>
        <mc:Fallback xmlns="">
          <p:sp>
            <p:nvSpPr>
              <p:cNvPr id="1048862" name=""/>
              <p:cNvSpPr/>
              <p:nvPr/>
            </p:nvSpPr>
            <p:spPr>
              <a:xfrm>
                <a:off x="5367929" y="5052318"/>
                <a:ext cx="309946" cy="29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863" name="Ink 1048862"/>
              <p14:cNvContentPartPr/>
              <p14:nvPr/>
            </p14:nvContentPartPr>
            <p14:xfrm>
              <a:off x="5412578" y="4695785"/>
              <a:ext cx="354162" cy="37841"/>
            </p14:xfrm>
          </p:contentPart>
        </mc:Choice>
        <mc:Fallback xmlns="">
          <p:sp>
            <p:nvSpPr>
              <p:cNvPr id="1048863" name=""/>
              <p:cNvSpPr/>
              <p:nvPr/>
            </p:nvSpPr>
            <p:spPr>
              <a:xfrm>
                <a:off x="5412578" y="4695785"/>
                <a:ext cx="354162" cy="37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864" name="Ink 1048863"/>
              <p14:cNvContentPartPr/>
              <p14:nvPr/>
            </p14:nvContentPartPr>
            <p14:xfrm>
              <a:off x="5626938" y="4925767"/>
              <a:ext cx="328618" cy="307735"/>
            </p14:xfrm>
          </p:contentPart>
        </mc:Choice>
        <mc:Fallback xmlns="">
          <p:sp>
            <p:nvSpPr>
              <p:cNvPr id="1048864" name=""/>
              <p:cNvSpPr/>
              <p:nvPr/>
            </p:nvSpPr>
            <p:spPr>
              <a:xfrm>
                <a:off x="5626938" y="4925767"/>
                <a:ext cx="328618" cy="307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865" name="Ink 1048864"/>
              <p14:cNvContentPartPr/>
              <p14:nvPr/>
            </p14:nvContentPartPr>
            <p14:xfrm>
              <a:off x="5976054" y="4601090"/>
              <a:ext cx="224524" cy="405085"/>
            </p14:xfrm>
          </p:contentPart>
        </mc:Choice>
        <mc:Fallback xmlns="">
          <p:sp>
            <p:nvSpPr>
              <p:cNvPr id="1048865" name=""/>
              <p:cNvSpPr/>
              <p:nvPr/>
            </p:nvSpPr>
            <p:spPr>
              <a:xfrm>
                <a:off x="5976054" y="4601090"/>
                <a:ext cx="224524" cy="405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866" name="Ink 1048865"/>
              <p14:cNvContentPartPr/>
              <p14:nvPr/>
            </p14:nvContentPartPr>
            <p14:xfrm>
              <a:off x="6227828" y="4839419"/>
              <a:ext cx="305930" cy="347935"/>
            </p14:xfrm>
          </p:contentPart>
        </mc:Choice>
        <mc:Fallback xmlns="">
          <p:sp>
            <p:nvSpPr>
              <p:cNvPr id="1048866" name=""/>
              <p:cNvSpPr/>
              <p:nvPr/>
            </p:nvSpPr>
            <p:spPr>
              <a:xfrm>
                <a:off x="6227828" y="4839419"/>
                <a:ext cx="305930" cy="347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867" name="Ink 1048866"/>
              <p14:cNvContentPartPr/>
              <p14:nvPr/>
            </p14:nvContentPartPr>
            <p14:xfrm>
              <a:off x="6445765" y="4825899"/>
              <a:ext cx="97412" cy="380498"/>
            </p14:xfrm>
          </p:contentPart>
        </mc:Choice>
        <mc:Fallback xmlns="">
          <p:sp>
            <p:nvSpPr>
              <p:cNvPr id="1048867" name=""/>
              <p:cNvSpPr/>
              <p:nvPr/>
            </p:nvSpPr>
            <p:spPr>
              <a:xfrm>
                <a:off x="6445765" y="4825899"/>
                <a:ext cx="97412" cy="380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868" name="Ink 1048867"/>
              <p14:cNvContentPartPr/>
              <p14:nvPr/>
            </p14:nvContentPartPr>
            <p14:xfrm>
              <a:off x="6650828" y="4834829"/>
              <a:ext cx="314593" cy="59158"/>
            </p14:xfrm>
          </p:contentPart>
        </mc:Choice>
        <mc:Fallback xmlns="">
          <p:sp>
            <p:nvSpPr>
              <p:cNvPr id="1048868" name=""/>
              <p:cNvSpPr/>
              <p:nvPr/>
            </p:nvSpPr>
            <p:spPr>
              <a:xfrm>
                <a:off x="6650828" y="4834829"/>
                <a:ext cx="314593" cy="59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869" name="Ink 1048868"/>
              <p14:cNvContentPartPr/>
              <p14:nvPr/>
            </p14:nvContentPartPr>
            <p14:xfrm>
              <a:off x="7010247" y="4653258"/>
              <a:ext cx="176600" cy="476277"/>
            </p14:xfrm>
          </p:contentPart>
        </mc:Choice>
        <mc:Fallback xmlns="">
          <p:sp>
            <p:nvSpPr>
              <p:cNvPr id="1048869" name=""/>
              <p:cNvSpPr/>
              <p:nvPr/>
            </p:nvSpPr>
            <p:spPr>
              <a:xfrm>
                <a:off x="7010247" y="4653258"/>
                <a:ext cx="176600" cy="476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870" name="Ink 1048869"/>
              <p14:cNvContentPartPr/>
              <p14:nvPr/>
            </p14:nvContentPartPr>
            <p14:xfrm>
              <a:off x="6909789" y="4665165"/>
              <a:ext cx="361254" cy="25643"/>
            </p14:xfrm>
          </p:contentPart>
        </mc:Choice>
        <mc:Fallback xmlns="">
          <p:sp>
            <p:nvSpPr>
              <p:cNvPr id="1048870" name=""/>
              <p:cNvSpPr/>
              <p:nvPr/>
            </p:nvSpPr>
            <p:spPr>
              <a:xfrm>
                <a:off x="6909789" y="4665165"/>
                <a:ext cx="361254" cy="25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871" name="Ink 1048870"/>
              <p14:cNvContentPartPr/>
              <p14:nvPr/>
            </p14:nvContentPartPr>
            <p14:xfrm>
              <a:off x="7624396" y="4657332"/>
              <a:ext cx="189419" cy="442837"/>
            </p14:xfrm>
          </p:contentPart>
        </mc:Choice>
        <mc:Fallback xmlns="">
          <p:sp>
            <p:nvSpPr>
              <p:cNvPr id="1048871" name=""/>
              <p:cNvSpPr/>
              <p:nvPr/>
            </p:nvSpPr>
            <p:spPr>
              <a:xfrm>
                <a:off x="7624396" y="4657332"/>
                <a:ext cx="189419" cy="4428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872" name="Ink 1048871"/>
              <p14:cNvContentPartPr/>
              <p14:nvPr/>
            </p14:nvContentPartPr>
            <p14:xfrm>
              <a:off x="7898720" y="4951283"/>
              <a:ext cx="142163" cy="288295"/>
            </p14:xfrm>
          </p:contentPart>
        </mc:Choice>
        <mc:Fallback xmlns="">
          <p:sp>
            <p:nvSpPr>
              <p:cNvPr id="1048872" name=""/>
              <p:cNvSpPr/>
              <p:nvPr/>
            </p:nvSpPr>
            <p:spPr>
              <a:xfrm>
                <a:off x="7898720" y="4951283"/>
                <a:ext cx="142163" cy="288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873" name="Ink 1048872"/>
              <p14:cNvContentPartPr/>
              <p14:nvPr/>
            </p14:nvContentPartPr>
            <p14:xfrm>
              <a:off x="8139089" y="4870547"/>
              <a:ext cx="296126" cy="484071"/>
            </p14:xfrm>
          </p:contentPart>
        </mc:Choice>
        <mc:Fallback xmlns="">
          <p:sp>
            <p:nvSpPr>
              <p:cNvPr id="1048873" name=""/>
              <p:cNvSpPr/>
              <p:nvPr/>
            </p:nvSpPr>
            <p:spPr>
              <a:xfrm>
                <a:off x="8139089" y="4870547"/>
                <a:ext cx="296126" cy="4840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874" name="Ink 1048873"/>
              <p14:cNvContentPartPr/>
              <p14:nvPr/>
            </p14:nvContentPartPr>
            <p14:xfrm>
              <a:off x="8401047" y="4915196"/>
              <a:ext cx="222341" cy="11473"/>
            </p14:xfrm>
          </p:contentPart>
        </mc:Choice>
        <mc:Fallback xmlns="">
          <p:sp>
            <p:nvSpPr>
              <p:cNvPr id="1048874" name=""/>
              <p:cNvSpPr/>
              <p:nvPr/>
            </p:nvSpPr>
            <p:spPr>
              <a:xfrm>
                <a:off x="8401047" y="4915196"/>
                <a:ext cx="222341" cy="11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875" name="Ink 1048874"/>
              <p14:cNvContentPartPr/>
              <p14:nvPr/>
            </p14:nvContentPartPr>
            <p14:xfrm>
              <a:off x="8627266" y="4674094"/>
              <a:ext cx="275998" cy="468987"/>
            </p14:xfrm>
          </p:contentPart>
        </mc:Choice>
        <mc:Fallback xmlns="">
          <p:sp>
            <p:nvSpPr>
              <p:cNvPr id="1048875" name=""/>
              <p:cNvSpPr/>
              <p:nvPr/>
            </p:nvSpPr>
            <p:spPr>
              <a:xfrm>
                <a:off x="8627266" y="4674094"/>
                <a:ext cx="275998" cy="468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876" name="Ink 1048875"/>
              <p14:cNvContentPartPr/>
              <p14:nvPr/>
            </p14:nvContentPartPr>
            <p14:xfrm>
              <a:off x="8978500" y="4843189"/>
              <a:ext cx="246256" cy="45217"/>
            </p14:xfrm>
          </p:contentPart>
        </mc:Choice>
        <mc:Fallback xmlns="">
          <p:sp>
            <p:nvSpPr>
              <p:cNvPr id="1048876" name=""/>
              <p:cNvSpPr/>
              <p:nvPr/>
            </p:nvSpPr>
            <p:spPr>
              <a:xfrm>
                <a:off x="8978500" y="4843189"/>
                <a:ext cx="246256" cy="45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877" name="Ink 1048876"/>
              <p14:cNvContentPartPr/>
              <p14:nvPr/>
            </p14:nvContentPartPr>
            <p14:xfrm>
              <a:off x="8999336" y="4978503"/>
              <a:ext cx="274648" cy="73615"/>
            </p14:xfrm>
          </p:contentPart>
        </mc:Choice>
        <mc:Fallback xmlns="">
          <p:sp>
            <p:nvSpPr>
              <p:cNvPr id="1048877" name=""/>
              <p:cNvSpPr/>
              <p:nvPr/>
            </p:nvSpPr>
            <p:spPr>
              <a:xfrm>
                <a:off x="8999336" y="4978503"/>
                <a:ext cx="274648" cy="73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878" name="Ink 1048877"/>
              <p14:cNvContentPartPr/>
              <p14:nvPr/>
            </p14:nvContentPartPr>
            <p14:xfrm>
              <a:off x="9285141" y="4600369"/>
              <a:ext cx="248679" cy="419362"/>
            </p14:xfrm>
          </p:contentPart>
        </mc:Choice>
        <mc:Fallback xmlns="">
          <p:sp>
            <p:nvSpPr>
              <p:cNvPr id="1048878" name=""/>
              <p:cNvSpPr/>
              <p:nvPr/>
            </p:nvSpPr>
            <p:spPr>
              <a:xfrm>
                <a:off x="9285141" y="4600369"/>
                <a:ext cx="248679" cy="419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879" name="Ink 1048878"/>
              <p14:cNvContentPartPr/>
              <p14:nvPr/>
            </p14:nvContentPartPr>
            <p14:xfrm>
              <a:off x="5130170" y="5555157"/>
              <a:ext cx="38329" cy="325722"/>
            </p14:xfrm>
          </p:contentPart>
        </mc:Choice>
        <mc:Fallback xmlns="">
          <p:sp>
            <p:nvSpPr>
              <p:cNvPr id="1048879" name=""/>
              <p:cNvSpPr/>
              <p:nvPr/>
            </p:nvSpPr>
            <p:spPr>
              <a:xfrm>
                <a:off x="5130170" y="5555157"/>
                <a:ext cx="38329" cy="325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880" name="Ink 1048879"/>
              <p14:cNvContentPartPr/>
              <p14:nvPr/>
            </p14:nvContentPartPr>
            <p14:xfrm>
              <a:off x="4957164" y="5846906"/>
              <a:ext cx="386699" cy="38649"/>
            </p14:xfrm>
          </p:contentPart>
        </mc:Choice>
        <mc:Fallback xmlns="">
          <p:sp>
            <p:nvSpPr>
              <p:cNvPr id="1048880" name=""/>
              <p:cNvSpPr/>
              <p:nvPr/>
            </p:nvSpPr>
            <p:spPr>
              <a:xfrm>
                <a:off x="4957164" y="5846906"/>
                <a:ext cx="386699" cy="38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881" name="Ink 1048880"/>
              <p14:cNvContentPartPr/>
              <p14:nvPr/>
            </p14:nvContentPartPr>
            <p14:xfrm>
              <a:off x="5010742" y="5514205"/>
              <a:ext cx="352855" cy="37975"/>
            </p14:xfrm>
          </p:contentPart>
        </mc:Choice>
        <mc:Fallback xmlns="">
          <p:sp>
            <p:nvSpPr>
              <p:cNvPr id="1048881" name=""/>
              <p:cNvSpPr/>
              <p:nvPr/>
            </p:nvSpPr>
            <p:spPr>
              <a:xfrm>
                <a:off x="5010742" y="5514205"/>
                <a:ext cx="352855" cy="379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882" name="Ink 1048881"/>
              <p14:cNvContentPartPr/>
              <p14:nvPr/>
            </p14:nvContentPartPr>
            <p14:xfrm>
              <a:off x="5407932" y="5761168"/>
              <a:ext cx="201099" cy="182664"/>
            </p14:xfrm>
          </p:contentPart>
        </mc:Choice>
        <mc:Fallback xmlns="">
          <p:sp>
            <p:nvSpPr>
              <p:cNvPr id="1048882" name=""/>
              <p:cNvSpPr/>
              <p:nvPr/>
            </p:nvSpPr>
            <p:spPr>
              <a:xfrm>
                <a:off x="5407932" y="5761168"/>
                <a:ext cx="201099" cy="182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883" name="Ink 1048882"/>
              <p14:cNvContentPartPr/>
              <p14:nvPr/>
            </p14:nvContentPartPr>
            <p14:xfrm>
              <a:off x="5631329" y="5701008"/>
              <a:ext cx="364778" cy="285736"/>
            </p14:xfrm>
          </p:contentPart>
        </mc:Choice>
        <mc:Fallback xmlns="">
          <p:sp>
            <p:nvSpPr>
              <p:cNvPr id="1048883" name=""/>
              <p:cNvSpPr/>
              <p:nvPr/>
            </p:nvSpPr>
            <p:spPr>
              <a:xfrm>
                <a:off x="5631329" y="5701008"/>
                <a:ext cx="364778" cy="285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884" name="Ink 1048883"/>
              <p14:cNvContentPartPr/>
              <p14:nvPr/>
            </p14:nvContentPartPr>
            <p14:xfrm>
              <a:off x="6085281" y="5626594"/>
              <a:ext cx="221172" cy="27030"/>
            </p14:xfrm>
          </p:contentPart>
        </mc:Choice>
        <mc:Fallback xmlns="">
          <p:sp>
            <p:nvSpPr>
              <p:cNvPr id="1048884" name=""/>
              <p:cNvSpPr/>
              <p:nvPr/>
            </p:nvSpPr>
            <p:spPr>
              <a:xfrm>
                <a:off x="6085281" y="5626594"/>
                <a:ext cx="221172" cy="27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885" name="Ink 1048884"/>
              <p14:cNvContentPartPr/>
              <p14:nvPr/>
            </p14:nvContentPartPr>
            <p14:xfrm>
              <a:off x="6100164" y="5807512"/>
              <a:ext cx="220510" cy="19237"/>
            </p14:xfrm>
          </p:contentPart>
        </mc:Choice>
        <mc:Fallback xmlns="">
          <p:sp>
            <p:nvSpPr>
              <p:cNvPr id="1048885" name=""/>
              <p:cNvSpPr/>
              <p:nvPr/>
            </p:nvSpPr>
            <p:spPr>
              <a:xfrm>
                <a:off x="6100164" y="5807512"/>
                <a:ext cx="220510" cy="19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886" name="Ink 1048885"/>
              <p14:cNvContentPartPr/>
              <p14:nvPr/>
            </p14:nvContentPartPr>
            <p14:xfrm>
              <a:off x="6561531" y="5283490"/>
              <a:ext cx="293008" cy="273417"/>
            </p14:xfrm>
          </p:contentPart>
        </mc:Choice>
        <mc:Fallback xmlns="">
          <p:sp>
            <p:nvSpPr>
              <p:cNvPr id="1048886" name=""/>
              <p:cNvSpPr/>
              <p:nvPr/>
            </p:nvSpPr>
            <p:spPr>
              <a:xfrm>
                <a:off x="6561531" y="5283490"/>
                <a:ext cx="293008" cy="273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887" name="Ink 1048886"/>
              <p14:cNvContentPartPr/>
              <p14:nvPr/>
            </p14:nvContentPartPr>
            <p14:xfrm>
              <a:off x="6484140" y="5688803"/>
              <a:ext cx="439100" cy="34413"/>
            </p14:xfrm>
          </p:contentPart>
        </mc:Choice>
        <mc:Fallback xmlns="">
          <p:sp>
            <p:nvSpPr>
              <p:cNvPr id="1048887" name=""/>
              <p:cNvSpPr/>
              <p:nvPr/>
            </p:nvSpPr>
            <p:spPr>
              <a:xfrm>
                <a:off x="6484140" y="5688803"/>
                <a:ext cx="439100" cy="34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8888" name="Ink 1048887"/>
              <p14:cNvContentPartPr/>
              <p14:nvPr/>
            </p14:nvContentPartPr>
            <p14:xfrm>
              <a:off x="6523219" y="5811912"/>
              <a:ext cx="214080" cy="371701"/>
            </p14:xfrm>
          </p:contentPart>
        </mc:Choice>
        <mc:Fallback xmlns="">
          <p:sp>
            <p:nvSpPr>
              <p:cNvPr id="1048888" name=""/>
              <p:cNvSpPr/>
              <p:nvPr/>
            </p:nvSpPr>
            <p:spPr>
              <a:xfrm>
                <a:off x="6523219" y="5811912"/>
                <a:ext cx="214080" cy="371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8889" name="Ink 1048888"/>
              <p14:cNvContentPartPr/>
              <p14:nvPr/>
            </p14:nvContentPartPr>
            <p14:xfrm>
              <a:off x="6773327" y="6053016"/>
              <a:ext cx="135857" cy="191270"/>
            </p14:xfrm>
          </p:contentPart>
        </mc:Choice>
        <mc:Fallback xmlns="">
          <p:sp>
            <p:nvSpPr>
              <p:cNvPr id="1048889" name=""/>
              <p:cNvSpPr/>
              <p:nvPr/>
            </p:nvSpPr>
            <p:spPr>
              <a:xfrm>
                <a:off x="6773327" y="6053016"/>
                <a:ext cx="135857" cy="1912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8890" name="Ink 1048889"/>
              <p14:cNvContentPartPr/>
              <p14:nvPr/>
            </p14:nvContentPartPr>
            <p14:xfrm>
              <a:off x="6975507" y="5986758"/>
              <a:ext cx="323050" cy="252357"/>
            </p14:xfrm>
          </p:contentPart>
        </mc:Choice>
        <mc:Fallback xmlns="">
          <p:sp>
            <p:nvSpPr>
              <p:cNvPr id="1048890" name=""/>
              <p:cNvSpPr/>
              <p:nvPr/>
            </p:nvSpPr>
            <p:spPr>
              <a:xfrm>
                <a:off x="6975507" y="5986758"/>
                <a:ext cx="323050" cy="252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8891" name="Ink 1048890"/>
              <p14:cNvContentPartPr/>
              <p14:nvPr/>
            </p14:nvContentPartPr>
            <p14:xfrm>
              <a:off x="7002617" y="5163443"/>
              <a:ext cx="277359" cy="245381"/>
            </p14:xfrm>
          </p:contentPart>
        </mc:Choice>
        <mc:Fallback xmlns="">
          <p:sp>
            <p:nvSpPr>
              <p:cNvPr id="1048891" name=""/>
              <p:cNvSpPr/>
              <p:nvPr/>
            </p:nvSpPr>
            <p:spPr>
              <a:xfrm>
                <a:off x="7002617" y="5163443"/>
                <a:ext cx="277359" cy="245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8892" name="Ink 1048891"/>
              <p14:cNvContentPartPr/>
              <p14:nvPr/>
            </p14:nvContentPartPr>
            <p14:xfrm>
              <a:off x="7363366" y="5097959"/>
              <a:ext cx="185506" cy="308024"/>
            </p14:xfrm>
          </p:contentPart>
        </mc:Choice>
        <mc:Fallback xmlns="">
          <p:sp>
            <p:nvSpPr>
              <p:cNvPr id="1048892" name=""/>
              <p:cNvSpPr/>
              <p:nvPr/>
            </p:nvSpPr>
            <p:spPr>
              <a:xfrm>
                <a:off x="7363366" y="5097959"/>
                <a:ext cx="185506" cy="308024"/>
              </a:xfrm>
            </p:spPr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Title 1"/>
          <p:cNvSpPr>
            <a:spLocks noGrp="1"/>
          </p:cNvSpPr>
          <p:nvPr>
            <p:ph type="title"/>
          </p:nvPr>
        </p:nvSpPr>
        <p:spPr>
          <a:xfrm>
            <a:off x="1828801" y="377688"/>
            <a:ext cx="9675812" cy="775220"/>
          </a:xfrm>
        </p:spPr>
        <p:txBody>
          <a:bodyPr/>
          <a:lstStyle/>
          <a:p>
            <a:r>
              <a:rPr lang="en-US" dirty="0"/>
              <a:t>DC motor and its working principle</a:t>
            </a:r>
          </a:p>
        </p:txBody>
      </p:sp>
      <p:sp>
        <p:nvSpPr>
          <p:cNvPr id="1048916" name="Content Placeholder 2"/>
          <p:cNvSpPr>
            <a:spLocks noGrp="1"/>
          </p:cNvSpPr>
          <p:nvPr>
            <p:ph idx="1"/>
          </p:nvPr>
        </p:nvSpPr>
        <p:spPr>
          <a:xfrm>
            <a:off x="1602650" y="1127777"/>
            <a:ext cx="9688201" cy="5002660"/>
          </a:xfrm>
        </p:spPr>
        <p:txBody>
          <a:bodyPr>
            <a:normAutofit/>
          </a:bodyPr>
          <a:lstStyle/>
          <a:p>
            <a:r>
              <a:rPr lang="en-US" sz="2000" dirty="0"/>
              <a:t>A DC motor is an </a:t>
            </a:r>
            <a:r>
              <a:rPr lang="en-US" sz="2000" b="1" dirty="0"/>
              <a:t>electromechanical energy conversion device</a:t>
            </a:r>
            <a:r>
              <a:rPr lang="en-US" sz="2000" dirty="0"/>
              <a:t>, which converts </a:t>
            </a:r>
            <a:r>
              <a:rPr lang="en-US" sz="2000" b="1" dirty="0"/>
              <a:t>electrical energy input into the mechanical energy </a:t>
            </a:r>
            <a:r>
              <a:rPr lang="en-US" sz="2000" dirty="0"/>
              <a:t>output.</a:t>
            </a:r>
          </a:p>
          <a:p>
            <a:r>
              <a:rPr lang="en-US" dirty="0"/>
              <a:t>Consider a two pole DC motor. When the DC motor is connected to an external source of DC supply, the field coils are excited developing alternate N and S poles and a current flows through the armature windings.</a:t>
            </a:r>
          </a:p>
          <a:p>
            <a:r>
              <a:rPr lang="en-US" dirty="0"/>
              <a:t>All the armature conductors under </a:t>
            </a:r>
            <a:r>
              <a:rPr lang="en-US" b="1" dirty="0"/>
              <a:t>N pole carry current in one direction </a:t>
            </a:r>
            <a:r>
              <a:rPr lang="en-US" dirty="0"/>
              <a:t>whereas all the conductors under</a:t>
            </a:r>
            <a:r>
              <a:rPr lang="en-US" b="1" dirty="0"/>
              <a:t> S pole carry current in the opposite direction.</a:t>
            </a:r>
            <a:endParaRPr lang="en-US" dirty="0"/>
          </a:p>
          <a:p>
            <a:r>
              <a:rPr lang="en-US" dirty="0"/>
              <a:t>As each </a:t>
            </a:r>
            <a:r>
              <a:rPr lang="en-US" b="1" dirty="0"/>
              <a:t>conductor carrying a current is placed in a magnetic field</a:t>
            </a:r>
            <a:r>
              <a:rPr lang="en-US" dirty="0"/>
              <a:t>, hence a </a:t>
            </a:r>
            <a:r>
              <a:rPr lang="en-US" b="1" dirty="0"/>
              <a:t>mechanical force acts </a:t>
            </a:r>
            <a:r>
              <a:rPr lang="en-US" dirty="0"/>
              <a:t>on it.</a:t>
            </a:r>
          </a:p>
          <a:p>
            <a:r>
              <a:rPr lang="en-US" dirty="0"/>
              <a:t>The </a:t>
            </a:r>
            <a:r>
              <a:rPr lang="en-US" b="1" dirty="0"/>
              <a:t>force on all the conductors add together to exert a torque </a:t>
            </a:r>
            <a:r>
              <a:rPr lang="en-US" dirty="0"/>
              <a:t>which make the armature rotating. </a:t>
            </a:r>
          </a:p>
          <a:p>
            <a:endParaRPr lang="en-US" dirty="0"/>
          </a:p>
          <a:p>
            <a:endParaRPr lang="en-US" sz="2000" dirty="0"/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489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Title 1"/>
          <p:cNvSpPr>
            <a:spLocks noGrp="1"/>
          </p:cNvSpPr>
          <p:nvPr>
            <p:ph type="title"/>
          </p:nvPr>
        </p:nvSpPr>
        <p:spPr>
          <a:xfrm>
            <a:off x="1769165" y="261008"/>
            <a:ext cx="9516786" cy="1053548"/>
          </a:xfrm>
        </p:spPr>
        <p:txBody>
          <a:bodyPr/>
          <a:lstStyle/>
          <a:p>
            <a:r>
              <a:rPr lang="en-US" dirty="0"/>
              <a:t>Motor torque </a:t>
            </a:r>
          </a:p>
        </p:txBody>
      </p:sp>
      <p:sp>
        <p:nvSpPr>
          <p:cNvPr id="1048920" name="Content Placeholder 2"/>
          <p:cNvSpPr>
            <a:spLocks noGrp="1"/>
          </p:cNvSpPr>
          <p:nvPr>
            <p:ph idx="1"/>
          </p:nvPr>
        </p:nvSpPr>
        <p:spPr>
          <a:xfrm>
            <a:off x="1769165" y="974036"/>
            <a:ext cx="9775205" cy="5526798"/>
          </a:xfrm>
        </p:spPr>
        <p:txBody>
          <a:bodyPr/>
          <a:lstStyle/>
          <a:p>
            <a:r>
              <a:rPr lang="en-US" dirty="0"/>
              <a:t>Torque is the </a:t>
            </a:r>
            <a:r>
              <a:rPr lang="en-US" b="1" dirty="0"/>
              <a:t>tendency of a force to rotate or move</a:t>
            </a:r>
            <a:r>
              <a:rPr lang="en-US" dirty="0"/>
              <a:t> an object about an axis. </a:t>
            </a:r>
          </a:p>
          <a:p>
            <a:r>
              <a:rPr lang="en-US" dirty="0"/>
              <a:t>A force is a push or pull, likewise, torque is a twist to an object. Mathematically, torque, T = F × r.</a:t>
            </a:r>
          </a:p>
          <a:p>
            <a:pPr fontAlgn="base"/>
            <a:r>
              <a:rPr lang="en-US" dirty="0"/>
              <a:t>Let </a:t>
            </a:r>
            <a:r>
              <a:rPr lang="en-US" dirty="0" err="1"/>
              <a:t>T</a:t>
            </a:r>
            <a:r>
              <a:rPr lang="en-US" baseline="-25000" dirty="0" err="1"/>
              <a:t>g</a:t>
            </a:r>
            <a:r>
              <a:rPr lang="en-US" dirty="0"/>
              <a:t> = armature or gross torque (N-m) = Force × radius.</a:t>
            </a:r>
          </a:p>
          <a:p>
            <a:pPr fontAlgn="base"/>
            <a:r>
              <a:rPr lang="en-US" dirty="0"/>
              <a:t>r = radius of the armature in m.</a:t>
            </a:r>
          </a:p>
          <a:p>
            <a:pPr fontAlgn="base"/>
            <a:r>
              <a:rPr lang="en-US" dirty="0"/>
              <a:t>N = speed of the armature in rpm = N/60 </a:t>
            </a:r>
            <a:r>
              <a:rPr lang="en-US" dirty="0" err="1"/>
              <a:t>rps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i="1" dirty="0"/>
              <a:t>Work done/revolution = force × distance moved per revolution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489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24</a:t>
            </a:fld>
            <a:endParaRPr lang="en-US"/>
          </a:p>
        </p:txBody>
      </p:sp>
      <p:pic>
        <p:nvPicPr>
          <p:cNvPr id="209719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294" y="3905810"/>
            <a:ext cx="4324350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Content Placeholder 2"/>
          <p:cNvSpPr>
            <a:spLocks noGrp="1"/>
          </p:cNvSpPr>
          <p:nvPr>
            <p:ph idx="1"/>
          </p:nvPr>
        </p:nvSpPr>
        <p:spPr>
          <a:xfrm>
            <a:off x="1769165" y="337930"/>
            <a:ext cx="9738730" cy="6110550"/>
          </a:xfrm>
        </p:spPr>
        <p:txBody>
          <a:bodyPr/>
          <a:lstStyle/>
          <a:p>
            <a:r>
              <a:rPr lang="en-US" dirty="0"/>
              <a:t>The expression for voltage in dc motor is given by,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Electrical input = electrical power equivalent to mechanical power developed + armature copper loss</a:t>
            </a:r>
          </a:p>
          <a:p>
            <a:r>
              <a:rPr lang="en-US" dirty="0"/>
              <a:t>Mechanical power developed,</a:t>
            </a:r>
          </a:p>
          <a:p>
            <a:endParaRPr lang="en-US" dirty="0"/>
          </a:p>
          <a:p>
            <a:pPr fontAlgn="base"/>
            <a:r>
              <a:rPr lang="en-US" dirty="0"/>
              <a:t>Since equation (1) = equation (2),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9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25</a:t>
            </a:fld>
            <a:endParaRPr lang="en-US"/>
          </a:p>
        </p:txBody>
      </p:sp>
      <p:grpSp>
        <p:nvGrpSpPr>
          <p:cNvPr id="100" name="Group 9"/>
          <p:cNvGrpSpPr/>
          <p:nvPr/>
        </p:nvGrpSpPr>
        <p:grpSpPr>
          <a:xfrm>
            <a:off x="5822706" y="792880"/>
            <a:ext cx="3831567" cy="5655600"/>
            <a:chOff x="5822706" y="792880"/>
            <a:chExt cx="3831567" cy="5655600"/>
          </a:xfrm>
        </p:grpSpPr>
        <p:pic>
          <p:nvPicPr>
            <p:cNvPr id="2097200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2706" y="792880"/>
              <a:ext cx="2943225" cy="1266825"/>
            </a:xfrm>
            <a:prstGeom prst="rect">
              <a:avLst/>
            </a:prstGeom>
          </p:spPr>
        </p:pic>
        <p:pic>
          <p:nvPicPr>
            <p:cNvPr id="2097201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7787" y="3281452"/>
              <a:ext cx="2124075" cy="447675"/>
            </a:xfrm>
            <a:prstGeom prst="rect">
              <a:avLst/>
            </a:prstGeom>
          </p:spPr>
        </p:pic>
        <p:pic>
          <p:nvPicPr>
            <p:cNvPr id="2097202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0048" y="3781480"/>
              <a:ext cx="3324225" cy="266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Title 1"/>
          <p:cNvSpPr>
            <a:spLocks noGrp="1"/>
          </p:cNvSpPr>
          <p:nvPr>
            <p:ph type="title"/>
          </p:nvPr>
        </p:nvSpPr>
        <p:spPr>
          <a:xfrm>
            <a:off x="1732692" y="202976"/>
            <a:ext cx="9775203" cy="767368"/>
          </a:xfrm>
        </p:spPr>
        <p:txBody>
          <a:bodyPr/>
          <a:lstStyle/>
          <a:p>
            <a:r>
              <a:rPr lang="en-US" dirty="0"/>
              <a:t>Types of DC motors</a:t>
            </a:r>
          </a:p>
        </p:txBody>
      </p:sp>
      <p:pic>
        <p:nvPicPr>
          <p:cNvPr id="2097203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6732" y="970344"/>
            <a:ext cx="7558862" cy="5494422"/>
          </a:xfrm>
          <a:prstGeom prst="rect">
            <a:avLst/>
          </a:prstGeom>
        </p:spPr>
      </p:pic>
      <p:sp>
        <p:nvSpPr>
          <p:cNvPr id="10489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2" name="Content Placeholder 2"/>
          <p:cNvSpPr>
            <a:spLocks noGrp="1"/>
          </p:cNvSpPr>
          <p:nvPr>
            <p:ph idx="1"/>
          </p:nvPr>
        </p:nvSpPr>
        <p:spPr>
          <a:xfrm>
            <a:off x="1610139" y="536713"/>
            <a:ext cx="9894473" cy="537450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Separately Excited DC Motor</a:t>
            </a:r>
          </a:p>
          <a:p>
            <a:r>
              <a:rPr lang="en-US" dirty="0"/>
              <a:t>The supply is given separately to the field windings.</a:t>
            </a:r>
          </a:p>
          <a:p>
            <a:r>
              <a:rPr lang="en-US" dirty="0"/>
              <a:t>The armature current does not flow through the field windings, as the field winding is energized from a separate external source .</a:t>
            </a:r>
          </a:p>
          <a:p>
            <a:r>
              <a:rPr lang="en-US" dirty="0"/>
              <a:t>We know </a:t>
            </a:r>
            <a:r>
              <a:rPr lang="en-US" dirty="0" err="1"/>
              <a:t>T</a:t>
            </a:r>
            <a:r>
              <a:rPr lang="en-US" baseline="-25000" dirty="0" err="1"/>
              <a:t>g</a:t>
            </a:r>
            <a:r>
              <a:rPr lang="en-US" dirty="0"/>
              <a:t> = </a:t>
            </a:r>
            <a:r>
              <a:rPr lang="en-US" dirty="0" err="1"/>
              <a:t>K</a:t>
            </a:r>
            <a:r>
              <a:rPr lang="en-US" baseline="-25000" dirty="0" err="1"/>
              <a:t>a</a:t>
            </a:r>
            <a:r>
              <a:rPr lang="en-US" dirty="0"/>
              <a:t> φ </a:t>
            </a:r>
            <a:r>
              <a:rPr lang="en-US" dirty="0" err="1"/>
              <a:t>I</a:t>
            </a:r>
            <a:r>
              <a:rPr lang="en-US" baseline="-25000" dirty="0" err="1"/>
              <a:t>a</a:t>
            </a:r>
            <a:r>
              <a:rPr lang="en-US" dirty="0"/>
              <a:t> </a:t>
            </a:r>
          </a:p>
          <a:p>
            <a:r>
              <a:rPr lang="en-US" dirty="0"/>
              <a:t>So the torque in this case can be varied by varying field flux φ, independent of the armature current I</a:t>
            </a:r>
            <a:r>
              <a:rPr lang="en-US" baseline="-25000" dirty="0"/>
              <a:t>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0489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27</a:t>
            </a:fld>
            <a:endParaRPr lang="en-US"/>
          </a:p>
        </p:txBody>
      </p:sp>
      <p:pic>
        <p:nvPicPr>
          <p:cNvPr id="209719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483" y="2965549"/>
            <a:ext cx="4924425" cy="36861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Content Placeholder 2"/>
          <p:cNvSpPr>
            <a:spLocks noGrp="1"/>
          </p:cNvSpPr>
          <p:nvPr>
            <p:ph idx="1"/>
          </p:nvPr>
        </p:nvSpPr>
        <p:spPr>
          <a:xfrm>
            <a:off x="1610139" y="576469"/>
            <a:ext cx="9894473" cy="5553967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Self Excited DC Motor</a:t>
            </a:r>
          </a:p>
          <a:p>
            <a:pPr fontAlgn="base"/>
            <a:r>
              <a:rPr lang="en-US" dirty="0"/>
              <a:t>In this type of motor, the current in the windings is supplied by the machine or motor itself. </a:t>
            </a:r>
          </a:p>
          <a:p>
            <a:pPr fontAlgn="base">
              <a:buFont typeface="+mj-lt"/>
              <a:buAutoNum type="arabicPeriod"/>
            </a:pPr>
            <a:r>
              <a:rPr lang="en-US" b="1" dirty="0"/>
              <a:t>Shunt Wound Motor</a:t>
            </a:r>
          </a:p>
          <a:p>
            <a:pPr fontAlgn="base"/>
            <a:r>
              <a:rPr lang="en-US" dirty="0"/>
              <a:t>This is the most common types of DC Motor. Here the field winding is connected in parallel with the armature.</a:t>
            </a:r>
          </a:p>
          <a:p>
            <a:pPr fontAlgn="base"/>
            <a:r>
              <a:rPr lang="en-US" dirty="0"/>
              <a:t>On applying KCL at the shown junction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Where,</a:t>
            </a:r>
          </a:p>
          <a:p>
            <a:pPr fontAlgn="base"/>
            <a:r>
              <a:rPr lang="en-US" dirty="0"/>
              <a:t>I is the input line current</a:t>
            </a:r>
            <a:br>
              <a:rPr lang="en-US" dirty="0"/>
            </a:br>
            <a:r>
              <a:rPr lang="en-US" dirty="0" err="1"/>
              <a:t>Ia</a:t>
            </a:r>
            <a:r>
              <a:rPr lang="en-US" dirty="0"/>
              <a:t> is the armature current</a:t>
            </a:r>
            <a:br>
              <a:rPr lang="en-US" dirty="0"/>
            </a:br>
            <a:r>
              <a:rPr lang="en-US" dirty="0" err="1"/>
              <a:t>Ish</a:t>
            </a:r>
            <a:r>
              <a:rPr lang="en-US" dirty="0"/>
              <a:t> is the shunt field current</a:t>
            </a:r>
          </a:p>
          <a:p>
            <a:pPr fontAlgn="base"/>
            <a:r>
              <a:rPr lang="en-US" dirty="0"/>
              <a:t>Equation (1) is the current equation.</a:t>
            </a:r>
          </a:p>
          <a:p>
            <a:pPr marL="0" indent="0" fontAlgn="base">
              <a:buNone/>
            </a:pPr>
            <a:endParaRPr lang="en-US" dirty="0"/>
          </a:p>
        </p:txBody>
      </p:sp>
      <p:sp>
        <p:nvSpPr>
          <p:cNvPr id="10489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28</a:t>
            </a:fld>
            <a:endParaRPr lang="en-US"/>
          </a:p>
        </p:txBody>
      </p:sp>
      <p:grpSp>
        <p:nvGrpSpPr>
          <p:cNvPr id="95" name="Group 8"/>
          <p:cNvGrpSpPr/>
          <p:nvPr/>
        </p:nvGrpSpPr>
        <p:grpSpPr>
          <a:xfrm>
            <a:off x="2878845" y="2718352"/>
            <a:ext cx="7774280" cy="2971800"/>
            <a:chOff x="2878845" y="2718352"/>
            <a:chExt cx="7774280" cy="2971800"/>
          </a:xfrm>
        </p:grpSpPr>
        <p:pic>
          <p:nvPicPr>
            <p:cNvPr id="209719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7375" y="2718352"/>
              <a:ext cx="4095750" cy="2971800"/>
            </a:xfrm>
            <a:prstGeom prst="rect">
              <a:avLst/>
            </a:prstGeom>
          </p:spPr>
        </p:pic>
        <p:pic>
          <p:nvPicPr>
            <p:cNvPr id="2097197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8845" y="3353452"/>
              <a:ext cx="2409825" cy="571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Content Placeholder 2"/>
          <p:cNvSpPr>
            <a:spLocks noGrp="1"/>
          </p:cNvSpPr>
          <p:nvPr>
            <p:ph idx="1"/>
          </p:nvPr>
        </p:nvSpPr>
        <p:spPr>
          <a:xfrm>
            <a:off x="1244159" y="311759"/>
            <a:ext cx="9934229" cy="61890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voltage equations are written by using Kirchhoff’s voltage law (KVL) for the field winding circuit.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armature winding circuit the equation will be given 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The power equation is given as:</a:t>
            </a:r>
          </a:p>
          <a:p>
            <a:pPr fontAlgn="base"/>
            <a:r>
              <a:rPr lang="en-US" b="1" dirty="0"/>
              <a:t>Power input = mechanical power developed + losses in the armature + loss in the field.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489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90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29</a:t>
            </a:fld>
            <a:endParaRPr lang="en-US"/>
          </a:p>
        </p:txBody>
      </p:sp>
      <p:grpSp>
        <p:nvGrpSpPr>
          <p:cNvPr id="93" name="Group 9"/>
          <p:cNvGrpSpPr/>
          <p:nvPr/>
        </p:nvGrpSpPr>
        <p:grpSpPr>
          <a:xfrm>
            <a:off x="3025013" y="1297025"/>
            <a:ext cx="4219575" cy="4809060"/>
            <a:chOff x="3025013" y="1297025"/>
            <a:chExt cx="4219575" cy="4809060"/>
          </a:xfrm>
        </p:grpSpPr>
        <p:pic>
          <p:nvPicPr>
            <p:cNvPr id="2097193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7842" y="1297025"/>
              <a:ext cx="2314575" cy="419100"/>
            </a:xfrm>
            <a:prstGeom prst="rect">
              <a:avLst/>
            </a:prstGeom>
          </p:spPr>
        </p:pic>
        <p:pic>
          <p:nvPicPr>
            <p:cNvPr id="2097194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7842" y="2653805"/>
              <a:ext cx="2714625" cy="323850"/>
            </a:xfrm>
            <a:prstGeom prst="rect">
              <a:avLst/>
            </a:prstGeom>
          </p:spPr>
        </p:pic>
        <p:pic>
          <p:nvPicPr>
            <p:cNvPr id="2097195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5013" y="3915335"/>
              <a:ext cx="4219575" cy="21907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Content Placeholder 2"/>
          <p:cNvSpPr>
            <a:spLocks noGrp="1"/>
          </p:cNvSpPr>
          <p:nvPr>
            <p:ph idx="1"/>
          </p:nvPr>
        </p:nvSpPr>
        <p:spPr>
          <a:xfrm>
            <a:off x="1709530" y="377687"/>
            <a:ext cx="9795082" cy="55335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Multiplying equation (3) by </a:t>
            </a:r>
            <a:r>
              <a:rPr lang="en-US" dirty="0" err="1"/>
              <a:t>Ia</a:t>
            </a:r>
            <a:r>
              <a:rPr lang="en-US" dirty="0"/>
              <a:t> we get the following equations.</a:t>
            </a:r>
          </a:p>
          <a:p>
            <a:pPr marL="0" indent="0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Where,</a:t>
            </a:r>
          </a:p>
          <a:p>
            <a:pPr marL="0" indent="0" fontAlgn="base">
              <a:buNone/>
            </a:pPr>
            <a:r>
              <a:rPr lang="en-US" dirty="0" err="1"/>
              <a:t>VI</a:t>
            </a:r>
            <a:r>
              <a:rPr lang="en-US" baseline="-25000" dirty="0" err="1"/>
              <a:t>a</a:t>
            </a:r>
            <a:r>
              <a:rPr lang="en-US" dirty="0"/>
              <a:t> is the electrical power supplied to the armature of the motor.</a:t>
            </a:r>
          </a:p>
          <a:p>
            <a:pPr marL="0" indent="0" fontAlgn="base">
              <a:buNone/>
            </a:pPr>
            <a:r>
              <a:rPr lang="en-US" b="1" dirty="0"/>
              <a:t>Series Wound Motor</a:t>
            </a:r>
          </a:p>
          <a:p>
            <a:pPr fontAlgn="base"/>
            <a:r>
              <a:rPr lang="en-US" dirty="0"/>
              <a:t>In the series motor, the field winding is connected in series with the armature winding.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488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89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30</a:t>
            </a:fld>
            <a:endParaRPr lang="en-US"/>
          </a:p>
        </p:txBody>
      </p:sp>
      <p:grpSp>
        <p:nvGrpSpPr>
          <p:cNvPr id="91" name="Group 7"/>
          <p:cNvGrpSpPr/>
          <p:nvPr/>
        </p:nvGrpSpPr>
        <p:grpSpPr>
          <a:xfrm>
            <a:off x="3511446" y="686182"/>
            <a:ext cx="3181350" cy="5784833"/>
            <a:chOff x="3511446" y="686182"/>
            <a:chExt cx="3181350" cy="5784833"/>
          </a:xfrm>
        </p:grpSpPr>
        <p:pic>
          <p:nvPicPr>
            <p:cNvPr id="2097191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1446" y="686182"/>
              <a:ext cx="3181350" cy="933450"/>
            </a:xfrm>
            <a:prstGeom prst="rect">
              <a:avLst/>
            </a:prstGeom>
          </p:spPr>
        </p:pic>
        <p:pic>
          <p:nvPicPr>
            <p:cNvPr id="2097192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2896" y="2918190"/>
              <a:ext cx="3009900" cy="3552825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8896" name="Ink 1048895"/>
              <p14:cNvContentPartPr/>
              <p14:nvPr/>
            </p14:nvContentPartPr>
            <p14:xfrm>
              <a:off x="7767441" y="3308350"/>
              <a:ext cx="433289" cy="636080"/>
            </p14:xfrm>
          </p:contentPart>
        </mc:Choice>
        <mc:Fallback xmlns="">
          <p:sp>
            <p:nvSpPr>
              <p:cNvPr id="1048896" name=""/>
              <p:cNvSpPr/>
              <p:nvPr/>
            </p:nvSpPr>
            <p:spPr>
              <a:xfrm>
                <a:off x="7767441" y="3308350"/>
                <a:ext cx="433289" cy="6360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897" name="Ink 1048896"/>
              <p14:cNvContentPartPr/>
              <p14:nvPr/>
            </p14:nvContentPartPr>
            <p14:xfrm>
              <a:off x="7867650" y="3263066"/>
              <a:ext cx="461945" cy="96083"/>
            </p14:xfrm>
          </p:contentPart>
        </mc:Choice>
        <mc:Fallback xmlns="">
          <p:sp>
            <p:nvSpPr>
              <p:cNvPr id="1048897" name=""/>
              <p:cNvSpPr/>
              <p:nvPr/>
            </p:nvSpPr>
            <p:spPr>
              <a:xfrm>
                <a:off x="7867650" y="3263066"/>
                <a:ext cx="461945" cy="960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898" name="Ink 1048897"/>
              <p14:cNvContentPartPr/>
              <p14:nvPr/>
            </p14:nvContentPartPr>
            <p14:xfrm>
              <a:off x="7835900" y="3600450"/>
              <a:ext cx="197761" cy="19868"/>
            </p14:xfrm>
          </p:contentPart>
        </mc:Choice>
        <mc:Fallback xmlns="">
          <p:sp>
            <p:nvSpPr>
              <p:cNvPr id="1048898" name=""/>
              <p:cNvSpPr/>
              <p:nvPr/>
            </p:nvSpPr>
            <p:spPr>
              <a:xfrm>
                <a:off x="7835900" y="3600450"/>
                <a:ext cx="197761" cy="198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899" name="Ink 1048898"/>
              <p14:cNvContentPartPr/>
              <p14:nvPr/>
            </p14:nvContentPartPr>
            <p14:xfrm>
              <a:off x="8388531" y="3524250"/>
              <a:ext cx="593541" cy="639813"/>
            </p14:xfrm>
          </p:contentPart>
        </mc:Choice>
        <mc:Fallback xmlns="">
          <p:sp>
            <p:nvSpPr>
              <p:cNvPr id="1048899" name=""/>
              <p:cNvSpPr/>
              <p:nvPr/>
            </p:nvSpPr>
            <p:spPr>
              <a:xfrm>
                <a:off x="8388531" y="3524250"/>
                <a:ext cx="593541" cy="639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900" name="Ink 1048899"/>
              <p14:cNvContentPartPr/>
              <p14:nvPr/>
            </p14:nvContentPartPr>
            <p14:xfrm>
              <a:off x="7833963" y="4743450"/>
              <a:ext cx="338060" cy="683605"/>
            </p14:xfrm>
          </p:contentPart>
        </mc:Choice>
        <mc:Fallback xmlns="">
          <p:sp>
            <p:nvSpPr>
              <p:cNvPr id="1048900" name=""/>
              <p:cNvSpPr/>
              <p:nvPr/>
            </p:nvSpPr>
            <p:spPr>
              <a:xfrm>
                <a:off x="7833963" y="4743450"/>
                <a:ext cx="338060" cy="683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901" name="Ink 1048900"/>
              <p14:cNvContentPartPr/>
              <p14:nvPr/>
            </p14:nvContentPartPr>
            <p14:xfrm>
              <a:off x="8372539" y="4970640"/>
              <a:ext cx="654190" cy="489417"/>
            </p14:xfrm>
          </p:contentPart>
        </mc:Choice>
        <mc:Fallback xmlns="">
          <p:sp>
            <p:nvSpPr>
              <p:cNvPr id="1048901" name=""/>
              <p:cNvSpPr/>
              <p:nvPr/>
            </p:nvSpPr>
            <p:spPr>
              <a:xfrm>
                <a:off x="8372539" y="4970640"/>
                <a:ext cx="654190" cy="489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902" name="Ink 1048901"/>
              <p14:cNvContentPartPr/>
              <p14:nvPr/>
            </p14:nvContentPartPr>
            <p14:xfrm>
              <a:off x="9137375" y="4960477"/>
              <a:ext cx="401081" cy="662803"/>
            </p14:xfrm>
          </p:contentPart>
        </mc:Choice>
        <mc:Fallback xmlns="">
          <p:sp>
            <p:nvSpPr>
              <p:cNvPr id="1048902" name=""/>
              <p:cNvSpPr/>
              <p:nvPr/>
            </p:nvSpPr>
            <p:spPr>
              <a:xfrm>
                <a:off x="9137375" y="4960477"/>
                <a:ext cx="401081" cy="6628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903" name="Ink 1048902"/>
              <p14:cNvContentPartPr/>
              <p14:nvPr/>
            </p14:nvContentPartPr>
            <p14:xfrm>
              <a:off x="9396637" y="4616450"/>
              <a:ext cx="668350" cy="979034"/>
            </p14:xfrm>
          </p:contentPart>
        </mc:Choice>
        <mc:Fallback xmlns="">
          <p:sp>
            <p:nvSpPr>
              <p:cNvPr id="1048903" name=""/>
              <p:cNvSpPr/>
              <p:nvPr/>
            </p:nvSpPr>
            <p:spPr>
              <a:xfrm>
                <a:off x="9396637" y="4616450"/>
                <a:ext cx="668350" cy="979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904" name="Ink 1048903"/>
              <p14:cNvContentPartPr/>
              <p14:nvPr/>
            </p14:nvContentPartPr>
            <p14:xfrm>
              <a:off x="10368387" y="4069380"/>
              <a:ext cx="1407845" cy="1588887"/>
            </p14:xfrm>
          </p:contentPart>
        </mc:Choice>
        <mc:Fallback xmlns="">
          <p:sp>
            <p:nvSpPr>
              <p:cNvPr id="1048904" name=""/>
              <p:cNvSpPr/>
              <p:nvPr/>
            </p:nvSpPr>
            <p:spPr>
              <a:xfrm>
                <a:off x="10368387" y="4069380"/>
                <a:ext cx="1407845" cy="1588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905" name="Ink 1048904"/>
              <p14:cNvContentPartPr/>
              <p14:nvPr/>
            </p14:nvContentPartPr>
            <p14:xfrm>
              <a:off x="11296650" y="4661413"/>
              <a:ext cx="925367" cy="272537"/>
            </p14:xfrm>
          </p:contentPart>
        </mc:Choice>
        <mc:Fallback xmlns="">
          <p:sp>
            <p:nvSpPr>
              <p:cNvPr id="1048905" name=""/>
              <p:cNvSpPr/>
              <p:nvPr/>
            </p:nvSpPr>
            <p:spPr>
              <a:xfrm>
                <a:off x="11296650" y="4661413"/>
                <a:ext cx="925367" cy="272537"/>
              </a:xfrm>
            </p:spPr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Content Placeholder 2"/>
          <p:cNvSpPr>
            <a:spLocks noGrp="1"/>
          </p:cNvSpPr>
          <p:nvPr>
            <p:ph idx="1"/>
          </p:nvPr>
        </p:nvSpPr>
        <p:spPr>
          <a:xfrm>
            <a:off x="1510749" y="417443"/>
            <a:ext cx="9993864" cy="608339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By applying the KCL in the above figure: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Where,</a:t>
            </a:r>
          </a:p>
          <a:p>
            <a:pPr fontAlgn="base"/>
            <a:r>
              <a:rPr lang="en-US" dirty="0" err="1"/>
              <a:t>I</a:t>
            </a:r>
            <a:r>
              <a:rPr lang="en-US" baseline="-25000" dirty="0" err="1"/>
              <a:t>se</a:t>
            </a:r>
            <a:r>
              <a:rPr lang="en-US" dirty="0"/>
              <a:t> is the series field current</a:t>
            </a:r>
          </a:p>
          <a:p>
            <a:pPr marL="0" indent="0" fontAlgn="base">
              <a:buNone/>
            </a:pPr>
            <a:r>
              <a:rPr lang="en-US" dirty="0"/>
              <a:t>The voltage equation can be obtained by applying KVL in the above figure.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The power equation is obtained by multiplying equation (8)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Power input = mechanical power developed + losses in the armature + losses in the field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Comparing the equation (9) and (10), we will get the equation shown below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>
                <a:hlinkClick r:id="rId2"/>
              </a:rPr>
            </a:br>
            <a:endParaRPr lang="en-US" dirty="0"/>
          </a:p>
        </p:txBody>
      </p:sp>
      <p:sp>
        <p:nvSpPr>
          <p:cNvPr id="10486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68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31</a:t>
            </a:fld>
            <a:endParaRPr lang="en-US"/>
          </a:p>
        </p:txBody>
      </p:sp>
      <p:grpSp>
        <p:nvGrpSpPr>
          <p:cNvPr id="60" name="Group 11"/>
          <p:cNvGrpSpPr/>
          <p:nvPr/>
        </p:nvGrpSpPr>
        <p:grpSpPr>
          <a:xfrm>
            <a:off x="3309764" y="787782"/>
            <a:ext cx="3990975" cy="4986959"/>
            <a:chOff x="3309764" y="787782"/>
            <a:chExt cx="3990975" cy="4986959"/>
          </a:xfrm>
        </p:grpSpPr>
        <p:pic>
          <p:nvPicPr>
            <p:cNvPr id="2097154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9926" y="787782"/>
              <a:ext cx="1571625" cy="685800"/>
            </a:xfrm>
            <a:prstGeom prst="rect">
              <a:avLst/>
            </a:prstGeom>
          </p:spPr>
        </p:pic>
        <p:grpSp>
          <p:nvGrpSpPr>
            <p:cNvPr id="61" name="Group 10"/>
            <p:cNvGrpSpPr/>
            <p:nvPr/>
          </p:nvGrpSpPr>
          <p:grpSpPr>
            <a:xfrm>
              <a:off x="3309764" y="2477535"/>
              <a:ext cx="3990975" cy="3297206"/>
              <a:chOff x="3309764" y="2477535"/>
              <a:chExt cx="3990975" cy="3297206"/>
            </a:xfrm>
          </p:grpSpPr>
          <p:pic>
            <p:nvPicPr>
              <p:cNvPr id="2097155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8839" y="2477535"/>
                <a:ext cx="3038475" cy="352425"/>
              </a:xfrm>
              <a:prstGeom prst="rect">
                <a:avLst/>
              </a:prstGeom>
            </p:spPr>
          </p:pic>
          <p:pic>
            <p:nvPicPr>
              <p:cNvPr id="2097156" name="Picture 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09764" y="3322788"/>
                <a:ext cx="3257550" cy="342900"/>
              </a:xfrm>
              <a:prstGeom prst="rect">
                <a:avLst/>
              </a:prstGeom>
            </p:spPr>
          </p:pic>
          <p:pic>
            <p:nvPicPr>
              <p:cNvPr id="2097157" name="Picture 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28839" y="4174245"/>
                <a:ext cx="3771900" cy="371475"/>
              </a:xfrm>
              <a:prstGeom prst="rect">
                <a:avLst/>
              </a:prstGeom>
            </p:spPr>
          </p:pic>
          <p:pic>
            <p:nvPicPr>
              <p:cNvPr id="2097158" name="Picture 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89939" y="5241341"/>
                <a:ext cx="1847850" cy="5334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>
          <a:xfrm>
            <a:off x="1570383" y="496957"/>
            <a:ext cx="9934229" cy="5414265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Compound Wound Motor</a:t>
            </a:r>
          </a:p>
          <a:p>
            <a:pPr marL="0" indent="0" fontAlgn="base">
              <a:buNone/>
            </a:pPr>
            <a:r>
              <a:rPr lang="en-US" dirty="0"/>
              <a:t>A DC Motor having both shunt and series field windings is called a </a:t>
            </a:r>
            <a:r>
              <a:rPr lang="en-US" b="1" dirty="0"/>
              <a:t>Compound Motor</a:t>
            </a:r>
            <a:r>
              <a:rPr lang="en-US" dirty="0"/>
              <a:t>. 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65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32</a:t>
            </a:fld>
            <a:endParaRPr lang="en-US"/>
          </a:p>
        </p:txBody>
      </p:sp>
      <p:pic>
        <p:nvPicPr>
          <p:cNvPr id="209715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634" y="1625254"/>
            <a:ext cx="5200287" cy="38015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8654" name="Ink 1048653"/>
              <p14:cNvContentPartPr/>
              <p14:nvPr/>
            </p14:nvContentPartPr>
            <p14:xfrm>
              <a:off x="4236638" y="5618688"/>
              <a:ext cx="309820" cy="379236"/>
            </p14:xfrm>
          </p:contentPart>
        </mc:Choice>
        <mc:Fallback xmlns="">
          <p:sp>
            <p:nvSpPr>
              <p:cNvPr id="1048654" name=""/>
              <p:cNvSpPr/>
              <p:nvPr/>
            </p:nvSpPr>
            <p:spPr>
              <a:xfrm>
                <a:off x="4236638" y="5618688"/>
                <a:ext cx="309820" cy="379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8655" name="Ink 1048654"/>
              <p14:cNvContentPartPr/>
              <p14:nvPr/>
            </p14:nvContentPartPr>
            <p14:xfrm>
              <a:off x="4718841" y="5825429"/>
              <a:ext cx="278285" cy="8503"/>
            </p14:xfrm>
          </p:contentPart>
        </mc:Choice>
        <mc:Fallback xmlns="">
          <p:sp>
            <p:nvSpPr>
              <p:cNvPr id="1048655" name=""/>
              <p:cNvSpPr/>
              <p:nvPr/>
            </p:nvSpPr>
            <p:spPr>
              <a:xfrm>
                <a:off x="4718841" y="5825429"/>
                <a:ext cx="278285" cy="8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656" name="Ink 1048655"/>
              <p14:cNvContentPartPr/>
              <p14:nvPr/>
            </p14:nvContentPartPr>
            <p14:xfrm>
              <a:off x="5109817" y="5658742"/>
              <a:ext cx="8867" cy="312336"/>
            </p14:xfrm>
          </p:contentPart>
        </mc:Choice>
        <mc:Fallback xmlns="">
          <p:sp>
            <p:nvSpPr>
              <p:cNvPr id="1048656" name=""/>
              <p:cNvSpPr/>
              <p:nvPr/>
            </p:nvSpPr>
            <p:spPr>
              <a:xfrm>
                <a:off x="5109817" y="5658742"/>
                <a:ext cx="8867" cy="312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657" name="Ink 1048656"/>
              <p14:cNvContentPartPr/>
              <p14:nvPr/>
            </p14:nvContentPartPr>
            <p14:xfrm>
              <a:off x="5010544" y="6007649"/>
              <a:ext cx="263936" cy="17210"/>
            </p14:xfrm>
          </p:contentPart>
        </mc:Choice>
        <mc:Fallback xmlns="">
          <p:sp>
            <p:nvSpPr>
              <p:cNvPr id="1048657" name=""/>
              <p:cNvSpPr/>
              <p:nvPr/>
            </p:nvSpPr>
            <p:spPr>
              <a:xfrm>
                <a:off x="5010544" y="6007649"/>
                <a:ext cx="263936" cy="17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658" name="Ink 1048657"/>
              <p14:cNvContentPartPr/>
              <p14:nvPr/>
            </p14:nvContentPartPr>
            <p14:xfrm>
              <a:off x="5040310" y="5590281"/>
              <a:ext cx="262780" cy="32823"/>
            </p14:xfrm>
          </p:contentPart>
        </mc:Choice>
        <mc:Fallback xmlns="">
          <p:sp>
            <p:nvSpPr>
              <p:cNvPr id="1048658" name=""/>
              <p:cNvSpPr/>
              <p:nvPr/>
            </p:nvSpPr>
            <p:spPr>
              <a:xfrm>
                <a:off x="5040310" y="5590281"/>
                <a:ext cx="262780" cy="32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659" name="Ink 1048658"/>
              <p14:cNvContentPartPr/>
              <p14:nvPr/>
            </p14:nvContentPartPr>
            <p14:xfrm>
              <a:off x="5269393" y="5840312"/>
              <a:ext cx="211448" cy="262571"/>
            </p14:xfrm>
          </p:contentPart>
        </mc:Choice>
        <mc:Fallback xmlns="">
          <p:sp>
            <p:nvSpPr>
              <p:cNvPr id="1048659" name=""/>
              <p:cNvSpPr/>
              <p:nvPr/>
            </p:nvSpPr>
            <p:spPr>
              <a:xfrm>
                <a:off x="5269393" y="5840312"/>
                <a:ext cx="211448" cy="262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660" name="Ink 1048659"/>
              <p14:cNvContentPartPr/>
              <p14:nvPr/>
            </p14:nvContentPartPr>
            <p14:xfrm>
              <a:off x="5552279" y="5879008"/>
              <a:ext cx="176036" cy="275300"/>
            </p14:xfrm>
          </p:contentPart>
        </mc:Choice>
        <mc:Fallback xmlns="">
          <p:sp>
            <p:nvSpPr>
              <p:cNvPr id="1048660" name=""/>
              <p:cNvSpPr/>
              <p:nvPr/>
            </p:nvSpPr>
            <p:spPr>
              <a:xfrm>
                <a:off x="5552279" y="5879008"/>
                <a:ext cx="176036" cy="275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661" name="Ink 1048660"/>
              <p14:cNvContentPartPr/>
              <p14:nvPr/>
            </p14:nvContentPartPr>
            <p14:xfrm>
              <a:off x="5537396" y="5830598"/>
              <a:ext cx="178500" cy="18644"/>
            </p14:xfrm>
          </p:contentPart>
        </mc:Choice>
        <mc:Fallback xmlns="">
          <p:sp>
            <p:nvSpPr>
              <p:cNvPr id="1048661" name=""/>
              <p:cNvSpPr/>
              <p:nvPr/>
            </p:nvSpPr>
            <p:spPr>
              <a:xfrm>
                <a:off x="5537396" y="5830598"/>
                <a:ext cx="178500" cy="18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662" name="Ink 1048661"/>
              <p14:cNvContentPartPr/>
              <p14:nvPr/>
            </p14:nvContentPartPr>
            <p14:xfrm>
              <a:off x="5504654" y="5967518"/>
              <a:ext cx="202675" cy="66271"/>
            </p14:xfrm>
          </p:contentPart>
        </mc:Choice>
        <mc:Fallback xmlns="">
          <p:sp>
            <p:nvSpPr>
              <p:cNvPr id="1048662" name=""/>
              <p:cNvSpPr/>
              <p:nvPr/>
            </p:nvSpPr>
            <p:spPr>
              <a:xfrm>
                <a:off x="5504654" y="5967518"/>
                <a:ext cx="202675" cy="66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663" name="Ink 1048662"/>
              <p14:cNvContentPartPr/>
              <p14:nvPr/>
            </p14:nvContentPartPr>
            <p14:xfrm>
              <a:off x="5796357" y="5484836"/>
              <a:ext cx="204103" cy="525354"/>
            </p14:xfrm>
          </p:contentPart>
        </mc:Choice>
        <mc:Fallback xmlns="">
          <p:sp>
            <p:nvSpPr>
              <p:cNvPr id="1048663" name=""/>
              <p:cNvSpPr/>
              <p:nvPr/>
            </p:nvSpPr>
            <p:spPr>
              <a:xfrm>
                <a:off x="5796357" y="5484836"/>
                <a:ext cx="204103" cy="525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664" name="Ink 1048663"/>
              <p14:cNvContentPartPr/>
              <p14:nvPr/>
            </p14:nvContentPartPr>
            <p14:xfrm>
              <a:off x="6042843" y="5840312"/>
              <a:ext cx="123888" cy="245924"/>
            </p14:xfrm>
          </p:contentPart>
        </mc:Choice>
        <mc:Fallback xmlns="">
          <p:sp>
            <p:nvSpPr>
              <p:cNvPr id="1048664" name=""/>
              <p:cNvSpPr/>
              <p:nvPr/>
            </p:nvSpPr>
            <p:spPr>
              <a:xfrm>
                <a:off x="6042843" y="5840312"/>
                <a:ext cx="123888" cy="2459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665" name="Ink 1048664"/>
              <p14:cNvContentPartPr/>
              <p14:nvPr/>
            </p14:nvContentPartPr>
            <p14:xfrm>
              <a:off x="6261360" y="5810547"/>
              <a:ext cx="128577" cy="323366"/>
            </p14:xfrm>
          </p:contentPart>
        </mc:Choice>
        <mc:Fallback xmlns="">
          <p:sp>
            <p:nvSpPr>
              <p:cNvPr id="1048665" name=""/>
              <p:cNvSpPr/>
              <p:nvPr/>
            </p:nvSpPr>
            <p:spPr>
              <a:xfrm>
                <a:off x="6261360" y="5810547"/>
                <a:ext cx="128577" cy="323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666" name="Ink 1048665"/>
              <p14:cNvContentPartPr/>
              <p14:nvPr/>
            </p14:nvContentPartPr>
            <p14:xfrm>
              <a:off x="6230936" y="5770073"/>
              <a:ext cx="246584" cy="34521"/>
            </p14:xfrm>
          </p:contentPart>
        </mc:Choice>
        <mc:Fallback xmlns="">
          <p:sp>
            <p:nvSpPr>
              <p:cNvPr id="1048666" name=""/>
              <p:cNvSpPr/>
              <p:nvPr/>
            </p:nvSpPr>
            <p:spPr>
              <a:xfrm>
                <a:off x="6230936" y="5770073"/>
                <a:ext cx="246584" cy="34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667" name="Ink 1048666"/>
              <p14:cNvContentPartPr/>
              <p14:nvPr/>
            </p14:nvContentPartPr>
            <p14:xfrm>
              <a:off x="6180334" y="5935652"/>
              <a:ext cx="254147" cy="11817"/>
            </p14:xfrm>
          </p:contentPart>
        </mc:Choice>
        <mc:Fallback xmlns="">
          <p:sp>
            <p:nvSpPr>
              <p:cNvPr id="1048667" name=""/>
              <p:cNvSpPr/>
              <p:nvPr/>
            </p:nvSpPr>
            <p:spPr>
              <a:xfrm>
                <a:off x="6180334" y="5935652"/>
                <a:ext cx="254147" cy="11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668" name="Ink 1048667"/>
              <p14:cNvContentPartPr/>
              <p14:nvPr/>
            </p14:nvContentPartPr>
            <p14:xfrm>
              <a:off x="6665514" y="5870078"/>
              <a:ext cx="233421" cy="36946"/>
            </p14:xfrm>
          </p:contentPart>
        </mc:Choice>
        <mc:Fallback xmlns="">
          <p:sp>
            <p:nvSpPr>
              <p:cNvPr id="1048668" name=""/>
              <p:cNvSpPr/>
              <p:nvPr/>
            </p:nvSpPr>
            <p:spPr>
              <a:xfrm>
                <a:off x="6665514" y="5870078"/>
                <a:ext cx="233421" cy="36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669" name="Ink 1048668"/>
              <p14:cNvContentPartPr/>
              <p14:nvPr/>
            </p14:nvContentPartPr>
            <p14:xfrm>
              <a:off x="7039771" y="5602187"/>
              <a:ext cx="18649" cy="386982"/>
            </p14:xfrm>
          </p:contentPart>
        </mc:Choice>
        <mc:Fallback xmlns="">
          <p:sp>
            <p:nvSpPr>
              <p:cNvPr id="1048669" name=""/>
              <p:cNvSpPr/>
              <p:nvPr/>
            </p:nvSpPr>
            <p:spPr>
              <a:xfrm>
                <a:off x="7039771" y="5602187"/>
                <a:ext cx="18649" cy="386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670" name="Ink 1048669"/>
              <p14:cNvContentPartPr/>
              <p14:nvPr/>
            </p14:nvContentPartPr>
            <p14:xfrm>
              <a:off x="6930428" y="5966036"/>
              <a:ext cx="332137" cy="94542"/>
            </p14:xfrm>
          </p:contentPart>
        </mc:Choice>
        <mc:Fallback xmlns="">
          <p:sp>
            <p:nvSpPr>
              <p:cNvPr id="1048670" name=""/>
              <p:cNvSpPr/>
              <p:nvPr/>
            </p:nvSpPr>
            <p:spPr>
              <a:xfrm>
                <a:off x="6930428" y="5966036"/>
                <a:ext cx="332137" cy="94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671" name="Ink 1048670"/>
              <p14:cNvContentPartPr/>
              <p14:nvPr/>
            </p14:nvContentPartPr>
            <p14:xfrm>
              <a:off x="6933404" y="5551586"/>
              <a:ext cx="331277" cy="26277"/>
            </p14:xfrm>
          </p:contentPart>
        </mc:Choice>
        <mc:Fallback xmlns="">
          <p:sp>
            <p:nvSpPr>
              <p:cNvPr id="1048671" name=""/>
              <p:cNvSpPr/>
              <p:nvPr/>
            </p:nvSpPr>
            <p:spPr>
              <a:xfrm>
                <a:off x="6933404" y="5551586"/>
                <a:ext cx="331277" cy="26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672" name="Ink 1048671"/>
              <p14:cNvContentPartPr/>
              <p14:nvPr/>
            </p14:nvContentPartPr>
            <p14:xfrm>
              <a:off x="7253338" y="5865792"/>
              <a:ext cx="256973" cy="318414"/>
            </p14:xfrm>
          </p:contentPart>
        </mc:Choice>
        <mc:Fallback xmlns="">
          <p:sp>
            <p:nvSpPr>
              <p:cNvPr id="1048672" name=""/>
              <p:cNvSpPr/>
              <p:nvPr/>
            </p:nvSpPr>
            <p:spPr>
              <a:xfrm>
                <a:off x="7253338" y="5865792"/>
                <a:ext cx="256973" cy="3184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673" name="Ink 1048672"/>
              <p14:cNvContentPartPr/>
              <p14:nvPr/>
            </p14:nvContentPartPr>
            <p14:xfrm>
              <a:off x="7544793" y="5521055"/>
              <a:ext cx="237032" cy="421764"/>
            </p14:xfrm>
          </p:contentPart>
        </mc:Choice>
        <mc:Fallback xmlns="">
          <p:sp>
            <p:nvSpPr>
              <p:cNvPr id="1048673" name=""/>
              <p:cNvSpPr/>
              <p:nvPr/>
            </p:nvSpPr>
            <p:spPr>
              <a:xfrm>
                <a:off x="7544793" y="5521055"/>
                <a:ext cx="237032" cy="421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674" name="Ink 1048673"/>
              <p14:cNvContentPartPr/>
              <p14:nvPr/>
            </p14:nvContentPartPr>
            <p14:xfrm>
              <a:off x="7817462" y="5760850"/>
              <a:ext cx="231852" cy="329507"/>
            </p14:xfrm>
          </p:contentPart>
        </mc:Choice>
        <mc:Fallback xmlns="">
          <p:sp>
            <p:nvSpPr>
              <p:cNvPr id="1048674" name=""/>
              <p:cNvSpPr/>
              <p:nvPr/>
            </p:nvSpPr>
            <p:spPr>
              <a:xfrm>
                <a:off x="7817462" y="5760850"/>
                <a:ext cx="231852" cy="329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675" name="Ink 1048674"/>
              <p14:cNvContentPartPr/>
              <p14:nvPr/>
            </p14:nvContentPartPr>
            <p14:xfrm>
              <a:off x="8067475" y="5676415"/>
              <a:ext cx="256059" cy="18045"/>
            </p14:xfrm>
          </p:contentPart>
        </mc:Choice>
        <mc:Fallback xmlns="">
          <p:sp>
            <p:nvSpPr>
              <p:cNvPr id="1048675" name=""/>
              <p:cNvSpPr/>
              <p:nvPr/>
            </p:nvSpPr>
            <p:spPr>
              <a:xfrm>
                <a:off x="8067475" y="5676415"/>
                <a:ext cx="256059" cy="18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676" name="Ink 1048675"/>
              <p14:cNvContentPartPr/>
              <p14:nvPr/>
            </p14:nvContentPartPr>
            <p14:xfrm>
              <a:off x="8511446" y="5364062"/>
              <a:ext cx="235270" cy="457219"/>
            </p14:xfrm>
          </p:contentPart>
        </mc:Choice>
        <mc:Fallback xmlns="">
          <p:sp>
            <p:nvSpPr>
              <p:cNvPr id="1048676" name=""/>
              <p:cNvSpPr/>
              <p:nvPr/>
            </p:nvSpPr>
            <p:spPr>
              <a:xfrm>
                <a:off x="8511446" y="5364062"/>
                <a:ext cx="235270" cy="457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677" name="Ink 1048676"/>
              <p14:cNvContentPartPr/>
              <p14:nvPr/>
            </p14:nvContentPartPr>
            <p14:xfrm>
              <a:off x="8484194" y="5357083"/>
              <a:ext cx="278979" cy="99253"/>
            </p14:xfrm>
          </p:contentPart>
        </mc:Choice>
        <mc:Fallback xmlns="">
          <p:sp>
            <p:nvSpPr>
              <p:cNvPr id="1048677" name=""/>
              <p:cNvSpPr/>
              <p:nvPr/>
            </p:nvSpPr>
            <p:spPr>
              <a:xfrm>
                <a:off x="8484194" y="5357083"/>
                <a:ext cx="278979" cy="99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678" name="Ink 1048677"/>
              <p14:cNvContentPartPr/>
              <p14:nvPr/>
            </p14:nvContentPartPr>
            <p14:xfrm>
              <a:off x="8531819" y="5502270"/>
              <a:ext cx="282858" cy="79081"/>
            </p14:xfrm>
          </p:contentPart>
        </mc:Choice>
        <mc:Fallback xmlns="">
          <p:sp>
            <p:nvSpPr>
              <p:cNvPr id="1048678" name=""/>
              <p:cNvSpPr/>
              <p:nvPr/>
            </p:nvSpPr>
            <p:spPr>
              <a:xfrm>
                <a:off x="8531819" y="5502270"/>
                <a:ext cx="282858" cy="790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679" name="Ink 1048678"/>
              <p14:cNvContentPartPr/>
              <p14:nvPr/>
            </p14:nvContentPartPr>
            <p14:xfrm>
              <a:off x="8772820" y="5590281"/>
              <a:ext cx="178334" cy="333251"/>
            </p14:xfrm>
          </p:contentPart>
        </mc:Choice>
        <mc:Fallback xmlns="">
          <p:sp>
            <p:nvSpPr>
              <p:cNvPr id="1048679" name=""/>
              <p:cNvSpPr/>
              <p:nvPr/>
            </p:nvSpPr>
            <p:spPr>
              <a:xfrm>
                <a:off x="8772820" y="5590281"/>
                <a:ext cx="178334" cy="333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680" name="Ink 1048679"/>
              <p14:cNvContentPartPr/>
              <p14:nvPr/>
            </p14:nvContentPartPr>
            <p14:xfrm>
              <a:off x="9073553" y="5492695"/>
              <a:ext cx="180312" cy="26148"/>
            </p14:xfrm>
          </p:contentPart>
        </mc:Choice>
        <mc:Fallback xmlns="">
          <p:sp>
            <p:nvSpPr>
              <p:cNvPr id="1048680" name=""/>
              <p:cNvSpPr/>
              <p:nvPr/>
            </p:nvSpPr>
            <p:spPr>
              <a:xfrm>
                <a:off x="9073553" y="5492695"/>
                <a:ext cx="180312" cy="26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681" name="Ink 1048680"/>
              <p14:cNvContentPartPr/>
              <p14:nvPr/>
            </p14:nvContentPartPr>
            <p14:xfrm>
              <a:off x="9091413" y="5568838"/>
              <a:ext cx="242578" cy="80974"/>
            </p14:xfrm>
          </p:contentPart>
        </mc:Choice>
        <mc:Fallback xmlns="">
          <p:sp>
            <p:nvSpPr>
              <p:cNvPr id="1048681" name=""/>
              <p:cNvSpPr/>
              <p:nvPr/>
            </p:nvSpPr>
            <p:spPr>
              <a:xfrm>
                <a:off x="9091413" y="5568838"/>
                <a:ext cx="242578" cy="80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682" name="Ink 1048681"/>
              <p14:cNvContentPartPr/>
              <p14:nvPr/>
            </p14:nvContentPartPr>
            <p14:xfrm>
              <a:off x="9356019" y="5307093"/>
              <a:ext cx="106141" cy="350467"/>
            </p14:xfrm>
          </p:contentPart>
        </mc:Choice>
        <mc:Fallback xmlns="">
          <p:sp>
            <p:nvSpPr>
              <p:cNvPr id="1048682" name=""/>
              <p:cNvSpPr/>
              <p:nvPr/>
            </p:nvSpPr>
            <p:spPr>
              <a:xfrm>
                <a:off x="9356019" y="5307093"/>
                <a:ext cx="106141" cy="350467"/>
              </a:xfrm>
            </p:spPr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04439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1E1E1E"/>
                </a:solidFill>
                <a:effectLst/>
                <a:latin typeface="Raleway" panose="020F0502020204030204" pitchFamily="2" charset="0"/>
              </a:rPr>
              <a:t>Speed Of A DC Motor</a:t>
            </a:r>
            <a:br>
              <a:rPr lang="en-US" b="1" i="0" dirty="0">
                <a:solidFill>
                  <a:srgbClr val="1E1E1E"/>
                </a:solidFill>
                <a:effectLst/>
                <a:latin typeface="Raleway" panose="020F0502020204030204" pitchFamily="2" charset="0"/>
              </a:rPr>
            </a:br>
            <a:endParaRPr lang="en-US" dirty="0"/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2592924" y="1528549"/>
            <a:ext cx="8911688" cy="4382673"/>
          </a:xfrm>
        </p:spPr>
        <p:txBody>
          <a:bodyPr>
            <a:noAutofit/>
          </a:bodyPr>
          <a:lstStyle/>
          <a:p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Back emf “e” of a </a:t>
            </a:r>
            <a:r>
              <a:rPr lang="en-US" b="0" i="0" u="none" strike="noStrike" dirty="0">
                <a:solidFill>
                  <a:srgbClr val="21618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DC motor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is nothing but the induced emf in armature conductors due to rotation of the armature in magnetic field. 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Thus, the magnitude of E</a:t>
            </a:r>
            <a:r>
              <a:rPr lang="en-US" b="0" i="0" baseline="-2500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can be given by </a:t>
            </a:r>
            <a:r>
              <a:rPr lang="en-US" b="0" i="0" u="none" strike="noStrike" dirty="0">
                <a:solidFill>
                  <a:srgbClr val="21618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EMF equation of a DC generator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0" i="0" dirty="0">
              <a:solidFill>
                <a:srgbClr val="1E1E1E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b="0" i="0" baseline="-2500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 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also be given as,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b="0" i="0" baseline="-2500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= V- </a:t>
            </a:r>
            <a:r>
              <a:rPr lang="en-US" b="0" i="0" dirty="0" err="1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="0" i="0" baseline="-25000" dirty="0" err="1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b="0" i="0" dirty="0" err="1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b="0" i="0" baseline="-25000" dirty="0" err="1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thus, from the above equations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= e 60</a:t>
            </a:r>
            <a:r>
              <a:rPr lang="en-US" dirty="0">
                <a:solidFill>
                  <a:srgbClr val="1E1E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A/(P ᶲ Z)   but, for a DC motor A, P and Z are constants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Therefore, N ∝ K e/</a:t>
            </a:r>
            <a:r>
              <a:rPr lang="en-US" b="0" i="0" baseline="-2500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Ø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         (where, K=constant)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shows the </a:t>
            </a:r>
            <a:r>
              <a:rPr lang="en-US" b="1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speed of a dc motor</a:t>
            </a:r>
            <a:r>
              <a:rPr lang="en-US" b="0" i="0" dirty="0">
                <a:solidFill>
                  <a:srgbClr val="1E1E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is directly proportional to the back emf and inversely proportional to the flux per pole.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6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33</a:t>
            </a:fld>
            <a:endParaRPr lang="en-US"/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960" y="2563469"/>
            <a:ext cx="2491040" cy="8655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620" name="Ink 1048619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620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621" name="Ink 1048620"/>
              <p14:cNvContentPartPr/>
              <p14:nvPr/>
            </p14:nvContentPartPr>
            <p14:xfrm>
              <a:off x="6656513" y="845044"/>
              <a:ext cx="217951" cy="506438"/>
            </p14:xfrm>
          </p:contentPart>
        </mc:Choice>
        <mc:Fallback xmlns="">
          <p:sp>
            <p:nvSpPr>
              <p:cNvPr id="1048621" name=""/>
              <p:cNvSpPr/>
              <p:nvPr/>
            </p:nvSpPr>
            <p:spPr>
              <a:xfrm>
                <a:off x="6656513" y="845044"/>
                <a:ext cx="217951" cy="506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622" name="Ink 1048621"/>
              <p14:cNvContentPartPr/>
              <p14:nvPr/>
            </p14:nvContentPartPr>
            <p14:xfrm>
              <a:off x="7020322" y="922434"/>
              <a:ext cx="18256" cy="305929"/>
            </p14:xfrm>
          </p:contentPart>
        </mc:Choice>
        <mc:Fallback xmlns="">
          <p:sp>
            <p:nvSpPr>
              <p:cNvPr id="1048622" name=""/>
              <p:cNvSpPr/>
              <p:nvPr/>
            </p:nvSpPr>
            <p:spPr>
              <a:xfrm>
                <a:off x="7020322" y="922434"/>
                <a:ext cx="18256" cy="305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623" name="Ink 1048622"/>
              <p14:cNvContentPartPr/>
              <p14:nvPr/>
            </p14:nvContentPartPr>
            <p14:xfrm>
              <a:off x="6886773" y="901999"/>
              <a:ext cx="324249" cy="62106"/>
            </p14:xfrm>
          </p:contentPart>
        </mc:Choice>
        <mc:Fallback xmlns="">
          <p:sp>
            <p:nvSpPr>
              <p:cNvPr id="1048623" name=""/>
              <p:cNvSpPr/>
              <p:nvPr/>
            </p:nvSpPr>
            <p:spPr>
              <a:xfrm>
                <a:off x="6886773" y="901999"/>
                <a:ext cx="324249" cy="6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624" name="Ink 1048623"/>
              <p14:cNvContentPartPr/>
              <p14:nvPr/>
            </p14:nvContentPartPr>
            <p14:xfrm>
              <a:off x="7142758" y="946247"/>
              <a:ext cx="287894" cy="310285"/>
            </p14:xfrm>
          </p:contentPart>
        </mc:Choice>
        <mc:Fallback xmlns="">
          <p:sp>
            <p:nvSpPr>
              <p:cNvPr id="1048624" name=""/>
              <p:cNvSpPr/>
              <p:nvPr/>
            </p:nvSpPr>
            <p:spPr>
              <a:xfrm>
                <a:off x="7142758" y="946247"/>
                <a:ext cx="287894" cy="310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625" name="Ink 1048624"/>
              <p14:cNvContentPartPr/>
              <p14:nvPr/>
            </p14:nvContentPartPr>
            <p14:xfrm>
              <a:off x="7505898" y="1007274"/>
              <a:ext cx="153917" cy="200204"/>
            </p14:xfrm>
          </p:contentPart>
        </mc:Choice>
        <mc:Fallback xmlns="">
          <p:sp>
            <p:nvSpPr>
              <p:cNvPr id="1048625" name=""/>
              <p:cNvSpPr/>
              <p:nvPr/>
            </p:nvSpPr>
            <p:spPr>
              <a:xfrm>
                <a:off x="7505898" y="1007274"/>
                <a:ext cx="153917" cy="2002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626" name="Ink 1048625"/>
              <p14:cNvContentPartPr/>
              <p14:nvPr/>
            </p14:nvContentPartPr>
            <p14:xfrm>
              <a:off x="7713252" y="881444"/>
              <a:ext cx="189874" cy="323702"/>
            </p14:xfrm>
          </p:contentPart>
        </mc:Choice>
        <mc:Fallback xmlns="">
          <p:sp>
            <p:nvSpPr>
              <p:cNvPr id="1048626" name=""/>
              <p:cNvSpPr/>
              <p:nvPr/>
            </p:nvSpPr>
            <p:spPr>
              <a:xfrm>
                <a:off x="7713252" y="881444"/>
                <a:ext cx="189874" cy="323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627" name="Ink 1048626"/>
              <p14:cNvContentPartPr/>
              <p14:nvPr/>
            </p14:nvContentPartPr>
            <p14:xfrm>
              <a:off x="7997031" y="946247"/>
              <a:ext cx="414728" cy="606772"/>
            </p14:xfrm>
          </p:contentPart>
        </mc:Choice>
        <mc:Fallback xmlns="">
          <p:sp>
            <p:nvSpPr>
              <p:cNvPr id="1048627" name=""/>
              <p:cNvSpPr/>
              <p:nvPr/>
            </p:nvSpPr>
            <p:spPr>
              <a:xfrm>
                <a:off x="7997031" y="946247"/>
                <a:ext cx="414728" cy="606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628" name="Ink 1048627"/>
              <p14:cNvContentPartPr/>
              <p14:nvPr/>
            </p14:nvContentPartPr>
            <p14:xfrm>
              <a:off x="8402762" y="800395"/>
              <a:ext cx="224899" cy="736248"/>
            </p14:xfrm>
          </p:contentPart>
        </mc:Choice>
        <mc:Fallback xmlns="">
          <p:sp>
            <p:nvSpPr>
              <p:cNvPr id="1048628" name=""/>
              <p:cNvSpPr/>
              <p:nvPr/>
            </p:nvSpPr>
            <p:spPr>
              <a:xfrm>
                <a:off x="8402762" y="800395"/>
                <a:ext cx="224899" cy="736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629" name="Ink 1048628"/>
              <p14:cNvContentPartPr/>
              <p14:nvPr/>
            </p14:nvContentPartPr>
            <p14:xfrm>
              <a:off x="8008307" y="2671411"/>
              <a:ext cx="247875" cy="266998"/>
            </p14:xfrm>
          </p:contentPart>
        </mc:Choice>
        <mc:Fallback xmlns="">
          <p:sp>
            <p:nvSpPr>
              <p:cNvPr id="1048629" name=""/>
              <p:cNvSpPr/>
              <p:nvPr/>
            </p:nvSpPr>
            <p:spPr>
              <a:xfrm>
                <a:off x="8008307" y="2671411"/>
                <a:ext cx="247875" cy="266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630" name="Ink 1048629"/>
              <p14:cNvContentPartPr/>
              <p14:nvPr/>
            </p14:nvContentPartPr>
            <p14:xfrm>
              <a:off x="7925973" y="2636108"/>
              <a:ext cx="317148" cy="17444"/>
            </p14:xfrm>
          </p:contentPart>
        </mc:Choice>
        <mc:Fallback xmlns="">
          <p:sp>
            <p:nvSpPr>
              <p:cNvPr id="1048630" name=""/>
              <p:cNvSpPr/>
              <p:nvPr/>
            </p:nvSpPr>
            <p:spPr>
              <a:xfrm>
                <a:off x="7925973" y="2636108"/>
                <a:ext cx="317148" cy="17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631" name="Ink 1048630"/>
              <p14:cNvContentPartPr/>
              <p14:nvPr/>
            </p14:nvContentPartPr>
            <p14:xfrm>
              <a:off x="7934902" y="2846620"/>
              <a:ext cx="283956" cy="39104"/>
            </p14:xfrm>
          </p:contentPart>
        </mc:Choice>
        <mc:Fallback xmlns="">
          <p:sp>
            <p:nvSpPr>
              <p:cNvPr id="1048631" name=""/>
              <p:cNvSpPr/>
              <p:nvPr/>
            </p:nvSpPr>
            <p:spPr>
              <a:xfrm>
                <a:off x="7934902" y="2846620"/>
                <a:ext cx="283956" cy="39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632" name="Ink 1048631"/>
              <p14:cNvContentPartPr/>
              <p14:nvPr/>
            </p14:nvContentPartPr>
            <p14:xfrm>
              <a:off x="8305529" y="2611880"/>
              <a:ext cx="343303" cy="368501"/>
            </p14:xfrm>
          </p:contentPart>
        </mc:Choice>
        <mc:Fallback xmlns="">
          <p:sp>
            <p:nvSpPr>
              <p:cNvPr id="1048632" name=""/>
              <p:cNvSpPr/>
              <p:nvPr/>
            </p:nvSpPr>
            <p:spPr>
              <a:xfrm>
                <a:off x="8305529" y="2611880"/>
                <a:ext cx="343303" cy="368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633" name="Ink 1048632"/>
              <p14:cNvContentPartPr/>
              <p14:nvPr/>
            </p14:nvContentPartPr>
            <p14:xfrm>
              <a:off x="8801649" y="2635693"/>
              <a:ext cx="256851" cy="331885"/>
            </p14:xfrm>
          </p:contentPart>
        </mc:Choice>
        <mc:Fallback xmlns="">
          <p:sp>
            <p:nvSpPr>
              <p:cNvPr id="1048633" name=""/>
              <p:cNvSpPr/>
              <p:nvPr/>
            </p:nvSpPr>
            <p:spPr>
              <a:xfrm>
                <a:off x="8801649" y="2635693"/>
                <a:ext cx="256851" cy="331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634" name="Ink 1048633"/>
              <p14:cNvContentPartPr/>
              <p14:nvPr/>
            </p14:nvContentPartPr>
            <p14:xfrm>
              <a:off x="8863590" y="2522583"/>
              <a:ext cx="27847" cy="537379"/>
            </p14:xfrm>
          </p:contentPart>
        </mc:Choice>
        <mc:Fallback xmlns="">
          <p:sp>
            <p:nvSpPr>
              <p:cNvPr id="1048634" name=""/>
              <p:cNvSpPr/>
              <p:nvPr/>
            </p:nvSpPr>
            <p:spPr>
              <a:xfrm>
                <a:off x="8863590" y="2522583"/>
                <a:ext cx="27847" cy="537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635" name="Ink 1048634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635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636" name="Ink 1048635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636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637" name="Ink 1048636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 xmlns="">
          <p:sp>
            <p:nvSpPr>
              <p:cNvPr id="1048637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638" name="Ink 1048637"/>
              <p14:cNvContentPartPr/>
              <p14:nvPr/>
            </p14:nvContentPartPr>
            <p14:xfrm>
              <a:off x="9131481" y="2888700"/>
              <a:ext cx="57223" cy="11690"/>
            </p14:xfrm>
          </p:contentPart>
        </mc:Choice>
        <mc:Fallback xmlns="">
          <p:sp>
            <p:nvSpPr>
              <p:cNvPr id="1048638" name=""/>
              <p:cNvSpPr/>
              <p:nvPr/>
            </p:nvSpPr>
            <p:spPr>
              <a:xfrm>
                <a:off x="9131481" y="2888700"/>
                <a:ext cx="57223" cy="116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639" name="Ink 1048638"/>
              <p14:cNvContentPartPr/>
              <p14:nvPr/>
            </p14:nvContentPartPr>
            <p14:xfrm>
              <a:off x="9298167" y="2584489"/>
              <a:ext cx="337315" cy="361108"/>
            </p14:xfrm>
          </p:contentPart>
        </mc:Choice>
        <mc:Fallback xmlns="">
          <p:sp>
            <p:nvSpPr>
              <p:cNvPr id="1048639" name=""/>
              <p:cNvSpPr/>
              <p:nvPr/>
            </p:nvSpPr>
            <p:spPr>
              <a:xfrm>
                <a:off x="9298167" y="2584489"/>
                <a:ext cx="337315" cy="361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640" name="Ink 1048639"/>
              <p14:cNvContentPartPr/>
              <p14:nvPr/>
            </p14:nvContentPartPr>
            <p14:xfrm>
              <a:off x="8086707" y="3160507"/>
              <a:ext cx="353772" cy="416429"/>
            </p14:xfrm>
          </p:contentPart>
        </mc:Choice>
        <mc:Fallback xmlns="">
          <p:sp>
            <p:nvSpPr>
              <p:cNvPr id="1048640" name=""/>
              <p:cNvSpPr/>
              <p:nvPr/>
            </p:nvSpPr>
            <p:spPr>
              <a:xfrm>
                <a:off x="8086707" y="3160507"/>
                <a:ext cx="353772" cy="416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641" name="Ink 1048640"/>
              <p14:cNvContentPartPr/>
              <p14:nvPr/>
            </p14:nvContentPartPr>
            <p14:xfrm>
              <a:off x="8499646" y="3173086"/>
              <a:ext cx="439447" cy="390251"/>
            </p14:xfrm>
          </p:contentPart>
        </mc:Choice>
        <mc:Fallback xmlns="">
          <p:sp>
            <p:nvSpPr>
              <p:cNvPr id="1048641" name=""/>
              <p:cNvSpPr/>
              <p:nvPr/>
            </p:nvSpPr>
            <p:spPr>
              <a:xfrm>
                <a:off x="8499646" y="3173086"/>
                <a:ext cx="439447" cy="390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642" name="Ink 1048641"/>
              <p14:cNvContentPartPr/>
              <p14:nvPr/>
            </p14:nvContentPartPr>
            <p14:xfrm>
              <a:off x="9173152" y="3198263"/>
              <a:ext cx="303932" cy="419060"/>
            </p14:xfrm>
          </p:contentPart>
        </mc:Choice>
        <mc:Fallback xmlns="">
          <p:sp>
            <p:nvSpPr>
              <p:cNvPr id="1048642" name=""/>
              <p:cNvSpPr/>
              <p:nvPr/>
            </p:nvSpPr>
            <p:spPr>
              <a:xfrm>
                <a:off x="9173152" y="3198263"/>
                <a:ext cx="303932" cy="419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643" name="Ink 1048642"/>
              <p14:cNvContentPartPr/>
              <p14:nvPr/>
            </p14:nvContentPartPr>
            <p14:xfrm>
              <a:off x="9152317" y="3197510"/>
              <a:ext cx="269578" cy="45400"/>
            </p14:xfrm>
          </p:contentPart>
        </mc:Choice>
        <mc:Fallback xmlns="">
          <p:sp>
            <p:nvSpPr>
              <p:cNvPr id="1048643" name=""/>
              <p:cNvSpPr/>
              <p:nvPr/>
            </p:nvSpPr>
            <p:spPr>
              <a:xfrm>
                <a:off x="9152317" y="3197510"/>
                <a:ext cx="269578" cy="45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644" name="Ink 1048643"/>
              <p14:cNvContentPartPr/>
              <p14:nvPr/>
            </p14:nvContentPartPr>
            <p14:xfrm>
              <a:off x="9167199" y="3388030"/>
              <a:ext cx="284278" cy="27521"/>
            </p14:xfrm>
          </p:contentPart>
        </mc:Choice>
        <mc:Fallback xmlns="">
          <p:sp>
            <p:nvSpPr>
              <p:cNvPr id="1048644" name=""/>
              <p:cNvSpPr/>
              <p:nvPr/>
            </p:nvSpPr>
            <p:spPr>
              <a:xfrm>
                <a:off x="9167199" y="3388030"/>
                <a:ext cx="284278" cy="27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645" name="Ink 1048644"/>
              <p14:cNvContentPartPr/>
              <p14:nvPr/>
            </p14:nvContentPartPr>
            <p14:xfrm>
              <a:off x="8253524" y="3734055"/>
              <a:ext cx="438289" cy="458229"/>
            </p14:xfrm>
          </p:contentPart>
        </mc:Choice>
        <mc:Fallback xmlns="">
          <p:sp>
            <p:nvSpPr>
              <p:cNvPr id="1048645" name=""/>
              <p:cNvSpPr/>
              <p:nvPr/>
            </p:nvSpPr>
            <p:spPr>
              <a:xfrm>
                <a:off x="8253524" y="3734055"/>
                <a:ext cx="438289" cy="458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646" name="Ink 1048645"/>
              <p14:cNvContentPartPr/>
              <p14:nvPr/>
            </p14:nvContentPartPr>
            <p14:xfrm>
              <a:off x="8783370" y="3790598"/>
              <a:ext cx="404998" cy="374764"/>
            </p14:xfrm>
          </p:contentPart>
        </mc:Choice>
        <mc:Fallback xmlns="">
          <p:sp>
            <p:nvSpPr>
              <p:cNvPr id="1048646" name=""/>
              <p:cNvSpPr/>
              <p:nvPr/>
            </p:nvSpPr>
            <p:spPr>
              <a:xfrm>
                <a:off x="8783370" y="3790598"/>
                <a:ext cx="404998" cy="374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647" name="Ink 1048646"/>
              <p14:cNvContentPartPr/>
              <p14:nvPr/>
            </p14:nvContentPartPr>
            <p14:xfrm>
              <a:off x="9637773" y="3665583"/>
              <a:ext cx="59254" cy="277101"/>
            </p14:xfrm>
          </p:contentPart>
        </mc:Choice>
        <mc:Fallback xmlns="">
          <p:sp>
            <p:nvSpPr>
              <p:cNvPr id="1048647" name=""/>
              <p:cNvSpPr/>
              <p:nvPr/>
            </p:nvSpPr>
            <p:spPr>
              <a:xfrm>
                <a:off x="9637773" y="3665583"/>
                <a:ext cx="59254" cy="2771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648" name="Ink 1048647"/>
              <p14:cNvContentPartPr/>
              <p14:nvPr/>
            </p14:nvContentPartPr>
            <p14:xfrm>
              <a:off x="9304121" y="4023005"/>
              <a:ext cx="604933" cy="59296"/>
            </p14:xfrm>
          </p:contentPart>
        </mc:Choice>
        <mc:Fallback xmlns="">
          <p:sp>
            <p:nvSpPr>
              <p:cNvPr id="1048648" name=""/>
              <p:cNvSpPr/>
              <p:nvPr/>
            </p:nvSpPr>
            <p:spPr>
              <a:xfrm>
                <a:off x="9304121" y="4023005"/>
                <a:ext cx="604933" cy="59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649" name="Ink 1048648"/>
              <p14:cNvContentPartPr/>
              <p14:nvPr/>
            </p14:nvContentPartPr>
            <p14:xfrm>
              <a:off x="9537023" y="4203590"/>
              <a:ext cx="340100" cy="362325"/>
            </p14:xfrm>
          </p:contentPart>
        </mc:Choice>
        <mc:Fallback xmlns="">
          <p:sp>
            <p:nvSpPr>
              <p:cNvPr id="1048649" name=""/>
              <p:cNvSpPr/>
              <p:nvPr/>
            </p:nvSpPr>
            <p:spPr>
              <a:xfrm>
                <a:off x="9537023" y="4203590"/>
                <a:ext cx="340100" cy="362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650" name="Ink 1048649"/>
              <p14:cNvContentPartPr/>
              <p14:nvPr/>
            </p14:nvContentPartPr>
            <p14:xfrm>
              <a:off x="9676932" y="4055513"/>
              <a:ext cx="118322" cy="593582"/>
            </p14:xfrm>
          </p:contentPart>
        </mc:Choice>
        <mc:Fallback xmlns="">
          <p:sp>
            <p:nvSpPr>
              <p:cNvPr id="1048650" name=""/>
              <p:cNvSpPr/>
              <p:nvPr/>
            </p:nvSpPr>
            <p:spPr>
              <a:xfrm>
                <a:off x="9676932" y="4055513"/>
                <a:ext cx="118322" cy="593582"/>
              </a:xfrm>
            </p:spPr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0791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1E1E1E"/>
                </a:solidFill>
                <a:effectLst/>
                <a:latin typeface="Raleway" pitchFamily="2" charset="0"/>
              </a:rPr>
              <a:t>Speed Control Of DC Motor</a:t>
            </a:r>
            <a:br>
              <a:rPr lang="en-US" b="1" i="0" dirty="0">
                <a:solidFill>
                  <a:srgbClr val="1E1E1E"/>
                </a:solidFill>
                <a:effectLst/>
                <a:latin typeface="Raleway" pitchFamily="2" charset="0"/>
              </a:rPr>
            </a:br>
            <a:endParaRPr lang="en-US" dirty="0"/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2589212" y="1152907"/>
            <a:ext cx="8915400" cy="47583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Flux Control Method: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As the </a:t>
            </a:r>
            <a:r>
              <a:rPr lang="en-US" b="1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speed of a dc motor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 is inversely proportional to the flux per pole.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Thus by decreasing the flux, speed can be increased and vice versa.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To control the flux, a rheostat is added in series with the field winding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In case of </a:t>
            </a:r>
            <a:r>
              <a:rPr lang="en-US" b="1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shunt motors adding more resistance in series 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with the field winding will </a:t>
            </a:r>
            <a:r>
              <a:rPr lang="en-US" b="1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increase the speed as it decreases the flux.</a:t>
            </a:r>
            <a:endParaRPr lang="en-US" dirty="0">
              <a:solidFill>
                <a:srgbClr val="1E1E1E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b="1" dirty="0"/>
              <a:t>Armature Control Method</a:t>
            </a:r>
          </a:p>
          <a:p>
            <a:r>
              <a:rPr lang="en-US" b="1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Speed of a dc motor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 is </a:t>
            </a:r>
            <a:r>
              <a:rPr lang="en-US" b="1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directly proportional to the back emf E</a:t>
            </a:r>
            <a:r>
              <a:rPr lang="en-US" b="1" i="0" baseline="-2500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b</a:t>
            </a:r>
            <a:r>
              <a:rPr lang="en-US" b="1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and E</a:t>
            </a:r>
            <a:r>
              <a:rPr lang="en-US" b="0" i="0" baseline="-2500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b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 = V - </a:t>
            </a:r>
            <a:r>
              <a:rPr lang="en-US" b="0" i="0" dirty="0" err="1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n-US" b="0" i="0" baseline="-25000" dirty="0" err="1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en-US" b="0" i="0" dirty="0" err="1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R</a:t>
            </a:r>
            <a:r>
              <a:rPr lang="en-US" b="0" i="0" baseline="-25000" dirty="0" err="1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when supply voltage V and the armature resistance R</a:t>
            </a:r>
            <a:r>
              <a:rPr lang="en-US" b="0" i="0" baseline="-2500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 are kept constant, then the </a:t>
            </a:r>
            <a:r>
              <a:rPr lang="en-US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speed is directly proportional to armature current I</a:t>
            </a:r>
            <a:r>
              <a:rPr lang="en-US" i="0" baseline="-2500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en-US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Thus, if  resistance is added in series with the armature, </a:t>
            </a:r>
            <a:r>
              <a:rPr lang="en-US" b="0" i="0" dirty="0" err="1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I</a:t>
            </a:r>
            <a:r>
              <a:rPr lang="en-US" b="0" i="0" baseline="-25000" dirty="0" err="1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 decreases and, hence, the speed also decreases. </a:t>
            </a:r>
          </a:p>
          <a:p>
            <a:r>
              <a:rPr lang="en-US" b="0" i="0" dirty="0">
                <a:solidFill>
                  <a:srgbClr val="1E1E1E"/>
                </a:solidFill>
                <a:effectLst/>
                <a:latin typeface="open sans" panose="020B0606030504020204" pitchFamily="34" charset="0"/>
              </a:rPr>
              <a:t>Greater the resistance in series with the armature, greater the decrease in speed.</a:t>
            </a:r>
            <a:endParaRPr lang="en-US" dirty="0"/>
          </a:p>
          <a:p>
            <a:pPr marL="0" indent="0">
              <a:buNone/>
            </a:pPr>
            <a:endParaRPr lang="en-US" b="0" i="0" dirty="0">
              <a:solidFill>
                <a:srgbClr val="1E1E1E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0486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42D3-9F56-4A64-9C84-2B1BE87DC0F4}" type="datetime1">
              <a:rPr lang="en-US" smtClean="0"/>
              <a:t>4/9/2024</a:t>
            </a:fld>
            <a:endParaRPr lang="en-US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1D565-8F4B-4494-BD70-8A0C33CBEF88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Microsoft Office PowerPoint</Application>
  <PresentationFormat>Widescreen</PresentationFormat>
  <Paragraphs>324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Century Gothic</vt:lpstr>
      <vt:lpstr>open sans</vt:lpstr>
      <vt:lpstr>Raleway</vt:lpstr>
      <vt:lpstr>Times New Roman</vt:lpstr>
      <vt:lpstr>Wingdings 3</vt:lpstr>
      <vt:lpstr>Wisp</vt:lpstr>
      <vt:lpstr>Chapter:5 DC Machine</vt:lpstr>
      <vt:lpstr>Introduction</vt:lpstr>
      <vt:lpstr>Construction of DC machines(Generator and Motor)</vt:lpstr>
      <vt:lpstr>PowerPoint Presentation</vt:lpstr>
      <vt:lpstr>PowerPoint Presentation</vt:lpstr>
      <vt:lpstr>PowerPoint Presentation</vt:lpstr>
      <vt:lpstr>DC Generator</vt:lpstr>
      <vt:lpstr>Working principle of DC generator</vt:lpstr>
      <vt:lpstr>PowerPoint Presentation</vt:lpstr>
      <vt:lpstr>PowerPoint Presentation</vt:lpstr>
      <vt:lpstr>EMF Equation</vt:lpstr>
      <vt:lpstr>Types of DC Generator</vt:lpstr>
      <vt:lpstr>Separately Excited DC Generator </vt:lpstr>
      <vt:lpstr>PowerPoint Presentation</vt:lpstr>
      <vt:lpstr>Self Excited DC Generators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DC motor and its working principle</vt:lpstr>
      <vt:lpstr>Motor torque </vt:lpstr>
      <vt:lpstr>PowerPoint Presentation</vt:lpstr>
      <vt:lpstr>Types of DC motors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Speed Of A DC Motor </vt:lpstr>
      <vt:lpstr>Speed Control Of DC Motor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Chapter:4 DC Machine</dc:title>
  <dc:creator>Aryasupurna Timalsina</dc:creator>
  <cp:lastModifiedBy>Arpan Adhikari</cp:lastModifiedBy>
  <cp:revision>1</cp:revision>
  <dcterms:created xsi:type="dcterms:W3CDTF">2023-06-25T14:14:30Z</dcterms:created>
  <dcterms:modified xsi:type="dcterms:W3CDTF">2024-04-09T15:56:33Z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64e624851f8f401888b2c801ebc43c0e</vt:lpwstr>
  </property>
</Properties>
</file>