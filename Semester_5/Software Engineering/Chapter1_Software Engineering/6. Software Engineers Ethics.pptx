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1" r:id="rId2"/>
    <p:sldId id="257" r:id="rId3"/>
    <p:sldId id="258" r:id="rId4"/>
    <p:sldId id="259" r:id="rId5"/>
    <p:sldId id="260" r:id="rId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2" d="100"/>
          <a:sy n="82" d="100"/>
        </p:scale>
        <p:origin x="-1474" y="-91"/>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18F9AB5-B399-4A72-95FC-AC53374D16D8}" type="datetimeFigureOut">
              <a:rPr lang="en-US" smtClean="0"/>
              <a:t>11/27/2024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7CE8D0-0710-402D-9D2E-C40B40B9D354}" type="slidenum">
              <a:rPr lang="en-US" smtClean="0"/>
              <a:t>‹#›</a:t>
            </a:fld>
            <a:endParaRPr lang="en-US"/>
          </a:p>
        </p:txBody>
      </p:sp>
    </p:spTree>
    <p:extLst>
      <p:ext uri="{BB962C8B-B14F-4D97-AF65-F5344CB8AC3E}">
        <p14:creationId xmlns:p14="http://schemas.microsoft.com/office/powerpoint/2010/main" val="9143802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18F9AB5-B399-4A72-95FC-AC53374D16D8}" type="datetimeFigureOut">
              <a:rPr lang="en-US" smtClean="0"/>
              <a:t>11/27/2024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7CE8D0-0710-402D-9D2E-C40B40B9D354}" type="slidenum">
              <a:rPr lang="en-US" smtClean="0"/>
              <a:t>‹#›</a:t>
            </a:fld>
            <a:endParaRPr lang="en-US"/>
          </a:p>
        </p:txBody>
      </p:sp>
    </p:spTree>
    <p:extLst>
      <p:ext uri="{BB962C8B-B14F-4D97-AF65-F5344CB8AC3E}">
        <p14:creationId xmlns:p14="http://schemas.microsoft.com/office/powerpoint/2010/main" val="16389857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18F9AB5-B399-4A72-95FC-AC53374D16D8}" type="datetimeFigureOut">
              <a:rPr lang="en-US" smtClean="0"/>
              <a:t>11/27/2024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7CE8D0-0710-402D-9D2E-C40B40B9D354}" type="slidenum">
              <a:rPr lang="en-US" smtClean="0"/>
              <a:t>‹#›</a:t>
            </a:fld>
            <a:endParaRPr lang="en-US"/>
          </a:p>
        </p:txBody>
      </p:sp>
    </p:spTree>
    <p:extLst>
      <p:ext uri="{BB962C8B-B14F-4D97-AF65-F5344CB8AC3E}">
        <p14:creationId xmlns:p14="http://schemas.microsoft.com/office/powerpoint/2010/main" val="12946956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18F9AB5-B399-4A72-95FC-AC53374D16D8}" type="datetimeFigureOut">
              <a:rPr lang="en-US" smtClean="0"/>
              <a:t>11/27/2024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77CE8D0-0710-402D-9D2E-C40B40B9D354}" type="slidenum">
              <a:rPr lang="en-US" smtClean="0"/>
              <a:t>‹#›</a:t>
            </a:fld>
            <a:endParaRPr lang="en-US"/>
          </a:p>
        </p:txBody>
      </p:sp>
    </p:spTree>
    <p:extLst>
      <p:ext uri="{BB962C8B-B14F-4D97-AF65-F5344CB8AC3E}">
        <p14:creationId xmlns:p14="http://schemas.microsoft.com/office/powerpoint/2010/main" val="6696892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18F9AB5-B399-4A72-95FC-AC53374D16D8}" type="datetimeFigureOut">
              <a:rPr lang="en-US" smtClean="0"/>
              <a:t>11/27/2024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77CE8D0-0710-402D-9D2E-C40B40B9D354}" type="slidenum">
              <a:rPr lang="en-US" smtClean="0"/>
              <a:t>‹#›</a:t>
            </a:fld>
            <a:endParaRPr lang="en-US"/>
          </a:p>
        </p:txBody>
      </p:sp>
    </p:spTree>
    <p:extLst>
      <p:ext uri="{BB962C8B-B14F-4D97-AF65-F5344CB8AC3E}">
        <p14:creationId xmlns:p14="http://schemas.microsoft.com/office/powerpoint/2010/main" val="12652737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18F9AB5-B399-4A72-95FC-AC53374D16D8}" type="datetimeFigureOut">
              <a:rPr lang="en-US" smtClean="0"/>
              <a:t>11/27/2024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77CE8D0-0710-402D-9D2E-C40B40B9D354}" type="slidenum">
              <a:rPr lang="en-US" smtClean="0"/>
              <a:t>‹#›</a:t>
            </a:fld>
            <a:endParaRPr lang="en-US"/>
          </a:p>
        </p:txBody>
      </p:sp>
    </p:spTree>
    <p:extLst>
      <p:ext uri="{BB962C8B-B14F-4D97-AF65-F5344CB8AC3E}">
        <p14:creationId xmlns:p14="http://schemas.microsoft.com/office/powerpoint/2010/main" val="8831746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18F9AB5-B399-4A72-95FC-AC53374D16D8}" type="datetimeFigureOut">
              <a:rPr lang="en-US" smtClean="0"/>
              <a:t>11/27/2024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77CE8D0-0710-402D-9D2E-C40B40B9D354}" type="slidenum">
              <a:rPr lang="en-US" smtClean="0"/>
              <a:t>‹#›</a:t>
            </a:fld>
            <a:endParaRPr lang="en-US"/>
          </a:p>
        </p:txBody>
      </p:sp>
    </p:spTree>
    <p:extLst>
      <p:ext uri="{BB962C8B-B14F-4D97-AF65-F5344CB8AC3E}">
        <p14:creationId xmlns:p14="http://schemas.microsoft.com/office/powerpoint/2010/main" val="19066690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18F9AB5-B399-4A72-95FC-AC53374D16D8}" type="datetimeFigureOut">
              <a:rPr lang="en-US" smtClean="0"/>
              <a:t>11/27/2024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77CE8D0-0710-402D-9D2E-C40B40B9D354}" type="slidenum">
              <a:rPr lang="en-US" smtClean="0"/>
              <a:t>‹#›</a:t>
            </a:fld>
            <a:endParaRPr lang="en-US"/>
          </a:p>
        </p:txBody>
      </p:sp>
    </p:spTree>
    <p:extLst>
      <p:ext uri="{BB962C8B-B14F-4D97-AF65-F5344CB8AC3E}">
        <p14:creationId xmlns:p14="http://schemas.microsoft.com/office/powerpoint/2010/main" val="21509604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18F9AB5-B399-4A72-95FC-AC53374D16D8}" type="datetimeFigureOut">
              <a:rPr lang="en-US" smtClean="0"/>
              <a:t>11/27/2024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77CE8D0-0710-402D-9D2E-C40B40B9D354}" type="slidenum">
              <a:rPr lang="en-US" smtClean="0"/>
              <a:t>‹#›</a:t>
            </a:fld>
            <a:endParaRPr lang="en-US"/>
          </a:p>
        </p:txBody>
      </p:sp>
    </p:spTree>
    <p:extLst>
      <p:ext uri="{BB962C8B-B14F-4D97-AF65-F5344CB8AC3E}">
        <p14:creationId xmlns:p14="http://schemas.microsoft.com/office/powerpoint/2010/main" val="26286917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18F9AB5-B399-4A72-95FC-AC53374D16D8}" type="datetimeFigureOut">
              <a:rPr lang="en-US" smtClean="0"/>
              <a:t>11/27/2024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7CE8D0-0710-402D-9D2E-C40B40B9D354}" type="slidenum">
              <a:rPr lang="en-US" smtClean="0"/>
              <a:t>‹#›</a:t>
            </a:fld>
            <a:endParaRPr lang="en-US"/>
          </a:p>
        </p:txBody>
      </p:sp>
    </p:spTree>
    <p:extLst>
      <p:ext uri="{BB962C8B-B14F-4D97-AF65-F5344CB8AC3E}">
        <p14:creationId xmlns:p14="http://schemas.microsoft.com/office/powerpoint/2010/main" val="3919806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18F9AB5-B399-4A72-95FC-AC53374D16D8}" type="datetimeFigureOut">
              <a:rPr lang="en-US" smtClean="0"/>
              <a:t>11/27/2024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7CE8D0-0710-402D-9D2E-C40B40B9D354}" type="slidenum">
              <a:rPr lang="en-US" smtClean="0"/>
              <a:t>‹#›</a:t>
            </a:fld>
            <a:endParaRPr lang="en-US"/>
          </a:p>
        </p:txBody>
      </p:sp>
    </p:spTree>
    <p:extLst>
      <p:ext uri="{BB962C8B-B14F-4D97-AF65-F5344CB8AC3E}">
        <p14:creationId xmlns:p14="http://schemas.microsoft.com/office/powerpoint/2010/main" val="1491977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18F9AB5-B399-4A72-95FC-AC53374D16D8}" type="datetimeFigureOut">
              <a:rPr lang="en-US" smtClean="0"/>
              <a:t>11/27/2024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7CE8D0-0710-402D-9D2E-C40B40B9D354}" type="slidenum">
              <a:rPr lang="en-US" smtClean="0"/>
              <a:t>‹#›</a:t>
            </a:fld>
            <a:endParaRPr lang="en-US"/>
          </a:p>
        </p:txBody>
      </p:sp>
    </p:spTree>
    <p:extLst>
      <p:ext uri="{BB962C8B-B14F-4D97-AF65-F5344CB8AC3E}">
        <p14:creationId xmlns:p14="http://schemas.microsoft.com/office/powerpoint/2010/main" val="29142414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Software Engineers Ethics</a:t>
            </a:r>
            <a:endParaRPr lang="en-US" b="1" dirty="0"/>
          </a:p>
        </p:txBody>
      </p:sp>
      <p:sp>
        <p:nvSpPr>
          <p:cNvPr id="3" name="Content Placeholder 2"/>
          <p:cNvSpPr>
            <a:spLocks noGrp="1"/>
          </p:cNvSpPr>
          <p:nvPr>
            <p:ph idx="1"/>
          </p:nvPr>
        </p:nvSpPr>
        <p:spPr/>
        <p:txBody>
          <a:bodyPr/>
          <a:lstStyle/>
          <a:p>
            <a:endParaRPr lang="en-US" dirty="0"/>
          </a:p>
        </p:txBody>
      </p:sp>
    </p:spTree>
    <p:extLst>
      <p:ext uri="{BB962C8B-B14F-4D97-AF65-F5344CB8AC3E}">
        <p14:creationId xmlns:p14="http://schemas.microsoft.com/office/powerpoint/2010/main" val="11716057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S</a:t>
            </a:r>
            <a:r>
              <a:rPr lang="en-US" dirty="0" smtClean="0"/>
              <a:t>oftware engineering is carried out within a social and legal framework that limits the freedom of people working in that area. </a:t>
            </a:r>
          </a:p>
          <a:p>
            <a:r>
              <a:rPr lang="en-US" dirty="0"/>
              <a:t>T</a:t>
            </a:r>
            <a:r>
              <a:rPr lang="en-US" dirty="0" smtClean="0"/>
              <a:t>here are areas where standards of acceptable behavior are not bound by laws. </a:t>
            </a:r>
          </a:p>
          <a:p>
            <a:endParaRPr lang="en-US" dirty="0"/>
          </a:p>
        </p:txBody>
      </p:sp>
    </p:spTree>
    <p:extLst>
      <p:ext uri="{BB962C8B-B14F-4D97-AF65-F5344CB8AC3E}">
        <p14:creationId xmlns:p14="http://schemas.microsoft.com/office/powerpoint/2010/main" val="11391591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marL="0" indent="0">
              <a:buNone/>
            </a:pPr>
            <a:r>
              <a:rPr lang="en-US" dirty="0" smtClean="0"/>
              <a:t>1</a:t>
            </a:r>
            <a:r>
              <a:rPr lang="en-US" b="1" dirty="0" smtClean="0"/>
              <a:t>. Confidentiality </a:t>
            </a:r>
          </a:p>
          <a:p>
            <a:pPr marL="0" indent="0">
              <a:buNone/>
            </a:pPr>
            <a:r>
              <a:rPr lang="en-US" dirty="0" smtClean="0"/>
              <a:t>You should normally respect the confidentiality of your employ </a:t>
            </a:r>
            <a:r>
              <a:rPr lang="en-US" dirty="0" err="1" smtClean="0"/>
              <a:t>ers</a:t>
            </a:r>
            <a:r>
              <a:rPr lang="en-US" dirty="0" smtClean="0"/>
              <a:t> or clients irrespective of whether or not a formal confidentiality agreement has been signed. </a:t>
            </a:r>
          </a:p>
          <a:p>
            <a:pPr marL="0" indent="0">
              <a:buNone/>
            </a:pPr>
            <a:r>
              <a:rPr lang="en-US" dirty="0" smtClean="0"/>
              <a:t>2.</a:t>
            </a:r>
            <a:r>
              <a:rPr lang="en-US" b="1" dirty="0" smtClean="0"/>
              <a:t> Competence</a:t>
            </a:r>
            <a:r>
              <a:rPr lang="en-US" dirty="0" smtClean="0"/>
              <a:t> :You should not misrepresent your level of competence. You should not knowingly accept work that is outside your competence</a:t>
            </a:r>
            <a:endParaRPr lang="en-US" dirty="0"/>
          </a:p>
        </p:txBody>
      </p:sp>
    </p:spTree>
    <p:extLst>
      <p:ext uri="{BB962C8B-B14F-4D97-AF65-F5344CB8AC3E}">
        <p14:creationId xmlns:p14="http://schemas.microsoft.com/office/powerpoint/2010/main" val="3392747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buNone/>
            </a:pPr>
            <a:r>
              <a:rPr lang="en-US" dirty="0" smtClean="0"/>
              <a:t>3. </a:t>
            </a:r>
            <a:r>
              <a:rPr lang="en-US" b="1" dirty="0" smtClean="0"/>
              <a:t>Intellectual property rights :</a:t>
            </a:r>
          </a:p>
          <a:p>
            <a:pPr marL="0" indent="0">
              <a:buNone/>
            </a:pPr>
            <a:r>
              <a:rPr lang="en-US" dirty="0" smtClean="0"/>
              <a:t>You should be aware of local laws governing the use of intellectual property such as patents and copyright. You should be careful to ensure that the intellectual property of employers and clients is protected</a:t>
            </a:r>
            <a:endParaRPr lang="en-US" dirty="0"/>
          </a:p>
        </p:txBody>
      </p:sp>
    </p:spTree>
    <p:extLst>
      <p:ext uri="{BB962C8B-B14F-4D97-AF65-F5344CB8AC3E}">
        <p14:creationId xmlns:p14="http://schemas.microsoft.com/office/powerpoint/2010/main" val="16743830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dirty="0" smtClean="0"/>
              <a:t> 4. </a:t>
            </a:r>
            <a:r>
              <a:rPr lang="en-US" b="1" dirty="0" smtClean="0"/>
              <a:t>Computer misuse :</a:t>
            </a:r>
          </a:p>
          <a:p>
            <a:pPr marL="0" indent="0">
              <a:buNone/>
            </a:pPr>
            <a:r>
              <a:rPr lang="en-US" dirty="0" smtClean="0"/>
              <a:t>You should not use your technical skills to misuse other people’s computers. Computer misuse ranges from relatively trivial (game playing on an employer’s machine, say) to extremely serious (dissemination of viruses or other malware)</a:t>
            </a:r>
          </a:p>
          <a:p>
            <a:endParaRPr lang="en-US" dirty="0" smtClean="0"/>
          </a:p>
          <a:p>
            <a:endParaRPr lang="en-US" dirty="0"/>
          </a:p>
        </p:txBody>
      </p:sp>
    </p:spTree>
    <p:extLst>
      <p:ext uri="{BB962C8B-B14F-4D97-AF65-F5344CB8AC3E}">
        <p14:creationId xmlns:p14="http://schemas.microsoft.com/office/powerpoint/2010/main" val="33570456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TotalTime>
  <Words>178</Words>
  <Application>Microsoft Office PowerPoint</Application>
  <PresentationFormat>On-screen Show (4:3)</PresentationFormat>
  <Paragraphs>10</Paragraphs>
  <Slides>5</Slides>
  <Notes>0</Notes>
  <HiddenSlides>0</HiddenSlides>
  <MMClips>0</MMClip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Office Theme</vt:lpstr>
      <vt:lpstr>Software Engineers Ethics</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Engineers Ethics</dc:title>
  <dc:creator>Administrator</dc:creator>
  <cp:lastModifiedBy>Administrator</cp:lastModifiedBy>
  <cp:revision>1</cp:revision>
  <dcterms:created xsi:type="dcterms:W3CDTF">2024-11-27T03:22:37Z</dcterms:created>
  <dcterms:modified xsi:type="dcterms:W3CDTF">2024-11-27T03:32:04Z</dcterms:modified>
</cp:coreProperties>
</file>