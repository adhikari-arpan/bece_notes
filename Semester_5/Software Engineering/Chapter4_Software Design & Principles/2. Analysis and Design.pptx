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4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370" y="-71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9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18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3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27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5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5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9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98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7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3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37E9A-9EF3-40F8-9B19-94E962E5750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ECC3B-BF60-423A-B50F-E120B38E4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1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Analysis and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Analysis: </a:t>
            </a:r>
          </a:p>
          <a:p>
            <a:pPr marL="0" indent="0">
              <a:buNone/>
            </a:pPr>
            <a:r>
              <a:rPr lang="en-US" b="1" dirty="0" smtClean="0"/>
              <a:t>Analysis emphasizes an investigation of the problem and requirements, rather than solution. For example, if a new online trading system is desired, how will it be used? What are its functions?</a:t>
            </a:r>
          </a:p>
          <a:p>
            <a:pPr marL="0" indent="0">
              <a:buNone/>
            </a:pPr>
            <a:r>
              <a:rPr lang="en-US" b="1" dirty="0" smtClean="0"/>
              <a:t>During object oriented analysis there is an emphasis on finding and describing the objects</a:t>
            </a:r>
          </a:p>
          <a:p>
            <a:pPr marL="0" indent="0">
              <a:buNone/>
            </a:pPr>
            <a:r>
              <a:rPr lang="en-US" b="1" dirty="0" smtClean="0"/>
              <a:t>For example in case of flight information system, some of the concept include Plane, Flight and Pilot.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67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Design emphasis on a conceptual solution in software that fulfills the requirement, rather than its implementation.</a:t>
            </a:r>
          </a:p>
          <a:p>
            <a:r>
              <a:rPr lang="en-US" dirty="0" smtClean="0"/>
              <a:t>During object oriented design there is an emphasis on defining software objects and how they collaborate to fulfill the requirements </a:t>
            </a:r>
          </a:p>
          <a:p>
            <a:r>
              <a:rPr lang="en-US" dirty="0" smtClean="0"/>
              <a:t>For example, a plane software may have a </a:t>
            </a:r>
            <a:r>
              <a:rPr lang="en-US" dirty="0" err="1" smtClean="0"/>
              <a:t>tailNumber</a:t>
            </a:r>
            <a:r>
              <a:rPr lang="en-US" dirty="0" smtClean="0"/>
              <a:t> attribute and a </a:t>
            </a:r>
            <a:r>
              <a:rPr lang="en-US" dirty="0" err="1" smtClean="0"/>
              <a:t>getFlightHistory</a:t>
            </a:r>
            <a:r>
              <a:rPr lang="en-US" dirty="0" smtClean="0"/>
              <a:t> method.</a:t>
            </a:r>
          </a:p>
        </p:txBody>
      </p:sp>
    </p:spTree>
    <p:extLst>
      <p:ext uri="{BB962C8B-B14F-4D97-AF65-F5344CB8AC3E}">
        <p14:creationId xmlns:p14="http://schemas.microsoft.com/office/powerpoint/2010/main" val="268383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Design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Structured Approach – ER diagram </a:t>
            </a:r>
          </a:p>
          <a:p>
            <a:r>
              <a:rPr lang="en-US" dirty="0" smtClean="0"/>
              <a:t>Object Oriented Approach – Class Diagram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81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Cardinality and Modality in  ER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76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Cardinality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One-to-one (</a:t>
            </a:r>
            <a:r>
              <a:rPr lang="en-US" b="1" dirty="0" err="1" smtClean="0"/>
              <a:t>l:l</a:t>
            </a:r>
            <a:r>
              <a:rPr lang="en-US" b="1" dirty="0" smtClean="0"/>
              <a:t>)— </a:t>
            </a:r>
            <a:r>
              <a:rPr lang="en-US" dirty="0" smtClean="0"/>
              <a:t>a student can have only one Roll number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b="1" dirty="0" smtClean="0"/>
              <a:t>One-to-many (</a:t>
            </a:r>
            <a:r>
              <a:rPr lang="en-US" b="1" dirty="0" err="1" smtClean="0"/>
              <a:t>l:N</a:t>
            </a:r>
            <a:r>
              <a:rPr lang="en-US" b="1" dirty="0" smtClean="0"/>
              <a:t>)—   </a:t>
            </a:r>
            <a:r>
              <a:rPr lang="en-US" dirty="0" smtClean="0"/>
              <a:t>a mother can have many children, but a child can have only one mother.</a:t>
            </a:r>
          </a:p>
          <a:p>
            <a:r>
              <a:rPr lang="en-US" b="1" dirty="0" smtClean="0"/>
              <a:t> Many-to-many (</a:t>
            </a:r>
            <a:r>
              <a:rPr lang="en-US" b="1" dirty="0" err="1" smtClean="0"/>
              <a:t>M:N</a:t>
            </a:r>
            <a:r>
              <a:rPr lang="en-US" b="1" dirty="0" smtClean="0"/>
              <a:t>)— </a:t>
            </a:r>
            <a:r>
              <a:rPr lang="en-US" dirty="0" smtClean="0"/>
              <a:t>an uncle can have many nephews, while a nephew can have many uncles</a:t>
            </a:r>
          </a:p>
          <a:p>
            <a:endParaRPr lang="en-US" dirty="0" smtClean="0"/>
          </a:p>
          <a:p>
            <a:r>
              <a:rPr lang="en-US" dirty="0" smtClean="0"/>
              <a:t>Cardinality defines “the maximum number of objects that can participate in a relationship”.</a:t>
            </a:r>
          </a:p>
          <a:p>
            <a:r>
              <a:rPr lang="en-US" dirty="0" smtClean="0"/>
              <a:t> It does not, however, provide an indication of whether or not a particular data object must participate in the relationship. </a:t>
            </a:r>
          </a:p>
          <a:p>
            <a:r>
              <a:rPr lang="en-US" dirty="0" smtClean="0"/>
              <a:t>To specify this information, the data model adds modality to the object/relationship pair.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403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Cardinality and Modality 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320" y="1988499"/>
            <a:ext cx="5075360" cy="3749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0149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Modality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modality of a relationship is 0 if there is no explicit need for the </a:t>
            </a:r>
            <a:r>
              <a:rPr lang="en-US" dirty="0" smtClean="0"/>
              <a:t>relationship </a:t>
            </a:r>
            <a:r>
              <a:rPr lang="en-US" dirty="0"/>
              <a:t>to occur or the relationship is optional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modality is 1 if an occurrence of the relationship is mandatory. </a:t>
            </a:r>
            <a:endParaRPr lang="en-US" dirty="0" smtClean="0"/>
          </a:p>
          <a:p>
            <a:r>
              <a:rPr lang="en-US" i="1" dirty="0" smtClean="0"/>
              <a:t>Example : A </a:t>
            </a:r>
            <a:r>
              <a:rPr lang="en-US" i="1" dirty="0"/>
              <a:t>customer indicates that there is a problem. If the problem is diagnosed as relatively simple, a single repair action occurs. However, if the problem is complex, multiple repair actions may be </a:t>
            </a:r>
            <a:r>
              <a:rPr lang="en-US" i="1" dirty="0" smtClean="0"/>
              <a:t>required</a:t>
            </a:r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42C2-FB55-4127-8AE3-C02CD151BEF0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Prefer Roger S Pressman for Details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919E-412D-4790-99BA-70B7158077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8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	Modality 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677862"/>
            <a:ext cx="5458951" cy="435133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42C2-FB55-4127-8AE3-C02CD151BEF0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Prefer Roger S Pressman for Details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919E-412D-4790-99BA-70B7158077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4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Diagram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Check lab sheet </a:t>
            </a:r>
          </a:p>
          <a:p>
            <a:r>
              <a:rPr lang="en-US" dirty="0" smtClean="0"/>
              <a:t>Don’t forget to use multiplicity in class diagram</a:t>
            </a:r>
          </a:p>
          <a:p>
            <a:r>
              <a:rPr lang="en-US" dirty="0" smtClean="0"/>
              <a:t>Also learn about different symbols used in </a:t>
            </a:r>
            <a:r>
              <a:rPr lang="en-US" smtClean="0"/>
              <a:t>class diagram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165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378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Analysis and Design</vt:lpstr>
      <vt:lpstr>Design</vt:lpstr>
      <vt:lpstr>Data Design </vt:lpstr>
      <vt:lpstr>PowerPoint Presentation</vt:lpstr>
      <vt:lpstr>Cardinality  </vt:lpstr>
      <vt:lpstr>Cardinality and Modality </vt:lpstr>
      <vt:lpstr>Modality</vt:lpstr>
      <vt:lpstr>    Modality </vt:lpstr>
      <vt:lpstr>Class Diagram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and Design</dc:title>
  <dc:creator>Administrator</dc:creator>
  <cp:lastModifiedBy>Nirdosh</cp:lastModifiedBy>
  <cp:revision>9</cp:revision>
  <dcterms:created xsi:type="dcterms:W3CDTF">2025-03-07T07:10:00Z</dcterms:created>
  <dcterms:modified xsi:type="dcterms:W3CDTF">2026-01-25T11:58:40Z</dcterms:modified>
</cp:coreProperties>
</file>