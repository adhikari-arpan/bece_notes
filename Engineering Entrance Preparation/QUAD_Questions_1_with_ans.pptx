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7" r:id="rId2"/>
    <p:sldId id="256" r:id="rId3"/>
    <p:sldId id="257" r:id="rId4"/>
    <p:sldId id="258"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3" r:id="rId18"/>
    <p:sldId id="272" r:id="rId19"/>
    <p:sldId id="274" r:id="rId20"/>
    <p:sldId id="275" r:id="rId21"/>
    <p:sldId id="276"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801" autoAdjust="0"/>
  </p:normalViewPr>
  <p:slideViewPr>
    <p:cSldViewPr snapToGrid="0">
      <p:cViewPr varScale="1">
        <p:scale>
          <a:sx n="68" d="100"/>
          <a:sy n="68" d="100"/>
        </p:scale>
        <p:origin x="780" y="66"/>
      </p:cViewPr>
      <p:guideLst/>
    </p:cSldViewPr>
  </p:slideViewPr>
  <p:outlineViewPr>
    <p:cViewPr>
      <p:scale>
        <a:sx n="33" d="100"/>
        <a:sy n="33" d="100"/>
      </p:scale>
      <p:origin x="0" y="-36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68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0:50:05.923"/>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brush xml:id="br2">
      <inkml:brushProperty name="width" value="0.05292" units="cm"/>
      <inkml:brushProperty name="height" value="0.05292" units="cm"/>
      <inkml:brushProperty name="color" value="#C00000"/>
    </inkml:brush>
  </inkml:definitions>
  <inkml:trace contextRef="#ctx0" brushRef="#br0">2381 2133 0,'-25'0'16,"75"0"124,-50 25-124,25-25 0,24 0-16,-24 25 15,0-25-15,0 0 0,0 0 16,-1 0-16,26 0 16,-25 0-16,0 0 15,24 0 1,1 0-1,0 0 1,-1 0 0,1 0-1,-25 0-15,-1 0 16,1 0-16,25 0 16,-25 0-1,-1 0 1,1 0-1,25 0 1,-25 0 0,-25 25-16,24-25 15,1 0 1,0 0 0,0 0-1,0 0 1,24 0-1,-24 0-15,-25-25 16,25 25-16,0 0 16,-1-25-1,1 25 1,25 0 0,-1 0-1,-24 0 1,25 0-16,-25 0 15,24 50 1,1-50 0,0 0-1,-1 0 1,-24 0 0,0 0-16,0 0 15,-1 0 1,26-25-1,-25 25 1,24 0 0,1 0-1,-25 0 1,24 0 0,-24 0-16,0 25 15,0-25-15,0 0 16,24 0-16,-24 0 15,0 0-15,0 0 16,24 0 0,-49-25-16,25 25 15,0 0-15,0 0 32</inkml:trace>
  <inkml:trace contextRef="#ctx0" brushRef="#br0" timeOffset="1089.558">6251 2158 0,'49'0'32,"1"0"-17,-25 0-15,49 0 16,25 0-16,-24 0 16,74 0-16,-25 0 15,-25 0-15,50 50 16,-25-50-16,-50 0 15,1 0-15,-1 0 16,-24 0-16,-26 0 0,-24 24 16,25-24-16,0 0 47,-25 25 15</inkml:trace>
  <inkml:trace contextRef="#ctx0" brushRef="#br0" timeOffset="6034.482">13891 2232 0,'24'0'94,"-24"25"-78,0 0-16,25-25 0,-25 50 15,25-50-15,-25 49 16,50-49-16,-26 0 15,26 0-15,-25 0 16,49-49-16,50-26 16,25-49-16,25-25 15,-1 25-15,-24 0 16,-25 25-16,-49 49 16,-51 50-16</inkml:trace>
  <inkml:trace contextRef="#ctx0" brushRef="#br0" timeOffset="10383.281">21580 1364 0,'0'-49'0,"0"24"31,-50 25-15,1 0-1,-1 0 1,-24-25-1,49 25-15,0 0 16,-24 0-16,24 0 16,0 0-16,0 0 15,0 0-15,1 0 16,-1 0-16,-25 0 16,25 0-16,-24 0 15,-1 0-15,1 0 16,24 0-16,-50 0 0,1 0 15,-1 0-15,26 0 16,-26 0-16,26 0 16,-1 0-16,1 0 15,-1 0-15,0 0 16,26 0-16,-26 0 16,0 0-16,26 0 15,-26 0-15,0 0 16,1 0-16,24 0 15,-25 0-15,26 0 16,-1 0-16,0 0 0,0-25 16,0 25-16,-24 0 15,24 0-15,0 0 16,0 0-16,1-49 16,-1 49-16,-25 0 15,25 0-15,0 0 16,-49 0-1,49 0-15,0 0 16,1 0-16,-26 0 16,0 0-1,26 0 1,-26 0 0,25 0-1,0 0 1,-24 0-1,24 0-15,-25 0 16,26 0 0,-26 0-1,25 0 1,0 0 0,-24 49-1,24-49 1,25 25-1,-25-25 1,0 25 0,25 0 15,-49-25-31,49 49 16,-25-49-1,25 25-15,-25-25 16,25 25 15,-25-25-15,25 25-1,0-1 1,0 1 0,0 0-1,0 25 1,0-1-1,0 1 1,0 0 0,0-1-1,0 1 1,0-1 0,25-49-1,-25 50-15,50 0 16,-50-26-1,25-24-15,-25 50 16,24 0-16,-24-1 16,25-49-1,-25 50-15,0-25 16,25-25 0,-25 24-16,50-24 15,-50 25 1,24-25-16,26 50 15,-25-50 1,0 0-16,-1 25 16,1-25-16,25 0 15,-25 24-15,-1-24 16,1 25-16,0-25 16,25 50-16,-1-50 15,1 0-15,-1 25 16,-24-25-16,25 0 0,-1 0 15,1 0-15,25 0 16,-1 0-16,-24 0 16,24 0-16,0 0 15,-24 0-15,24 0 16,1 0-16,-26 0 16,1 0-16,0 0 15,-1 0-15,-24 0 16,25 24-16,-1-24 15,1 0-15,-25 0 16,24 0-16,1 0 16,-1 0-16,1 0 15,0 0-15,-1 0 16,-24 0-16,0 0 0,0 0 16,24 0-16,-24 0 15,25 0-15,-25 0 16,-1 0-16,1 0 15,25 0-15,-1 0 16,-24 0-16,0 0 16,0 0-16,24 0 15,-24 0-15,0 0 16,25-24 0,-1 24-1,1 0-15,-25-50 16,-1 50-1,26-25-15,0 25 16,-50-25 0,24 25-16,26-24 15,-25 24 1,-25-50 0,25 50-16,0-25 15,-1 25 1,-24-25-1,50 25-15,-25-49 16,-25 24 0,25 0-1,-25-24 1,0 24 0,24-25-16,-24 1 15,50 49 1,-50-50-16,0 0 15,0 26 1,0-1 0,0-25-1,0 1 1,0 24 0,0 0-16,0-25 15,0 25 1,-25 1-1,25-1 1,-25 25-16,25-50 16,-49 25-1,-1 1 1,25 24-16,1-50 16,-26 0-16,25 50 15,0-49-15,0 49 16,-24-25-16,24 25 15,0 0-15,0 0 0,-24 0 32,49-25-32,-75 25 0,51 0 15,-1 0 1</inkml:trace>
  <inkml:trace contextRef="#ctx0" brushRef="#br0" timeOffset="11754.748">19596 521 0,'0'-25'32,"0"75"46,-50-1-63,50 1-15,0 0 16,0-1-16,0 1 0,0-1 16,0 1-16,0 0 15,0-26-15,0 1 16,0 25-1,50-50-15,-25 0 16,-1 0 0,1 0-1,0 0 1,25-50 0,-1 1-1,-49 24 1,0-25-16,25 1 15,-25-1-15,0 0 0,0 1 16,0-26-16,0 1 16,0 24-16,0 25 15,0 1-15,-50 24 16,50-50-16,-49 50 16,49-25-16,-50 25 15,25 0 1,25-25-16,-24 25 15,-26 0 1,0 25-16,1 0 16,49 0-1,-25-25 1,25 25-16,0 24 16,0 26-1,0-50 1,0 24-1,25-24 1,-1 25 0,26-50-1,25 24 1,-51-24-16,26 0 16,-25 0-1,24 0-15,-24 0 16,0 0-1,0 0 17</inkml:trace>
  <inkml:trace contextRef="#ctx0" brushRef="#br0" timeOffset="12215.513">20117 695 0,'24'0'47,"1"0"-47,0 0 15,0 0-15,24 0 16,-24 0-16,0 0 16,0 0-16,24 0 15,-49 24 1,50-24-16</inkml:trace>
  <inkml:trace contextRef="#ctx0" brushRef="#br0" timeOffset="12619.4">20117 918 0,'0'25'15,"0"-1"48,49-24-63,1 0 16,-25 0-1,24 0 1,1 0-1,-1 0 1,1 0 0,0 0-1</inkml:trace>
  <inkml:trace contextRef="#ctx0" brushRef="#br0" timeOffset="13741.96">21010 620 0,'0'0'15,"0"-25"-15,-25-24 31,25 24-31,-50 25 16,25 0 0,1 0-1,-1 25 1,-25 24-16,50 1 16,0-25-16,-25 0 15,25-1-15,0 26 16,0-25-1,0 0 1,50-25 0,-25 0-1,24 0 1,-24 0 0,0 0-1,0-25 1,-25 0-1,49-25-15,-49 26 32,0-26-32,0 75 125,0 0-110,0 24 1,0-24 0,0 0-16,0 0 15,0-1-15,0 1 0,0 25 16,0-25-1,-49-1-15,49 1 16,-50 25-16,25-1 16,1-49-1,-26 25 1,25-25-16,-24 0 16,24 0 15,-25 0 0,50-25 0</inkml:trace>
  <inkml:trace contextRef="#ctx0" brushRef="#br0" timeOffset="14677.546">21382 595 0,'-25'0'47,"25"50"-31,-25-25-16,25 0 15,0-1 1,0 1-16,-50 25 0,50-25 16,0-1-16,0 1 15,0 0-15,0 0 16,0 24-16,0-24 16,0 25-1,50-25 1,-25-25-1,0 0 1,-1 0 0,1 0 15,-25-50-15,50 50-16,-50-25 15,0-24-15,0 24 16,25 0-16,-25-25 15,0 1-15,0-1 16,0 25-16,0 1 16,0-26-1,0 25 1,-50 25 0,0 0-1,26 0-15</inkml:trace>
  <inkml:trace contextRef="#ctx0" brushRef="#br0" timeOffset="15285.334">21580 347 0,'0'-49'16,"-25"49"31,25 24-16,-25-24-31,25 50 0,0 0 15,0-26-15,0 1 16,0 25 0,0-25-1,50-25 17,-25 0-17,0 0 1,-1 0-1,-24-25 1,0 0-16,0-25 0,0 26 16,0-1-16,0 0 15,-24 0 1,-26 25 0,0 0-16</inkml:trace>
  <inkml:trace contextRef="#ctx0" brushRef="#br0" timeOffset="50919.974">28327 2232 0,'0'-24'15,"74"24"48,50-50-48,25 50-15,74 0 16,26 0-16,23 0 16,26 0-16,-50 0 0,-25 0 15,-49 0 1,-50 0-16,-50 25 15,-24-25-15,-25 0 0,-25 25 16,-25-25 31,0 0-31,-24 0-1</inkml:trace>
  <inkml:trace contextRef="#ctx0" brushRef="#br0" timeOffset="59598.859">2208 4018 0,'0'-24'156,"-50"24"-62,50 49-78,-25-24-16,25 25 15,-25-26-15,25 26 16,0-25-16,-24 49 16,24-49-16,0 0 15,0 0-15,0 24 16,0-24-16,0 0 15,0 0-15,0 24 16,24-49-16,-24 50 0,50-50 16,-50 25-16,25-25 15,-25 24-15,25-24 16,-25 25-16,0 0 16,0 49-1,0-49 1,0 0-16,0 0 15,0 25-15,0-26 16,-25-24-16,25 50 16,-50-25-1,25 0 1,1-25 15,48 0 79,-24 24-95,0 26 1,0-25-16,0 0 15,0 24-15,0-24 0,0 0 16,0 0-16,0-1 16,0 26-16,0-25 15,50 0-15,-50-1 16,0 1-16,0 25 16,25-1-16,-25-24 15,0 0-15,0 0 16,0 24-1,0 1 1,0 0 0,0-1-16,0-24 31</inkml:trace>
  <inkml:trace contextRef="#ctx0" brushRef="#br0" timeOffset="60294.652">2158 4713 0,'0'-25'15,"-25"25"95,-24 0-110,-1 0 0,-24 25 15,-1-25 1,1 49-16,-1-49 0,-24 25 16,0-25-16,-25 50 15,0-50 1,25 50-16,-1-50 16,26 24-16,24-24 0,26 0 15,-1 50-15,-25-50 16,25 0 31,-24 0-16</inkml:trace>
  <inkml:trace contextRef="#ctx0" brushRef="#br0" timeOffset="60754.509">819 4812 0,'-25'25'78,"25"0"-78,-50 24 15,25-24-15,25 0 16,-49 0-16,49 24 16,-50-49-16,50 25 15,0 25-15,-25-50 16,25 49 0,0-24-1,0 0 1,50-25-1,-25 25-15,24-25 16,1 25-16,0-25 16,-1 49-16,-24-49 15,0 0-15</inkml:trace>
  <inkml:trace contextRef="#ctx0" brushRef="#br0" timeOffset="61895.083">372 4093 0,'0'0'0,"0"-50"31,-25 50-16,25-25-15,0 1 32,0-26-17,50 25 1,-25 25 0,24 0-16,-24 0 15,0 0-15,0 0 16,0 0-16,24 25 15,-24 0-15,-25 24 16,25 1-16,-25 0 0,0-26 16,0 26-16,0 0 15,0-1-15,0-24 16,-25 25-16,25-26 16,-50-24-16,50 50 15,-24-50-15,-1 0 31,0-25-15,25 0-16,0-24 16,0-1-16,0-24 15,0-1-15,0 1 0,25 24 16,24 1-16,-24-26 16,25 26-16,-25-1 15,-1 1-15,26-1 16,-25 25-1,0 0-15</inkml:trace>
  <inkml:trace contextRef="#ctx0" brushRef="#br1" timeOffset="77809.597">18107 3101 0,'0'24'94,"0"26"-78,0 24-16,0-24 0,0 0 15,0-1-15,0 1 16,0-25-16,25-1 16,-25 1-16,0 0 15</inkml:trace>
  <inkml:trace contextRef="#ctx0" brushRef="#br1" timeOffset="78586.169">18132 3175 0,'0'-25'16,"0"-24"-1,0 24 17,25 25-32,0-25 15,24 25 1,-49-25 0,50 25-16,-25 0 15,-25 25 1,25 0-16,-25 0 15,0 24-15,0-24 16,0 0-16,0 24 16,0-24-16,0 0 0,-25 0 15,0 24 17,25-73 30,50 24-46,-26 0-16,1 0 15,0 0-15,0 0 16,-25 24-16,49 26 16,-49-25-16,0 0 15,0-1-15,0 1 16,0 0-16,0 25 0,-24-26 15,-1-24-15,-25 50 16,1-50-16,24 25 16,0-25-16,-25 0 15,26 0 1,-26-25 0,50 0-1,0-24 1,0 24-1</inkml:trace>
  <inkml:trace contextRef="#ctx0" brushRef="#br1" timeOffset="79336.895">17884 2729 0,'-25'0'31,"50"0"32,25 0-48,-1 0-15,1 0 0,24 0 16,1 0-1,-1 0-15,-24 0 0,-1 0 16,-24 0-16,25 49 16,-1-49 15</inkml:trace>
  <inkml:trace contextRef="#ctx0" brushRef="#br1" timeOffset="79932.603">18306 2580 0,'0'-25'63,"25"25"-1,24 49-62,-24-49 16,0 25-16,0-25 15,24 50-15,-24 0 16,-25-26 0,0 1-16,0 0 15,0 0-15,-25 49 16,0-49-16,-24 0 0,24 0 16,0 24-1,-24-49-15,-1 50 16</inkml:trace>
  <inkml:trace contextRef="#ctx0" brushRef="#br1" timeOffset="83252.454">18827 2902 0,'0'-25'0,"0"-24"47,0 24 0,0 0-31,0 0-1,-25-24 17,25 24-17,-25 25-15,25-50 0,-25 50 16,25-25 0,-24 25-16,24-24 0,-25 24 15,-25-50 1,25 50-1,25-25-15,-24 25 16,-1 0 0,25-25-16,-50 25 15,0 0-15,50-24 16,-49 24 0,24 0-16,-25 0 15,26 0 1,24-25-1,-25 25-15,0 0 16,-25 0 0,26 0-1,-1 0-15,0 0 16,0 0 0,0 0-1,-24 0 1,24 0-1,-25 0 1,26 0 0,24 25-16,-50-25 0,0 0 15,50 24 1,-49-24-16,24 0 16,25 25-1,-25-25-15,0 50 16,1-25 15,-26-1-15,0 26-1,26 0 1,24-1 0,-25-49-16,25 75 15,0-50-15,-50-1 16,50 26-16,0-25 0,0 0 15,0-1-15,-25 1 16,25 0-16,0 25 16,0-26-16,0 1 15,0 0-15,0 0 16,0 0-16,0 24 16,0-24-16,0 0 15,0 24 1,0 1-16,0-25 15,0 0-15,0-1 0,0 51 16,50-50 0,-50 24-1,25 1 1,0 0 0,-25-26-16,49 26 15,-49 0 1,25-50-1,-25 24-15,25-24 16,-25 25-16,25-25 16,-25 25-16,24-25 15,-24 25-15,25-25 16,-25 25-16,50-25 16,-1 49-16,1-49 15,-25 0 1,0 0-16,-1 0 15,1 0-15,-25 25 16,75-25-16,-51 0 16,1 0-16,0 0 15,0 0-15,24 0 16,-24 0-16,0 0 16,0-25-16,0 25 15,24 0 1,-49-25-16,50 25 15,-1-24 1,1 24-16,-50-25 16,50 25-16,-25-25 15,24 25 1,-49-50-16,25 50 16,-25-24-16,25 24 15,-25-25-15,25 25 16,-25-25-16,24 0 15,-24 0 1,25 25 0,-25-49-16,50 24 31,-50 0-15,0 0-1,25 25-15,-25-49 0,0 24 16,0 0-1,24-25-15,-24 1 16,0-1 0,25 1-16,-25-1 15,0 25 1,0 0-16,0 1 16,0-26-16,0 0 15,0 26-15,0-1 16,0 0-16,0-25 15,0 1 1,0 24 0,-25 25-1,25-50-15,0 26 32,0-1-17,-24 25 1</inkml:trace>
  <inkml:trace contextRef="#ctx0" brushRef="#br1" timeOffset="84116.069">19348 3249 0,'0'-24'16,"0"73"31,0 26-32,0-26-15,0 26 16,0-26-16,0 1 16,0-25-16,49-1 15,-24-24-15,-25 50 16,25-50 0,24-50-16,-49 26 15,50-1-15,-50-25 16,25 1-16,-25-1 15,0-24-15,0 49 16,0-25-16,0 1 16,0 73 31,0 1-47,0 25 0,0-1 15,0 1-15,0 0 16,0-1-16,0-24 15,0 25-15,0-26 16,25-24 0</inkml:trace>
  <inkml:trace contextRef="#ctx0" brushRef="#br1" timeOffset="84735.743">19720 3373 0,'0'25'47,"0"0"-47,0 25 16,0-26-16,0 1 15,0 25-15,0-25 16,0 24 15,0-74 16,0 1-47,0-26 0,0 0 16,0 26-1,49-26-15,-49 25 16,25 25-16,0 0 15,0 25 1,-25 0 0,0 0-16,0 24 15,49-24-15,-49 0 16,0 24 0,25-49-1,0 0 1,0 0-1,-25-49 1,25 24-16,-25-25 16,0 26-16,49-26 0,-49 25 15,0 50 32,0 0-47,0 0 0,0-1 16,0 26-16,0 0 15</inkml:trace>
  <inkml:trace contextRef="#ctx0" brushRef="#br1" timeOffset="84925.708">20017 3150 0,'0'-25'15</inkml:trace>
  <inkml:trace contextRef="#ctx0" brushRef="#br1" timeOffset="85379.499">20464 3001 0,'0'0'0,"0"-24"32,0-1-32,-25 25 31,0 0-15,0 0-1,25 74 1,0-49-16,-24 0 0,24 0 15,0-1-15,0 51 16,0-50 0,0-1-16,0 1 15,0 25-15,0-1 16,0-24-16,0 25 16,0-1-16,0 1 15,0-25-15,0 24 16,0-24-16,0 0 15,0 0 1,-50-25 0,25 0-16,0 0 15</inkml:trace>
  <inkml:trace contextRef="#ctx0" brushRef="#br1" timeOffset="85625.348">20265 3398 0,'0'0'0,"0"-25"16,25 25-16,-25-24 15,25 24-15,25 0 16,-26-50-16,1 50 15,0 0-15,0 0 16,0 0-16,24 0 16,-24 0-16,0 0 15</inkml:trace>
  <inkml:trace contextRef="#ctx0" brushRef="#br1" timeOffset="85966.194">20662 3299 0,'0'25'63,"0"0"-48,-25-1-15,25 1 0,0 25 16,0-1-16,0-24 16,0 0-16,0 0 15,0 24 1,25-49-1,25 0 1,-50-24-16,50 24 16,-50-25-16,24-25 15,-24 25-15,0-24 16,0-1-16,0 1 16,0-1-16,0 25 15,0 0-15,-24 25 16,-26 0-1,50 25 1</inkml:trace>
  <inkml:trace contextRef="#ctx0" brushRef="#br1" timeOffset="86385.004">20935 3349 0,'0'24'47,"0"1"-47,50 0 15,-50 0-15,0 0 16,0 24-16,0 1 15,0-1-15,0-24 16,0 25-16,0-25 16,0-75 31,0 25-32,0-24-15,0-1 16,0 25-16,25 0 15,-25 1 1,24 24-16,1 0 31</inkml:trace>
  <inkml:trace contextRef="#ctx0" brushRef="#br1" timeOffset="87172.601">21233 3398 0,'25'25'47,"-25"25"-32,0-26 1,0 1-16,0 0 16,0 0-16,0 0 0,0 24 15,0 1 16,0-75 32,0 0-63,0-24 16,0-1-16,0 0 15,0 1-15,0 24 16,0 0-1,49 25 1,1 0 0,-50 25-16,25 25 0,-25-1 15,0 1 1,0-1-16,0-24 16,0 25-1,0-75 32,0-25-31,0 1-16,0-1 15,49-24-15,-49 24 16,50 1-16,-1-1 16,-24 50-16,0 0 15,25 25 1,-50 0-16,24 24 15,-24 1-15,0-1 16,0-24-16,0 0 16,0 0-16,0 0 15,0 24 1</inkml:trace>
  <inkml:trace contextRef="#ctx0" brushRef="#br1" timeOffset="106661.066">22076 3299 0,'50'25'78,"-50"0"-62,25-1-16,-25 1 16,24 25-16,-24-25 15,50-1-15,-50 26 16,25-50-16,24 0 31,-24 0-31,25 0 16,24-74-16,25 24 15,1-49 1,49 24-16,-25-24 16,-25 50-16,25-26 0,-75 50 15,1 25-15</inkml:trace>
  <inkml:trace contextRef="#ctx0" brushRef="#br1" timeOffset="115695.179">16818 4887 0</inkml:trace>
  <inkml:trace contextRef="#ctx0" brushRef="#br1" timeOffset="116855.436">16892 4812 0,'0'25'93,"0"25"-77,0-1-16,0 1 16,0-1-16,0 1 0,0 0 15,0-26 1,0 26-16,0-25 16,-25-25 46,25-25-46</inkml:trace>
  <inkml:trace contextRef="#ctx0" brushRef="#br1" timeOffset="120762.478">16942 4936 0,'0'-25'125,"0"-24"-94,0 24 1,49 25-32,-49-50 15,25 50-15,-25-25 16,25 25-16,0-24 16,-1 24-1,1 0 1,25 0-1,-50 24 1,0 26 0,0 0-1,0-25-15,-25 24 16,25-24-16,-25-25 16,25 50-16,-25-50 15,25 49-15,-24-49 0,24 25 16,-25-25-1,25 25 1,25-25 78,-1 0-79,1 0-15,25 0 16,-25 0-16,-1 0 16,1 0-16,0 25 31,-25 24-15,0 1-1,-25-50 1,25 49-16,-25-49 0,-24 50 15,24-25-15,0-25 16,-24 25-16,24-25 16,0 0-16,-25 0 15,26 0 1,-26 0 0,25 0-1,0 0 16,25-25 1,0 0-17</inkml:trace>
  <inkml:trace contextRef="#ctx0" brushRef="#br1" timeOffset="121939.076">17636 4986 0,'0'-25'16,"0"0"47,0 0 30,0-24-30,-25 49-32,1 0-15,24 25-16,-25-1 15,25 1 1,-25 25 0,25-25-1,0-1-15,0 26 16,0-25-1,0 24-15,0 1 16,0-25 0,0 24-1,0-24 17,25-25-1,0 0-31,-1 0 15,-24-49 1,50 49 0,-50-25-16,25 0 15,-25-49 1,0 49 0,0 0-16,0 0 15,0 0-15,0 1 16,0-26-16,0 25 15,0 0-15,0 1 16,-50 24 15,25 0 1,1 0-17,24 49-15,0-24 16,-25-25-16</inkml:trace>
  <inkml:trace contextRef="#ctx0" brushRef="#br1" timeOffset="122299.962">17562 5159 0,'25'0'63,"24"0"-32,1 25-31,-50 0 0,25 25 16,-25-1-1,24-24-15,-24 0 0,50 24 16,-25-24 15</inkml:trace>
  <inkml:trace contextRef="#ctx0" brushRef="#br1" timeOffset="123335.425">18008 4911 0,'0'-24'16,"0"73"109,0 26-109,50-51-16,-50 1 15,0 25-15,0-25 16,0-1-16,0 1 16,0 0-16,0 0 15,25 24-15,-25-24 16,0 25-16,0-25 31,24-25-31,1 24 16,0-24-1,25 0 1,-1-49 0,1 24-1,-25 0 1,-25 0-1,24 25 1,-24-49-16,0 24 16,0 0-16,25-49 15,-25 49-15,0-25 16,0 1-16,0 24 16,0-25-16,0 1 31,-25 49 0,1 25-15,-26 24-1,50-24 1,0 0-16,0 0 16,0-1-16,0 1 15,0 25-15,0-25 16,25-25-16,-25 49 15,49-49-15,-49 25 0</inkml:trace>
  <inkml:trace contextRef="#ctx0" brushRef="#br1" timeOffset="124199.024">18926 4986 0,'0'-25'0,"-25"25"32,25-25-17,-25 25-15,-24 0 32,49 25-17,-50-25-15,25 74 0,1-49 16,-26 25-1,50-1 1,0-24 0,50 25-1,-26-50-15,26 0 16,-25 25-16,0-25 16,-1 0-16,-24 24 15,25-24-15,-25 25 16,0 0-1,0 25 1,-49-50 0,-1 24-16,0-24 0,1 0 15,-1 25 1,25-25-16,1 0 0,-1 0 16,0 0-1,25-25 1</inkml:trace>
  <inkml:trace contextRef="#ctx0" brushRef="#br1" timeOffset="124488.89">19124 5110 0,'0'49'47,"0"1"-31,0 0-16,0-26 15,0 1-15,0 0 16,0 0-16</inkml:trace>
  <inkml:trace contextRef="#ctx0" brushRef="#br1" timeOffset="124700.762">19100 4911 0,'0'-24'16,"24"24"15</inkml:trace>
  <inkml:trace contextRef="#ctx0" brushRef="#br1" timeOffset="125738.169">19298 5135 0,'0'99'32,"0"-74"-32,0-1 15,0 1 1,0 25-16,0-25 16,0-50 46,0 0-62,0-49 0,25-1 16,-25 26-1,49-26-15,-24 50 16,0 25 0,25 50-1,-50 0-15,0-1 16,49 1-1,-49-1-15,0 1 0,0-25 16,0 24 0,25-49-1,0 0 1,0-24 0,-25-1-16,49-25 15,-24-24-15,-25-1 16,50 1-16,-50-25 15,25 99 1,-25-25-16,0 75 47,0-26-47,0 51 16,0-1-16,0 1 15,0-26 1,0 1-16,0-1 0,0 1 15,0-25-15,0 24 16,0 1 0,49-50 15,-24-25-31,25 25 16,-50-49-16,49 24 15,-49-25-15,50 25 16,-25-99-1,-25 25-15,0 25 16,0-1-16,0 26 16,0-1-16,0 25 15,0 1-15,-25 24 16,25-50-16,-50 50 16,25-50-1,-24 50-15,24 0 16,-25 0-1,26 50 1,24 0 0,0-26-16,-25-24 15,25 50-15,0-25 0,0 0 16,0 24 0,0-24-1,25 25-15,24-50 16,-24 24-16,0-24 15,0 0-15,-1 0 16,1 0-16,25 0 16</inkml:trace>
  <inkml:trace contextRef="#ctx0" brushRef="#br1" timeOffset="126480.844">20687 5135 0,'0'0'16,"-25"0"15,50 0 16,0 0-47,0 0 16,24 0-16,1 0 15,0 0-15,-1 0 16,-24 0-16,0 0 15,0 0 1,-25 24 0</inkml:trace>
  <inkml:trace contextRef="#ctx0" brushRef="#br1" timeOffset="126796.657">20637 5457 0,'25'0'31,"0"0"-16,25 0-15,-1-25 16,1 25-16,0 0 16,-26 0-16,26-25 0,-25 25 15,24 0-15,-24 0 16,25 0 15</inkml:trace>
  <inkml:trace contextRef="#ctx0" brushRef="#br1" timeOffset="128164.013">21704 4837 0,'0'50'63,"0"-26"-63,0 1 15,0 0-15,0 25 16,0-1-16,0 1 16,0-1-16,0-24 0,0 0 31,0-50 31,0 0-46,0 1-16,0-26 16,0 25-16,0 0 15,0 1-15,0-26 16,25 50-16,-25-50 16,25 50-16,49 0 15,-49 0 1,0 0-16,0 25 0,24 0 15,-49 0 1,25 24-16,-25 1 0,0 24 16,0-24-16,0-25 15,0 24 1,-25-49 0,-24 0 15,49-49-16,0 24 1,0-25-16,0 1 16,24-1-16,-24 1 15,50 24-15,-25 0 16,24 25 0,-24 0-16,0 0 15,25 25-15,-50 24 16,49-24-16,-49 25 15,0-1 1,0 26-16,0-50 16,0 24-1,0-24 1</inkml:trace>
  <inkml:trace contextRef="#ctx0" brushRef="#br1" timeOffset="128831.144">22399 5011 0,'0'-50'15,"24"75"48,-24 24-63,0-24 16,0 25-16,0-1 15,0 1 1,0-25-16,0 24 0,0-24 15,0 25 1,25-50 0,-25 25-16,25-25 15,25 0 1,-1 0-16,1-25 16,-1-25-1,1-24 1,-50 24-16,25 1 15,-25-1-15,0 25 16,0-24-16,0 24 16,0 0-1,0-25-15,-25 50 63,0 0-48,25 50 1,-49 0-16,49-26 16,0 1-16,0 0 15,0 0-15,0 0 0,24 24 16,-24 1 0,25-50-16,-25 25 15,25-25 1,0 0-1</inkml:trace>
  <inkml:trace contextRef="#ctx0" brushRef="#br1" timeOffset="129315.056">22845 4614 0,'0'-50'0,"25"25"31,-25 0-16,25 25-15,0 0 16,24 0 0,-49 50-1,0-25-15,0 24 16,0-24-16,0 0 16,0 0-16,0 0 15,-25 24-15,-24 1 16,-1-25-1,50 0 1,25-25 15,0 0-15,24 0-16,1 0 16,-25 0-16,24 0 15,1 0-15,-25 0 0</inkml:trace>
  <inkml:trace contextRef="#ctx0" brushRef="#br1" timeOffset="130122.646">21779 5531 0,'0'25'62,"24"-25"-62,1 0 16,50 0-16,24 0 15,-25 0-15,50 0 16,0 0-16,0 0 16,-25 0-16,-49 0 15,24 0-15,-24 0 16,-25 0-16,0 0 16,24 0-1,-24 0 1,-74 0 46</inkml:trace>
  <inkml:trace contextRef="#ctx0" brushRef="#br1" timeOffset="130964.24">22250 5804 0,'25'0'62,"-25"25"-30,0 25-32,24-25 15,-24 24 1,0-24-16,0 25 15,0-26-15,0 1 16,0 0 0,0 0-16,0 0 31,0-1-15,0-73 109,0-1-110,0 1 1,0 24-16,0-25 15,0 1 1,0-1 0,25 25-16,0 0 0,25-24 15,-1 24 1,1 0-16,-1 25 16,-24-25-16,25 25 15,-25 0 1,-1 0-1</inkml:trace>
  <inkml:trace contextRef="#ctx0" brushRef="#br1" timeOffset="134864.619">24036 3150 0,'0'-49'16,"0"24"-1,0 0 1,25 25-1,-25 25 32,0 24-47,0 1 16,0 49-16,-25-24 16,25-1-16,0-24 15,0-1-15,0 1 16,0-25-16,0-1 15,0 26 1,49-50 15,-49-25-31,50 0 0,-50 1 16,50-26-16,-50 0 16,49-24-1,-49 0-15,25-26 16,-25 1-16,0 0 0,0 25 15,0 24-15,0 0 16,0 26-16,0-1 16,0 0-16,0 0 15,-25 25 1,0 0 15,-49 0-15,74 25-16,-50 25 15,50-1-15,-24 1 16,24 24 0,0-24-16,0-1 15,0 1-15,0 0 16,0-26-16,0 26 16,49-25-1,-24-25-15,49 0 16,-49 25-1,0-25-15,25 0 16,-1 0 0</inkml:trace>
  <inkml:trace contextRef="#ctx0" brushRef="#br1" timeOffset="135615.241">25425 3101 0,'49'0'31,"-49"24"-15,0 26-16,0 0 15,0-1-15,0 1 16,25-25-16,-25 24 15,0-24-15,0 25 16,25-50 0</inkml:trace>
  <inkml:trace contextRef="#ctx0" brushRef="#br1" timeOffset="135986.025">25846 3101 0,'-49'24'31,"49"1"-15,-50 0-16,50 25 15,-25-1-15,25-24 16,25-25 15,-25 25-31,50-25 16,-1 25-1,-24 24 1,-25-24 0,0 0-1,-25 0 1,-24-25-1,-26 0 1,51 0-16,-1 0 16,0-50-16</inkml:trace>
  <inkml:trace contextRef="#ctx0" brushRef="#br1" timeOffset="136201.906">25425 2853 0,'0'0'0,"0"-25"16,25 25 46</inkml:trace>
  <inkml:trace contextRef="#ctx0" brushRef="#br1" timeOffset="137139.465">27161 2977 0,'-25'24'78,"1"1"-78,-26 25 16,0-1-16,-24 1 16,-1 24-16,1-24 15,0 24-15,-1 1 16,26-26-16,-1 1 15,25-50-15,25 25 16,50-25 47,-25 0-63,24 0 15,1 0 1,49 0-16,-49 0 15,-1 0-15,1 0 16,-25 0-16,24 0 16,-24 0-1,-25 49-15</inkml:trace>
  <inkml:trace contextRef="#ctx0" brushRef="#br1" timeOffset="137557.396">26888 3299 0,'0'-25'0,"0"50"47,0 25-47,75-1 15,-75-24-15,24 49 16,-24 1 0,0-26-16,0 1 0,-49-25 15,24 25-15,0-50 16</inkml:trace>
  <inkml:trace contextRef="#ctx0" brushRef="#br1" timeOffset="138474.081">28004 3001 0,'0'0'16,"0"25"31,0 25-47,0 24 15,0 1-15,0 73 16,0-98-1,-24 0-15,24-1 16,0-24-16,0 0 16,0-50 15,0-25-15,0 26-16,24-1 15,1 0-15,25 25 16,0 0-1,-26 0-15,26 25 16,-50 24 0,0 1-16,0 0 15,-25-1 1,0-49 0,-24 25-16,-1-25 15,0 0-15,1 0 16,24 0-16,25-50 15,0 1 1</inkml:trace>
  <inkml:trace contextRef="#ctx0" brushRef="#br1" timeOffset="139201.283">28401 3448 0,'0'25'31,"25"-25"-31,25 0 16,-25 0 0,-1 0-1,-24-50 1,25 0-1,-25 26-15,0-1 16,0 0-16,0 0 16,0-24-16,-25 24 15,-24 25 1,24 0 0,-25 49-1,50 1 1,-49 49-16,49-74 15,0 25-15,0-1 16,0-24-16,25 0 16,-1-25-1,26 25-15,0-25 0,-26 0 16,1 0 0,0 0-16,0 0 0,0 0 15,49-75 1,-49 26-16,-25-1 15,74-24-15,-24-75 16,-25 99 0,-25-24-16,0 24 15,0 25-15,0 50 63,0 25-63,0-1 15,0 51 1,-50-51-16,50-24 16,0 25-16,0-1 15,25 1-15,-25-25 16,49 24-16,-24-49 16,25 25-1,-1-25 1,-24 0-1,-25-50-15</inkml:trace>
  <inkml:trace contextRef="#ctx0" brushRef="#br1" timeOffset="139438.147">28773 3225 0,'0'0'0,"25"0"32,0 0-32,25 0 15,-1-25 1,1 25-16,-25-25 0,-1 25 16,-24-25-16,50 25 15,-50-25-15</inkml:trace>
  <inkml:trace contextRef="#ctx0" brushRef="#br1" timeOffset="139814.935">29170 2629 0,'0'25'15,"0"25"1,0-25-16,0 24 16,0 1-16,0-25 15,0-1-15,0 1 16,50-50 31,-50 1-32,25-1-15,-25-25 16,25 1-16,-1 24 16,26 25-1,-50 49 1,50 1-16,-50 24 16,0 1-16,0-26 15,0 1-15,0-25 16</inkml:trace>
  <inkml:trace contextRef="#ctx0" brushRef="#br1" timeOffset="141167.304">30212 3175 0,'0'25'62,"0"0"-62,0 24 16,0 1-16,0-1 15,0 1-15,0-25 16,0 24-16,25 1 0,-25-25 16,50 0-1,-1 24 1,1-49 0,-1 0-16,26-25 15,-50-24 1,-25-1-1,49 1-15,-49-1 16,50 0-16,-50 1 0,0-1 16,0 25-16,0-24 15,0-26 1,-25 75 0,-25 25 15,50 25-31,-24-25 0,24-1 15,0 1-15,0 25 16,0-25 0,0-1-16,0 1 15,0 25-15,0-25 16,49-25-16,-49 49 0,50-49 16,-25 0-16</inkml:trace>
  <inkml:trace contextRef="#ctx0" brushRef="#br1" timeOffset="141821.052">31328 3671 0,'-24'0'16,"24"-25"-1,-25 25-15,25-49 16,-50 24 0,50 0-16,-50-25 0,50-24 15,0 0-15,-24 24 16,24 0-16,0 1 16,0 24-16,0 0 15,0-24 1,49 49-16,-49-25 15,100 25 1,-76 0 0,-24 25-16,0-1 15,0 1 1,0 25-16,-24-25 16,-1 24-16,0 1 15,-25-1-15,50 1 0,-49 0 16,49-26-16,-50 1 15,50 25 1,0-25 0,25-25 15,24 0-31,1 0 16,0 0-16,-1-50 0,1 50 15,0-25-15,-1 25 16,1-49-16</inkml:trace>
  <inkml:trace contextRef="#ctx0" brushRef="#br1" timeOffset="142118.879">31924 3026 0,'0'0'0,"0"-25"16,0 50 31,0 25-47,0-1 15,0 1-15,0 0 16,0-1-16,0 1 15,0-1-15,0 1 16,0-25-16,24 0 16</inkml:trace>
  <inkml:trace contextRef="#ctx0" brushRef="#br1" timeOffset="142595.615">31948 3101 0,'0'-25'16,"0"50"-16,0-100 16,25 50-1,-25 1-15,50 24 0,-1-50 16,-24 50-1,25 0 1,-50 25-16,49 0 0,-49 24 16,0 1-1,-24-1-15,24 1 16,-50-25-16,50 0 16,-25-25-16,25 24 15,50 26 32,-1 24-31,-49-49-1,25 0-15,-25 0 16,0 24 0,-25-49-16,1 50 0,-26-50 15,-24 0 1,-1 25-16,26-25 0,-26 0 15,26 0 1,-26 0-16</inkml:trace>
  <inkml:trace contextRef="#ctx0" brushRef="#br1" timeOffset="144073.017">24259 3969 0,'0'25'62,"0"-1"-46,0 26-16,0 74 16,0-74-1,0-1-15,0 1 16,0-1-16,0-24 16,0 0-16,0 0 15,0 0 1</inkml:trace>
  <inkml:trace contextRef="#ctx0" brushRef="#br1" timeOffset="144419.889">24110 4316 0,'0'-25'31,"0"75"-15,0-25-16,0 24 0,50 1 15,-50-25-15,25-1 16,-1-24-1,-24 25-15,50-25 0,-25 0 16,0 0 0,24-25-1,1 1 1,-25-1-16,24-25 16,1 25-16,-25 25 15</inkml:trace>
  <inkml:trace contextRef="#ctx0" brushRef="#br1" timeOffset="147602.201">24135 4986 0,'-25'0'15,"-24"25"17,49 24-32,-50 1 15,50-25-15,0 24 0,0 1 16,0 74 0,0-50-1,0-24-15,25-25 16,-25-1-16,49-24 15,-49 25-15,50-25 0,0 0 16,-26 0 0,51-74-1,-75 49-15,25-25 16,-25 1-16,0-1 16,0 1-16,0-1 15,0 0-15,0 1 16,-50-1-16,25 50 15,-49 25 1</inkml:trace>
  <inkml:trace contextRef="#ctx0" brushRef="#br1" timeOffset="148138.916">24482 4787 0,'0'-25'15,"-25"25"32,-24 25-31,49 50-1,0-50-15,0 24 16,0-24 0,25-25-1,-1 0 1,26 0 0,-25 0-1,-25-25 1,0-49-1,0 49-15,0 0 16,0-25 0,0 26-16,-25 24 0,-25 0 31</inkml:trace>
  <inkml:trace contextRef="#ctx0" brushRef="#br1" timeOffset="149054.572">25425 5507 0,'0'-25'16,"-50"0"-1,25 25 1,-24 0-1,-1 25 1,50 0 0,-49-1-16,49 1 0,0 25 15,-25-25 1,25-1-16,0 1 16,0 0-1,49-25-15,1 0 16,0 0-1,-26 0 1,-24-50-16,25 26 16,-25-1-16,0 0 15,0 0-15,0-24 16,0 24 0,0 0-16,0 0 15</inkml:trace>
  <inkml:trace contextRef="#ctx0" brushRef="#br1" timeOffset="149405.932">25623 5457 0,'25'0'31,"-25"25"-15,25 0-16,-25-1 16,0 1-16,0 25 15,0-1 1,-25-49 15,25-24 0,0-1-31,0-25 16,25 1-16,-25-1 16,49 25-16,-24 0 15,0 25-15,25-49 16,-1 49 0,1 0-16,-25 0 0</inkml:trace>
  <inkml:trace contextRef="#ctx0" brushRef="#br1" timeOffset="149751.762">26566 5259 0,'0'24'47,"0"1"-47,0 25 16,0-1-16,0-24 15,0 25-15,0-1 16,0-24-16,0 25 16,0-25-16,0-1 15</inkml:trace>
  <inkml:trace contextRef="#ctx0" brushRef="#br1" timeOffset="150330.475">26839 5110 0,'0'0'0,"0"25"31,-25-1-15,25 1-16,0 0 15,0 0-15,0 24 16,0 1 0,0-25-16,25 0 15,24 24-15,-24-24 16,25 25 0,-50-1-1,24-49-15,-24 25 16,-24 0-1,-1-25 1,0 0-16,0 0 16,0 0-16,-24 0 15,24 0 1,25-25 0,0-25-1,0 26 1,50-26-16,-26 25 15,26-24-15,-25-1 16,0 25-16,-25-24 16,49-1-16,-49 25 15,0-24-15,-49 49 32,24 0-17,0 0-15,0 24 16,-24 26-1</inkml:trace>
  <inkml:trace contextRef="#ctx0" brushRef="#br1" timeOffset="150719.254">27310 5259 0,'0'24'31,"0"26"-15,0-25-16,-50 24 16,50 1-16,0 0 15,0-1-15,0-24 16,0 25-16,50-50 31,-25 0-31,0 0 16,-1-25-16,26-25 15,-50 25 1,0 1-16,0-26 16,0 0-16,0-24 15,0 24-15,0 1 16,-50 24-16,26 0 15,-26 25-15,25-25 16</inkml:trace>
  <inkml:trace contextRef="#ctx0" brushRef="#br1" timeOffset="151067.079">27360 4688 0,'-50'0'31,"50"25"-15,0 0-16,0 24 16,0-24-16,0 25 15,25-1 1,0-49-16,24 0 15,-24 0-15,0 0 16,0 0 0,-25-24-16,0-26 15,0 25-15,0-25 16,-50-24 0,0 49-1,26 25-15,-26 0 16,25 25-16</inkml:trace>
  <inkml:trace contextRef="#ctx0" brushRef="#br1" timeOffset="152781.314">23540 3721 0,'0'74'47,"0"-49"-47,0 0 15,0 24-15,0 1 16,0 24-16,0-24 16,0 0-16,0-1 15,0 1-15,0-1 16,0 26-16,0-1 16,0 50-16,0-25 15,0-49-15,0 24 16,0 1-16,0-25 15,-25 24-15,25 0 16,0 1-16,0-26 16,0 26-16,0-26 15,0 26-15,0-26 16,0 1-16,0-25 16,0 24-16,0 1 15,25 0-15,-25-1 16,0 1-16,0-1 15,0 1-15,0 0 16,0-1-16,0 1 0,-25 0 16,25-1-16,0 1 15,-25-25-15,25-1 16,0 1-16,0 50 16,0-1-1,0-49 1,0 0-16,0-1 15,0 1-15,-25 25 16,25-1 0,0 1-1,0-25 1,0 0-16,0 24 16,0-24-1,0 25 16,0-75 48</inkml:trace>
  <inkml:trace contextRef="#ctx0" brushRef="#br1" timeOffset="153665.929">28004 5581 0,'-24'0'32,"48"0"14,1 0-46,25 0 16,24 0 0,26 0-16,-1 0 0,0 0 15,-25 0-15,1-25 16,-26 25-16,-24 0 16</inkml:trace>
  <inkml:trace contextRef="#ctx0" brushRef="#br1" timeOffset="153881.804">28525 5308 0,'75'25'46,"-50"25"-46,-25 24 0,0 0 16,0 50-16,0-49 16,-50-1-16,0-24 15,1 0-15</inkml:trace>
  <inkml:trace contextRef="#ctx0" brushRef="#br1" timeOffset="154804.395">29121 5407 0,'0'-49'16,"0"74"15,0 24-16,0 1 1,0-1-16,0 51 0,0-1 16,0-25-16,-50 50 15,50-99 1,0 0-16,0 0 16</inkml:trace>
  <inkml:trace contextRef="#ctx0" brushRef="#br1" timeOffset="155176.212">29021 5507 0,'0'-50'16,"25"50"-16,-25-50 15,100 26 1,-76 24 0,1 0-16,25 0 15,-25 0-15,-25 24 0,24 1 16,-24 0-16,0 0 15,0 0 1,0 49-16,-49-74 16,-1 50-16,25-50 15,1 24-15,-1-24 16,0 0-16,0 0 16</inkml:trace>
  <inkml:trace contextRef="#ctx0" brushRef="#br1" timeOffset="155862.873">29617 5457 0,'0'0'0,"0"-25"32,0 0-32,-25 25 15,-49 50 1,49 0 0,25-1-16,-50 1 15,50-25-15,0-1 16,0 1-1,25-25 1,0 0-16,0-25 16,-25 1-16,49-1 15,-49-25-15,50 25 16,-50 1-16,0-1 16,0 74 30,0-24-46,0 0 0,0 0 16,49 0 0,-24-25-16,0 0 15,0 0 1,0-25-16,-25 0 16,49 0-16,-49 0 0,50-24 15,-50-1-15,25-24 16,-25-1-1,0 1-15,49 24 0,-49-24 16,0 24-16,0 26 16,0 98 15,0-24-15,0 148-1,0-148-15,0 24 0,0-24 16,0-1-16,0-24 15,0 0 1</inkml:trace>
  <inkml:trace contextRef="#ctx0" brushRef="#br1" timeOffset="156351.383">29815 5358 0,'25'0'47,"0"0"-47,0 0 0,-1 0 16,26 0 0,-25 0-16,0 0 0,24-50 15,-49 25 1,50-24-16,-50-1 15,25 1 1,-25-1-16,0 25 16,0 75 15,0 49-31,0 0 16,0-24-1,0-1-15,0-24 16,0-26-16,0 26 15,0-75 1,0 0 0,24 1-16,-24-26 15,50 0-15,-50 26 16,25-1 0,25 50-1,-50 24 1,0 1-16,0-1 15,0 1-15,24-25 16,-24 24-16,50-49 16</inkml:trace>
  <inkml:trace contextRef="#ctx0" brushRef="#br1" timeOffset="157701.918">29443 6424 0,'0'-24'32,"-25"24"-17,1 24 1,24 1-16,-50 0 15,50 0-15,-50 24 16,50-24 0,0 0-16,0 25 15,0-26 1,75-24-16,-50 0 16,-1 0-16,1 0 15,-25 25 1,25-25-16,-25 25 15,0 25 1,-25-50 0,0 24-16,-24-24 15,-1 0-15,1 0 16,-1 0-16,0 0 16,1 0-16,24 0 15,0 0-15</inkml:trace>
  <inkml:trace contextRef="#ctx0" brushRef="#br1" timeOffset="158095.694">29741 6251 0,'0'0'16,"0"-25"0,0 50 30,0 0-30,0 24-16,0 1 16,-25 24-16,25 1 15,0-26-15,0 26 16,0-26-16,0 1 16,0-1-16,0 1 15,0-25-15,0 25 16</inkml:trace>
  <inkml:trace contextRef="#ctx0" brushRef="#br1" timeOffset="158352.558">29567 6623 0,'0'0'16,"0"-25"-16,50 25 0,49-25 31,-74 25-31,0 0 15,-1 0-15,1 0 16</inkml:trace>
  <inkml:trace contextRef="#ctx0" brushRef="#br1" timeOffset="158576.444">30063 6697 0</inkml:trace>
  <inkml:trace contextRef="#ctx0" brushRef="#br1" timeOffset="159113.136">30485 6300 0,'0'-49'16,"0"74"15,50-1-31,-50 26 16,0 0-16,-25 24 15,25 0 1,-25 50-16,25-74 16,0 0-1,0-26-15,0 1 0,0 0 32,25-25-17,0 0-15,-1 0 16,1 0-16,25-50 15,-25 26-15,-25-26 16,49 25-16,-49 0 16,0 1-1,25 24-15,-25 24 32,0 1-17,0 0-15,0 25 16,0-26-16,0 26 15,0-25-15,0 0 16</inkml:trace>
  <inkml:trace contextRef="#ctx0" brushRef="#br1" timeOffset="159299.027">30783 6400 0,'0'49'62</inkml:trace>
  <inkml:trace contextRef="#ctx0" brushRef="#br1" timeOffset="159694.357">30857 6623 0,'0'25'15,"0"-1"1,0 1-16,0 0 15,0 0-15,0 24 16,0-24-16,0 0 31,0-50 1,0-24-17,50-1 1,-26 0-16,-24 1 0,50 49 15,-50-50-15,50 75 32,-50 0-32,0 24 15,24 1-15,-24 0 16,0-1-16,0 1 16,0 0-1</inkml:trace>
  <inkml:trace contextRef="#ctx0" brushRef="#br1" timeOffset="160081.156">31179 6871 0,'0'0'0,"25"0"31,0 0-16,25 0 1,-50-50 0,49 50-16,-49-25 15,75-24 1,-75 24-16,25 0 16,-25 0-16,0-24 15,0 24 1,0 0-16,-50 25 15,25 25 1,0 25-16,-24-1 16,24 1-1,25-1-15,0 1 0,-25 0 16,25-25-16,0-1 16,50 26-1,24-50 1,-24 0-16,-1-25 15,1 25-15</inkml:trace>
  <inkml:trace contextRef="#ctx0" brushRef="#br1" timeOffset="161380.51">24433 7714 0,'-50'0'31,"0"0"-15,26 50-1,-26-50-15,25 0 16,-24-25 0,49-25-1,0 26 1,0-1-16,0 0 16,0 0-16,0-24 15,49 49 1,-24 0-16,25 0 15,-26 0-15,1 0 16,0 24-16,25 1 0,-50 25 16,24-1-16,-24 1 15,0 24-15,-24-24 16,-26 0-16,25-1 16,0-24-16,1-25 15,-26 50-15,0-50 16,26 0-1,-26 0 1,50-25 15,25 25-31</inkml:trace>
  <inkml:trace contextRef="#ctx0" brushRef="#br1" timeOffset="161781.984">24581 7739 0,'0'25'63,"0"0"-63,0-1 15,0 26 1,0-25-16,0 0 16,0-1-16,0 1 0,0 25 15,50-50 1,-25 0 0,0 0-16,24 0 15,1 0 1,-50-50-1,0 1 1,0-1 0,0 25-16,0 0 15,0 1-15,-50 24 16,25-50-16,-24 50 16</inkml:trace>
  <inkml:trace contextRef="#ctx0" brushRef="#br1" timeOffset="162153.77">24755 7218 0,'-25'-49'16,"0"73"-1,25 1 1,0 25-16,0-1 0,0 1 16,0-25-16,0 0 15,50-1 1,0-24-16,-26 0 16,1 0-16,25 0 15,-50-49 1,0 24-1,0 0-15,0 0 0,0 1 16,-25-26-16,-25 0 16,1 26-1,24 24-15,25 24 16,0 1 0,0 0-16</inkml:trace>
  <inkml:trace contextRef="#ctx0" brushRef="#br1" timeOffset="162608.549">25152 7838 0,'50'0'63,"-1"0"-48,75 0 1,-49 0-16,-1-25 16,0 25-16,26 0 15,-1 0-15,0-24 16,-24 24-16,-51 0 0,26 0 16,-75-50 46,0 50-46</inkml:trace>
  <inkml:trace contextRef="#ctx0" brushRef="#br1" timeOffset="162870.385">25946 7541 0,'0'-25'0,"49"25"32,1 0-32,-50 25 15,25 24-15,-25 26 16,0-1-16,0-24 15,-50-1-15,1 1 16,-1-1-16,0-24 16,-24 25-16,-50-50 15</inkml:trace>
  <inkml:trace contextRef="#ctx0" brushRef="#br1" timeOffset="169334.799">27037 7838 0,'0'-25'15,"0"-24"16,-50 49 1,1 25-17,24 49 1,25-49-16,0 0 16,0-1-1,0 1-15,0 0 0,0 25 16,0-25-16,25-25 15,0 24-15,-1-24 16,26 0-16,-25 0 16,0 0-16,0 0 15,-1 0-15,26-49 16,-25 49 0,0-50-16,-25 25 0,24-24 15,-24 24-15,0 0 16,50 25-16,-50-50 15,0 100 48,0-25-63,0 0 16,0 24-16,0-24 15,0 0-15,0 25 16</inkml:trace>
  <inkml:trace contextRef="#ctx0" brushRef="#br1" timeOffset="169545.708">27310 7565 0,'-25'-24'0,"50"73"62</inkml:trace>
  <inkml:trace contextRef="#ctx0" brushRef="#br1" timeOffset="169983.477">27508 7838 0,'0'0'0,"0"25"16,0 0-16,0 0 16,0-1-16,0 26 15,25-25-15,-25 0 16,0 0-16,0-1 31,0-48 32,0-1-48,0-25-15,0 0 16,25 1 0,-25 24-16,50 25 0,-50-50 15,49 50-15,1 0 16,-1 0-1,1 0 1,0 0 0</inkml:trace>
  <inkml:trace contextRef="#ctx0" brushRef="#br1" timeOffset="170329.315">28079 7913 0,'0'-50'15,"-25"50"17,0 0-17,0 25-15,-24 0 16,49-1-1,-50 1-15,50 25 0,0-25 16,0 0-16,0-1 16,0 26-1,25-25 1,25-25 0,-26 0-16,1 0 15,0 0-15,25 0 16,-50-25-1,25 25-15</inkml:trace>
  <inkml:trace contextRef="#ctx0" brushRef="#br1" timeOffset="170562.207">28277 7590 0,'0'-25'15,"0"50"1,0 25 0,0-1-16,0 26 15,0-1-15,0-24 0,0-1 16,0 1 0,0-25-16,0 25 0,0-26 15,50 1-15</inkml:trace>
  <inkml:trace contextRef="#ctx0" brushRef="#br1" timeOffset="170932.995">28525 8136 0,'25'0'31,"-25"-25"-16,25 25-15,-25-25 16,25 25-16,-25-24 16,25 24-16,-25-50 0,0 25 15,0-25-15,0 26 16,0-1 0,-25 25-16,-25 0 15,25 25 1,1 24-16,-26 1 15,50 0-15,-25 24 16,25-24-16,0-1 16,0-24-16,0 0 0,25 24 15,25-49 1,-26 0-16,1 0 16,0 0-16,0 0 15,0-24 1</inkml:trace>
  <inkml:trace contextRef="#ctx0" brushRef="#br1" timeOffset="172299.783">23564 9153 0,'25'0'16,"0"0"0,25 0-1,-1 0-15,1 0 16,-25 0-16,24 0 0,1 0 16,0 0-16,-26 0 15,-24 25-15</inkml:trace>
  <inkml:trace contextRef="#ctx0" brushRef="#br1" timeOffset="172612.153">23564 9426 0,'0'0'0,"50"0"47,-25 0-31,24 0-16,1 0 15,49 0 1,-49 0-16,0 0 0,-26 0 15,26 0 1</inkml:trace>
  <inkml:trace contextRef="#ctx0" brushRef="#br1" timeOffset="173015.948">23788 8880 0,'0'74'63,"0"-24"-63,0 49 15,0 25-15,0 25 16,0 0-16,-50-25 16,50-25-16,-50-24 15,50-26-15,0-24 0,-24 0 16</inkml:trace>
  <inkml:trace contextRef="#ctx0" brushRef="#br1" timeOffset="173888.574">24433 9178 0,'0'49'63,"0"1"-48,-50 0-15,50-1 16,0 1-16,0-1 15,0 1-15,0-25 0,25 0 16,24 49 0,1-74-1,-25 0-15,24-25 16,-49 0 0,0 1-1,50-51-15,-50 26 16,0-26-16,0 1 15,-25 24-15,25 1 16,-49 24-16,-1 0 16,25 25-1,-24 0 1</inkml:trace>
  <inkml:trace contextRef="#ctx0" brushRef="#br1" timeOffset="174286.383">24581 8756 0,'0'0'15,"0"50"32,0-1-47,0 1 16,0-1-1,0-24-15,50 25 16,0-50 0,-26 0-1,-24-25 16,0 0-31,0 0 16,0 1-16,0-26 16,-24 50-1,24 25 1,0 24 0</inkml:trace>
  <inkml:trace contextRef="#ctx0" brushRef="#br1" timeOffset="174533.241">24954 9823 0,'0'0'16,"0"24"-1,-25 26 1,25-25-16,-50 24 16,50-24-16,-50 0 15,26 25 1,-1-50 0</inkml:trace>
  <inkml:trace contextRef="#ctx0" brushRef="#br1" timeOffset="175245.885">25251 9674 0,'0'-25'31,"-25"25"32,1 0-32,24-25-15,0 0 46,-50-24 1,50-1-32,0 1-15,0 24-16,0 0 15,0 0-15,25 0 16,0-24-1,-1 49 1,26 0 0,-50 25-16,50 173 15,-50-99 1,0-24-16,-50 49 0,25-50 16,25-49-1,-49 24-15,49-24 16,-25-25-16,25 25 15,-50-25-15</inkml:trace>
  <inkml:trace contextRef="#ctx0" brushRef="#br1" timeOffset="175706.624">25598 9525 0,'0'0'0,"0"-25"31,-24 75 0,24-1-15,0 1-16,-25 0 15,25-1-15,0-24 16,0 0-16,0 0 0,0-1 31,25-24-31,24 0 16,1 0-1,-25 0 1,-25-49-16,0-26 16,0 51-1,0-26-15,0 25 16,0 0-16,-25 25 16,25-49-1,-50 49-15,50-25 0,-49 25 16,49-25-1</inkml:trace>
  <inkml:trace contextRef="#ctx0" brushRef="#br1" timeOffset="176064.414">25648 9203 0,'0'0'0,"0"24"47,0 1-47,0 0 16,0 0-16,0 24 16,25-49-1,24 0 1,1 0-16,-25 0 31,-25-49-31,0 24 16,0 0-16,0 0 15,0-24 1,0 24-16,-25 25 16,0 25-1,25 0-15,0-1 16</inkml:trace>
  <inkml:trace contextRef="#ctx0" brushRef="#br1" timeOffset="176381.282">25648 9624 0,'0'50'15,"0"-1"1,0-24-16,-25 25 15,25-1-15,-49 1 16,49 0-16,-50-26 16,50 1-16,-50-25 15,26 25-15</inkml:trace>
  <inkml:trace contextRef="#ctx0" brushRef="#br1" timeOffset="179462.246">25673 9575 0,'-25'0'31,"25"24"0,-25-24-31,25 25 16,0 25-16,0-25 15,0 24 1,0-24 0,0 25-1,0-1-15,0-24 16,0 0-1,25-25 1,0 0 0,0 0-1,24 0 1,-24-25 0,25-25-16,-50 1 31,0 24-31,0 0 0,0 0 15,0 1-15,0-26 32,0 25-32,-25-24 15,-25 24-15,25 25 16,1 0 0,-26 0-1,0 25 1,50 24-1,-24-24-15,24 0 16</inkml:trace>
  <inkml:trace contextRef="#ctx0" brushRef="#br1" timeOffset="179829.082">26268 9872 0,'0'25'0,"0"25"15,-25-1 1,25-24 0,-49 0-1,49 0-15,-50 24 0,50-24 16,-49 0-16,24 0 15</inkml:trace>
  <inkml:trace contextRef="#ctx0" brushRef="#br1" timeOffset="180260.854">26715 9500 0,'0'0'0,"0"25"78,0 25-62,0-1-16,0 1 15,0-1-15,0-24 16,0 25-16,0-25 16,0-1-16,0 26 15</inkml:trace>
  <inkml:trace contextRef="#ctx0" brushRef="#br1" timeOffset="180868.488">27037 9426 0,'-25'0'31,"-24"0"-15,24 74-1,25-49-15,0 0 16,0 24 0,0 1-16,0 0 15,0-26 1,49-24 0,-49 25-16,50-25 15,-50 25-15,25-25 16,-25 25-16,0 0 31,0-1-15,-50-24-16,1 0 15,24 0 1,-25 0-16,1 0 16,24 0-16,-25 0 15,100-74 16,-25 24-15,24 26-16,1-1 16,-1-25-16,1-24 15,-25 24-15,-25 25 16,50-99 0,-50 100-1,-25-1 1,-25 25-1,0 74 1,50-49-16,-24 25 16</inkml:trace>
  <inkml:trace contextRef="#ctx0" brushRef="#br1" timeOffset="181306.294">27434 9475 0,'0'0'15,"-25"25"16,25 0-31,-49 0 16,49 24 0,-25 1-16,25-25 0,0 24 15,0 1-15,0-25 16,0 0 0,49-25-1,-24 0-15,25 0 0,-25 0 16,-1 0-1,-24-50-15,25 50 0,-25-74 16,0 49-16,0-25 16,0 1-1,0-1-15,-25 25 16,-49-24-16,49 49 16,0 0-16,1 0 15,-1 0-15</inkml:trace>
  <inkml:trace contextRef="#ctx0" brushRef="#br1" timeOffset="181682.715">27484 9004 0,'0'0'0,"-25"0"32,25 50-17,0-1-15,0 1 16,0-25-16,0 24 16,0-24-16,49-25 15,-24 0-15,0 0 16,25 0-1,-26-49 1,-24 24 0,0 0-1,0-25-15,0 1 0,-49 24 16,24 25-16,0-50 16,-24 50-16,-26 0 15,1 25-15</inkml:trace>
  <inkml:trace contextRef="#ctx0" brushRef="#br1" timeOffset="182629.912">28550 9798 0,'50'0'47,"24"0"-47,25 0 16,-24 0-1,24 0-15,-25 0 0,-24 0 16,25 0-16,-26 0 16,-24 0-16,0 0 15,-25-25-15</inkml:trace>
  <inkml:trace contextRef="#ctx0" brushRef="#br1" timeOffset="182865.668">29146 9550 0,'49'0'31,"1"0"-31,-50 49 16,49 1-16,-49 24 15,0 1-15,0-26 16,-49 1-16,-1 0 16,1-1-16,-1-24 0</inkml:trace>
  <inkml:trace contextRef="#ctx0" brushRef="#br1" timeOffset="183849.236">29666 9203 0,'0'49'47,"0"1"-47,0-25 16,0 24-16,0 26 16,25-1-16,-25 0 15,0-24-15,0 24 16,0-24-16,0-25 15,0 0-15,0-1 16,0-73 47,0 24-63,0-25 15,0 1-15,50 24 16,-25-25-1,24 50 1,1 0 0,-50 25-16,49 0 15,-49 0-15,25 49 16,-25-49-16,50 25 16,-50-1-16,0-24 15,0 25-15</inkml:trace>
  <inkml:trace contextRef="#ctx0" brushRef="#br1" timeOffset="184833.426">30088 9748 0,'25'0'16,"24"0"-1,-24 0 17,0-25-17,0 1 1,-25-26-1,25 50-15,-25-50 16,0 1 0,-25 49-1,0 0 1,0 0 0,-24 0-16,49 49 15,-50-49 1,50 50-16,0-25 15,0 0-15,0 24 0,0-24 16,0 0 0,0 0-16,0-1 0,25-24 15,24 50-15,-24-50 16,0 50-16,0-50 16,25 0-1,-1 0 1,-49-25-16,50 25 15,-50-25-15,25-25 16,-25 1-16,49-1 0,-49 1 16,0-26-1,25 1-15,-25-1 0,0 26 16,0 24 0,0-25-16,0 26 0,0-1 15,0 50 63,0 24-78,-25 1 16,25-25 0,0 49-16,0 0 0,0 1 15,0-50 1,0 24-16,0 1 0,0-25 15,0 24 1,25-49-16,25 0 31,-1 0-31,-49-25 16,50 25-16,-50-24 16,49-26-16,-49 25 15,25 0 1,-25-24-16,0 74 47,0-1-47,0 26 15,0-25-15,0 0 0,0-1 16,0 1 0,0 25-16</inkml:trace>
  <inkml:trace contextRef="#ctx0" brushRef="#br1" timeOffset="185027.362">30733 9451 0,'0'0'0,"0"-25"32,25 25-1,-25 25-15</inkml:trace>
  <inkml:trace contextRef="#ctx0" brushRef="#br1" timeOffset="185535.195">30981 9624 0,'25'0'31,"-75"0"94,50 25-125,-25-25 16,25 50-1,-24-26-15,24 26 16,0 0 0,0-1-1,0-24 1,0 25-1,49-50 1,1 0 0,-25 0-16,-1 0 15,26-25 17,-25 25-32</inkml:trace>
  <inkml:trace contextRef="#ctx0" brushRef="#br1" timeOffset="186363.735">31428 9748 0,'0'0'0,"0"-25"16,0 1 0,-25 24 15,-25 0-15,25 49-1,25-24-15,-24 0 16,24 0-16,0-1 15,0 26-15,0-25 16,49-25 15,1 0-15,-25 0 0,-25-50-16,49 50 15,-49-49-15,0 24 16,0 50 31,0-1-47,0 1 15,0 0-15,0 0 16,0 24 0,25-49-16,0 0 15,24-24 1,-49-1-1,50 0-15,-50 0 16,25-24-16,-25-26 16,49 1-16,-49-25 15,0 24 1,0 1-16,0 24 16,0 25-16,0 1 15,0 48 32,-24 1-47,24 25 16,0-1-16,0 51 15,0-76-15,0 26 16,0 0-16,0-1 16,0 1-16,0-25 15,24 24-15,-24-24 16,25 25-1,0-50 1,0 0 0</inkml:trace>
  <inkml:trace contextRef="#ctx0" brushRef="#br1" timeOffset="186623.12">32147 9847 0,'49'0'47,"-73"0"15</inkml:trace>
  <inkml:trace contextRef="#ctx0" brushRef="#br1" timeOffset="193977.335">21828 223 0,'0'-25'15,"-49"25"-15,-26 0 16,50-24 0,0 24-16,-24 0 15,-1 0-15,1-25 0,-1 25 16,0 0-16,1-50 15,-1 50-15,25 0 16,1 0 0,-1-25-16,0 25 0,-25 0 15,26 0-15,-26 0 16,0-24 0,1 24-16,-1 0 0,25 0 15,-24 0 1,-1 0-16,-49 0 15,49 0-15,1 0 16,-1 0-16,0 0 16,-24 0-16,24 0 15,-24 0-15,-50 0 16,99 0-16,-24 0 16,24 0-16,0 0 15,-25 0 1,1 0-1,24 0-15,-25 24 16,26-24-16,-1 0 16,-25 0-16,25 50 15,1-50-15,-1 0 16,0 0 0,25 25-16,-50-25 15,1 0 1,-26 25-1,50-25-15,-24 0 16,49 24-16,-50-24 16,25 0-1,1 0 1,-26 50 0,25-50-1,0 25 1,1-25-1,24 25-15,-25-25 32,25 24-32,-25-24 0,25 25 15,-50-25 1,50 25-16,-24-25 16,24 74-1,-25-74-15,25 50 16,0-25-16,-25 0 0,25 49 15,0-49 1,0 0-16,0 24 16,0-24-16,0 0 15,0 0-15,0 0 16,25 24-16,-25-24 16,99 49-1,-99-49 1,50-25-16,-50 50 15,24-50-15,-24 25 0,50-25 16,-50 49-16,50-49 16,-26 25-16,26 0 15,-25-25 1,-25 25-16,49-25 16,-24 0-16,0 49 15,25-49-15,-25 0 16,-1 0-16,1 0 15,0 0-15,25 0 16,-26 0-16,26 25 16,-25-25-16,74 0 15,-49 25-15,-26-25 16,26 0-16,0 0 16,-26 0-1,26 0-15,0 0 0,-1 0 16,1 0-16,-1 49 15,1-49-15,-25 0 16,0 0-16,24 0 16,-24 0-1,25 0-15,-1 0 16,1 0-16,0 0 0,-26 0 16,26 0-1,-25 0 1,24 0-16,-24 0 15,0 0-15,0 0 0,0 0 16,-1 0 0,1 0-16,25 0 15,-25 0-15,-1-24 0,1 24 16,0 0-16,0 0 16,24-25-16,-24 25 15,0 0-15,0 0 16,24-25-1,1 25-15,0-50 16,-1 50 0,1 0 15,-50-24-31,49 24 0,-24 0 16,25-25-1,0 25 1,-1-25-1,-24 25 1,-25-50 0,25 50-1,24-24 1,-24-1 0,0 25-16,-25-25 0,25 25 15,-25-25 1,49-24-16,-49 24 15,25 0 1,-25 0 0,25-24-1,-25 24 1,0-25 0,0 1-1,0-1 1,0 25-1,0 0-15,0-24 16,0 24-16,0-25 16,0 25-1,0 1 1,-25 24-16,25-25 16,0 0-1,-49 25-15,49-50 16,-25 50-16,25-49 15,-50 49-15,50-25 16,-49 25-16,49-25 16,-25 25-16,-25-49 15,25 49 17,25-25-17,-24 25-15,-1 0 16,-25 0-16,0 0 15,1-25-15,-1 25 16,1 0-16</inkml:trace>
  <inkml:trace contextRef="#ctx0" brushRef="#br1" timeOffset="203443.459">2704 7789 0,'0'24'62,"0"26"-62,0 24 16,0 1-16,0-25 16,0 24-16,0-24 15,0-1-15,0-24 16,0 0-16,0 24 16,0-24-1</inkml:trace>
  <inkml:trace contextRef="#ctx0" brushRef="#br1" timeOffset="203912.168">2704 7838 0,'0'-25'16,"25"1"-1,24-1 1,1 25-16,-25-50 15,-1 50 1,1 0-16,0 0 0,25 0 16,-26 0-16,1 25 15,0-25-15,-25 50 16,25-50-16,-25 49 16</inkml:trace>
  <inkml:trace contextRef="#ctx0" brushRef="#br1" timeOffset="204281.025">2679 8086 0,'50'0'78,"-26"0"-62,26 0-16,0 0 15,-26 0 1,1 50-16,0-50 16</inkml:trace>
  <inkml:trace contextRef="#ctx0" brushRef="#br1" timeOffset="205347.899">3150 8434 0,'0'-25'16,"0"50"78,0-1-79,0 26-15,0-25 16,0 0-16,0-1 16,0 1-16,0 0 15,0 0-15,0 24 16,0 1 0,0-25-1</inkml:trace>
  <inkml:trace contextRef="#ctx0" brushRef="#br1" timeOffset="209810.096">3175 8483 0,'0'-25'63,"0"1"-16,0-1-16,25 25-31,24 0 15,1 0 17,-25 0-17,24 0-15,-49 25 16,0-1-16,0 51 16,0-50-1,0 24 1,-24 1-1,24-1 1,-25-49-16,25 25 16,-25-25-1,25 25-15,-25-25 32,50 0 30,25-50-46,-1 50-1,1 0 1,-25 0 0,-1 0-1,-24 25 1,0 25-1,0-1 1,-49-24 0,24 0-1,-25 0 17,1-25-17,-1 0 1,25 0-16,1 0 15,-1 0-15,0 0 16,-25 0 0,1 0-1,24 0 1,25-25-16,0 0 31,25 25-15</inkml:trace>
  <inkml:trace contextRef="#ctx0" brushRef="#br1" timeOffset="210912.998">4142 8037 0,'25'0'110,"0"0"-95,25 0-15,-1 0 16,-24 0-16,25 0 16,-1 0-16,-24 0 15,0 0-15,0 0 16</inkml:trace>
  <inkml:trace contextRef="#ctx0" brushRef="#br1" timeOffset="211265.816">4142 8260 0,'25'0'63,"0"0"-63,0 0 15,24 0-15,-24 0 16,25 0-16,-1 0 16,1 0-16,-25 0 15,0 0-15,-1-25 16</inkml:trace>
  <inkml:trace contextRef="#ctx0" brushRef="#br1" timeOffset="212085.193">5358 7813 0,'-25'0'47,"0"0"-31,-24 0-16,-1 0 15,0 0 1,26 0-16,-26 25 16,0-25-16,1 0 0,24 0 15,-25 0 1,75 0 125,-25 25-126,25 25 1,-25-1-16,0 1 15,25 0-15,-25-26 16,0 51-16,0 74 16,0-125-1,0 26-15,0 0 16,0-1-16,0-24 16,0 0-1</inkml:trace>
  <inkml:trace contextRef="#ctx0" brushRef="#br1" timeOffset="212442.57">4986 8260 0,'49'-25'31,"-24"25"-15,50-25 0,-1 25-1,-49 0 1,24 0-16</inkml:trace>
  <inkml:trace contextRef="#ctx0" brushRef="#br1" timeOffset="213268.726">5482 8558 0,'-25'-25'63,"25"0"-32,-25 25-15,-24 0-1,-1 0 1,25 0 0,25 25-1,-25-25-15,25 49 0,-49 1 16,49-25 0,0 49-1,0-49 1,25 0-16,-25 0 15,24 24-15,26-24 16,-25-25-16,0 0 16,-1 0-1,26 0-15,-25 0 0,0 0 16</inkml:trace>
  <inkml:trace contextRef="#ctx0" brushRef="#br1" timeOffset="-212445.918">868 7714 0,'0'-25'15,"0"1"16,0 48 16,0 26-31,0 24-16,0 1 16,0-26-16,0 1 15,0-25-15,0 25 0,0-1 16,0-24-1,25-50 48,25 25-47,-26-49-16,1 49 15,0-25-15,0 25 16,24 0-16,1-25 15,-25 25 1,-25-25 0,0 0-16,0 0 15,0-24 17,-50 49-1,50 49-16,-25-24-15,25 0 16,0 25 0,0-1-16,0-24 15,50-25 1,-25 0 0,0 0 15,-25-49-31,0-26 15,0 50-15,0 0 16,-25 25-16,25-49 16,-50 49-1,50 25 17,25-25-17</inkml:trace>
  <inkml:trace contextRef="#ctx0" brushRef="#br1" timeOffset="-211713.576">1414 7813 0,'0'-24'31,"0"48"-31,-25-48 16,0 24-1,0 49 1,25 1-16,-49-1 15,49 1 1,0-25-16,0 25 16,25-50-16,-1 0 15,1 0 1,0-50 15,-25 25-31,0 0 16,0 50 31,0 25-32,0-1-15,0 26 16,0 49 0,0-50-16,0-24 0,0-1 15,0-24 1,0 0-16,0 0 15,0 0-15,-50 24 16,50-24-16,-74-25 16,49 25-16,0-25 15,25-25 1,-49 0-16,49-24 16,0-1-16,25 0 15,-1-24-15,26 24 16,-25 1-16,0-1 15,24 25-15,-24 1 16,0-26-16,-25 25 16,49 0-16,-49 1 15,25-51-15,-25 100 78,0 25-62,0-1-16,0 1 16,0-25-16,0 24 15,0-24 1</inkml:trace>
  <inkml:trace contextRef="#ctx0" brushRef="#br1" timeOffset="-211504.697">1488 7764 0,'50'0'47,"-50"25"-31,25-25-16,-25 24 15</inkml:trace>
  <inkml:trace contextRef="#ctx0" brushRef="#br1" timeOffset="-211213.466">1712 7888 0,'-25'0'31,"0"25"-15,25-1 0,-25 1-16,25 50 15,0-50 1,0-1-16,0 1 15,0 25-15,0-25 32,50-25-32,-1 0 15,-49-25 1,25 25-16,-25-50 16,0 25-16</inkml:trace>
  <inkml:trace contextRef="#ctx0" brushRef="#br1" timeOffset="-210693.735">1935 7665 0,'0'-25'32,"0"50"15,0-1-47,0 26 15,0 24-15</inkml:trace>
  <inkml:trace contextRef="#ctx0" brushRef="#br1" timeOffset="-210528.809">1960 8062 0,'0'-50'62</inkml:trace>
  <inkml:trace contextRef="#ctx0" brushRef="#br1" timeOffset="-210349.912">1984 7888 0,'50'-25'0,"0"-49"47,-1 49-47,-24 25 16</inkml:trace>
  <inkml:trace contextRef="#ctx0" brushRef="#br1" timeOffset="-209833.597">2108 8483 0,'0'0'0,"-49"0"78,-26 0-62,-24 50-16,-50-1 16,0 1-16,1 24 15,-26-24-15,50-25 0,25-25 16,49 49-16,1-49 15,24 0-15,25 25 16,-25-25 0</inkml:trace>
  <inkml:trace contextRef="#ctx0" brushRef="#br1" timeOffset="-206719.813">1439 10145 0,'0'50'94,"0"-1"-79,0 26 1,0-26-16,0 1 15,-25 49 1,25-49-16,0-25 0,0-1 16,0 26-1</inkml:trace>
  <inkml:trace contextRef="#ctx0" brushRef="#br1" timeOffset="-206133.138">1414 10244 0,'25'-49'16,"-50"98"-16,50-123 0,-1 24 0,-24 26 15,100-1 1,-76 0-16,1 25 16,25 0-16,-25 25 15,-25 0 1,25-1-16,-25 26 0,0 0 16,0-26-16,0 1 15,0 0-15,-50 25 0,0-1 16,25-49-1,50 0 48,0 0-47,0 0-16,0 0 15,24 0-15,1 25 16,-50 0-1,0 24 1,0-24-16,0 0 16,-50 0-16,1 24 15,-1-49-15,0 50 16,1-50-16,-1 25 0,1-25 16,24 0-16,-25 0 15,25 0 1,25-25 15,25 25-15</inkml:trace>
  <inkml:trace contextRef="#ctx0" brushRef="#br1" timeOffset="-205614.563">1984 10170 0,'0'0'0,"0"25"47,0 24-32,-24 1 1,24 0-16,-50-1 16,50 1-16,0-1 15,0 1-15,0 0 16,0-26-16,0 1 0,25-25 15,-25 25 1,25-25-16,24 0 16,1 0-1,-50-25-15,49-24 16,-49 24-16,25 0 16,-25-25-16,0 1 15,0-26-15,0 26 0,0-1 16,0 25-16,-49 1 15,-26 24 17,50 0-32,25 24 0,-24 1 15</inkml:trace>
  <inkml:trace contextRef="#ctx0" brushRef="#br1" timeOffset="-205370.585">1960 10368 0,'24'0'47,"-24"25"-47,25 25 15,-25-25-15,25 24 0,-25-24 16,0 0-16,50 0 15,-50 24-15,49-24 16,-24-25-16,-25 50 16,50-50-16,-26 0 15</inkml:trace>
  <inkml:trace contextRef="#ctx0" brushRef="#br1" timeOffset="-204486.664">2431 10195 0,'0'25'47,"0"24"-31,0-24-16,0 25 15,0-1-15,0-24 16,49 25-16,-49-1 15,0-24-15,25 25 16,-25-1 0,25-49-16,-25 25 15,25-25 1,24 0 0,-24 0-1,0-50 1,-25 1-16,25 49 15,-25-50-15,0 25 16,50-24-16,-50 24 16,0 0-16,0 0 15,0 1-15,0-1 16,0-25-16,0 1 16,-25 49-1,25-25 1,-25 25 15,0 0 0,0 0 1,25 49-32,0-24 15,0 25 1,0-25-16,0-1 15,0 1 1,0 0-16,0 25 16,0-26-1,25-24-15</inkml:trace>
  <inkml:trace contextRef="#ctx0" brushRef="#br1" timeOffset="-202632.202">3373 10418 0,'25'0'63,"0"0"-63,25 0 15,-1 0-15,1 0 16,-1 0-16,1 0 0,0 0 15,-25 0 1,-1 0-16,1 0 16</inkml:trace>
  <inkml:trace contextRef="#ctx0" brushRef="#br1" timeOffset="-202368.351">3522 10592 0,'25'0'47,"25"0"-47,-1 0 15,1 0-15,0 0 16,-26 0-16,1 0 16,0 0-1,0 0-15</inkml:trace>
  <inkml:trace contextRef="#ctx0" brushRef="#br1" timeOffset="-200764.974">4490 10319 0,'0'25'47,"0"24"-31,0 1-16,24-1 15,-24 1-15,0-25 16,0 0-16,0 24 31,0-24-15,0-50 31,0-24-32,0-1 1,0 0-16,0 1 0,25 24 16,-25-25-16,25 50 15,-25-24-15,50 24 16,-1 0-16,-24 0 16,25 24-16,-1 1 15,-24 0-15,-25 25 16,25-1-16,-25 1 15,0-25-15,0-1 16,0 1-16,-25-25 16,25 50-16,-25-50 15,0 0 1,25-25 0,0 0-16,0 0 15,0-24 1,0-1-16,25-24 0,25 24 15,-50 1-15,50 49 16,-50-25-16,49 25 16,-24 0-16,0 0 15,0 25-15,24 24 16,-49-24-16,25 25 16,-25-1-16,0 1 15,0-25-15,0-1 16,0 1-16,0 0 0,0 0 31</inkml:trace>
  <inkml:trace contextRef="#ctx0" brushRef="#br1" timeOffset="-200186.152">5407 10294 0,'0'0'0,"0"25"62,0 24-62,0 1 16,0-25-16,0 24 16,0 1-16,0-25 15,0 24-15,0-24 16,50 0 0,-25-25-16,0 0 15,-1 0-15,26 0 0,-25 0 16,0 0-16,-25-50 15,49 50-15,-49-49 16,25 24 0,-25 0-16,0-24 0,0-1 15,0 0-15,0 26 16,0-1-16,-25 25 47,0 25-32,25-1 1,-49 51 0,49-26-16,0-24 15,0 25-15,0-25 16,49-25 15,-24 0-15</inkml:trace>
  <inkml:trace contextRef="#ctx0" brushRef="#br1" timeOffset="-199765.392">5804 9947 0,'0'0'0,"0"-100"31,25 100-15,0 0 0,25 0-1,-50 25-15,24 0 16,-24 0-16,0 0 15,0-1-15,0 26 0,0-25 16,-24 0 0,-1 0-16,-25 24 0,25-24 15,0 0 1,50-25 15,25 0-15,0 0-16,-1 0 15,1 0-15,-1 0 16,1 0-16</inkml:trace>
  <inkml:trace contextRef="#ctx0" brushRef="#br1" timeOffset="-199047.753">4266 11187 0,'25'0'31,"25"0"-15,-25-50-1,24 50-15,1 0 0,24 0 16,25-25-16,125 25 16,-100 0-1,0-49-15,0 49 16,-25 0-16,0 0 15,-24-25-15,-26 25 16,-24 0-16,0 0 0,24 0 16,-24 0-1,0 0 17,-50 0 14</inkml:trace>
  <inkml:trace contextRef="#ctx0" brushRef="#br1" timeOffset="-198515.058">4961 11435 0,'50'0'62,"-1"0"-46,26 0-16,-1 50 31,-74-26-31,50 1 16,-50 25-16,0-25 16,0-1-16,0 1 0,0 25 15,0-25 1,-50-1 15,25-24 0,25-24-15,0-26 0,0 25-16,0-24 0,50-1 15,-1 25 1,-24 0-16,25-24 15,49-1 1,-74 50-16,24-49 0,-49-1 16</inkml:trace>
  <inkml:trace contextRef="#ctx0" brushRef="#br1" timeOffset="-194202.675">1116 13097 0,'0'-25'15,"0"0"1,50 25 0,-50-25-16,25 25 15,24 0 1,-49-49-16,50 49 15,-25 0 1,24 0-16,-24 25 16,-25 24-16,50-24 15,-50 0-15,24 0 16,-24 24-16,0-24 16,0 0-16,0 0 15,0 0-15,0 24 16,0-24-1,-24-25 17,-1 0-1,25-50-15,0 26-16,0-1 15,0 0-15,0-25 16,0 25-16,74 1 15,-49-1-15,25-25 16,-26 50-16,26-49 16,-25 49-16,0-25 15,0 25 1,-1 0 0</inkml:trace>
  <inkml:trace contextRef="#ctx0" brushRef="#br1" timeOffset="-193483.439">2059 13097 0,'-25'0'15,"50"0"63,0 0-62,-1 0-16,26 0 16,-25 0-16,0 0 15,-1 0-15,26 0 16,-25 0-1,-25 25 48</inkml:trace>
  <inkml:trace contextRef="#ctx0" brushRef="#br1" timeOffset="-193153.629">2034 13345 0,'0'0'0,"0"25"47,50-25 0,-1 0-47,-24 0 15,25 0-15,-26 0 16,26-25-1,-25 25 1</inkml:trace>
  <inkml:trace contextRef="#ctx0" brushRef="#br1" timeOffset="-191478.79">3448 12725 0,'0'49'62,"0"1"-62,0 0 16,0-1-16,25 1 15,-25 24 1,0-49-16,0 25 16,0-75 62,0-25-78,0 25 15,0 1-15,0-1 16,0 0-16,0 0 16,24-24-16,-24 24 15,25 25-15,-25-25 16,50 25-16,-25-25 16,-1 25-16,1 0 0,0 0 15,0 0 1,25 50-16,-50-25 15,0 24-15,0 1 16,0-25 0,0-1-16,0 26 0,0-25 15,-50-25 1,25-25 31,25 0-47,0-24 15,0-1-15,0 0 16,50 26-16,-50-1 0,49 25 16,-49-25-16,50 25 15,24 0 1,-49 0-16,25 50 16,-50-26-1,0 1 1,49 50-16,-49-26 15,0 1 1,-24-25 0,-1-25 15</inkml:trace>
  <inkml:trace contextRef="#ctx0" brushRef="#br1" timeOffset="-190833.461">4142 12774 0,'0'50'78,"0"0"-78,0-26 16,0 1 0,0 0-16,0 0 0,0 49 31,50-49-31,-50 0 0,50 0 15,-26 24 1,1-49 0,25 0-1,-1 0 1,-49-25-16,50 25 16,-50-49-16,25 24 15,-25-25-15,49 1 16,-49-1-16,0 25 15,0 1-15,0-1 16,0 0-16,0 0 16,-24 25 31,-1 0-32,25 75-15,-25-51 16,25 26-16,0-25 15,0 0-15,0-1 0,0 26 32,0 0-17,0-26-15,0 1 32,25-25-32</inkml:trace>
  <inkml:trace contextRef="#ctx0" brushRef="#br1" timeOffset="-190136.786">3597 13494 0,'-25'0'15,"0"0"17,50 0 30,49 0-46,50 0-16,25 0 15,0 0 1,0 0-16,-25-25 0,-25 25 16,-25 0-1,1 0-15,-26 0 0,-24 0 16,0 0 0,25 0 15,-75 0 0,0 0-31,0 0 16</inkml:trace>
  <inkml:trace contextRef="#ctx0" brushRef="#br1" timeOffset="-189702.59">3696 13965 0,'-50'0'16,"75"50"46,-25-26-46,0 26-16,25-25 16,-25 24-16,0 1 15,0-25-15,25 0 0,-25 24 16,0-24 0</inkml:trace>
  <inkml:trace contextRef="#ctx0" brushRef="#br1" timeOffset="-189069.911">3721 13965 0,'0'-50'0,"0"26"15,0-26 1,0 25 0,49 25-16,1-25 15,-25 25-15,0 0 16,-1 0-16,26 0 15,-50 25 1,50 0-16,-50 0 16,0 0-16,-25 24 15,25 1-15,-50-25 0,25 24 16,1-49-16,24 50 16,-50-50-1,75 0 32,0 0-31,-1-25-16,26 25 15,-25 0 1,24 0-16,-24 25 0,0 24 16,-25 1-1,0 0 1,-25-50-1,0 49-15,1-49 0,-26 50 16,0-50-16,1 0 16,24 0-16,-25 0 15,26 0 1,24-25 0,0 0-1,24 25-15</inkml:trace>
  <inkml:trace contextRef="#ctx0" brushRef="#br1" timeOffset="-188465.498">4440 13816 0,'0'-25'31,"-25"25"0,25 25-31,-49 25 16,49-25 0,-25 24-16,25 1 0,0-1 15,0-24-15,0 25 16,0-1-16,0-24 15,0 25 1,25-25 0,24-25-16,-24 0 15,0 0 1,0 0-16,-1 0 0,26-50 16,-25 0-1,-25 26-15,25-1 16,-25-25-16,0 1 0,0-1 15,0-24 1,0 49-16,0-74 16,-25 99-16,0 0 15,0 0-15,-24 0 16,24 0 0,25 24-16,-50 26 0</inkml:trace>
  <inkml:trace contextRef="#ctx0" brushRef="#br1" timeOffset="-188114.695">4390 14015 0,'25'-25'15,"0"25"48,-25 25-47,50-25-16,-50 24 15,49 26-15,1-25 16,-25 0-1,-1 24-15,26 1 0,-25-1 16,24-24 0,-49 25-1</inkml:trace>
  <inkml:trace contextRef="#ctx0" brushRef="#br1" timeOffset="-181332.067">28377 2183 0,'49'0'110,"-24"49"-95,25-49-15,24 25 16,-24-25 0,-1 0-16,-24 0 15,49 0-15,75 0 16,-74 0-1,-26 0-15,1 0 16,0 0-16,-1 0 16,1 0-16,-25 0 15,-1 0-15,1 0 16,0 0-16,25 0 0,-1 0 16,-24 0-1,0-49-15,0 49 16,-1 0-16,26-25 0,-25 25 15,0 0-15,24-25 16,1 25 0,-50-25-1,49 25 1,1-49-16,24 49 16,-74-25-1,50 25-15,0-50 16,-1 25-1,-24-24 1,25 24 0,-50 0-1,24 25 1,-24-49-16,25 49 16,-25-25-16,25 0 15,-25-25 1,25 50-1,-25-49-15,0-1 16,0 0 0,0-24-1,0 24 1,-25 1 0,-25 24-1,26 25-15,24-25 16,-75 25-16,50-49 15,-24 49-15,-1-25 16,1 25 0,24-25-1,-25-25-15,25 50 16,-24-24 0,-1 24-16,25 0 15,-49-25 1,49 25-1,-24 0 1,24 0 0,-25 0-1,25-50-15,1 50 16,-1 0-16,0 0 0,-25 0 16,26 0-16,-26 0 15,0 25 1,26-25-1,-1 0-15,0 0 16,0 0 0,0 0-1,-24 25-15,-1-25 16,0 0-16,1 0 16,24 0-16,-25 25 15,1-25 1,24 0-1,25 49 1,-50-49 0,1 0-1,49 25-15,-50-25 16,1 25 0,24-25-16,-25 25 15,1-25-15,49 49 16,-25-49-1,-25 25 1,25-25 0,25 50-16,-49-50 15,49 24-15,-25-24 16,25 25 0,-25-25-1,25 25 1,-25 25-1,25-26 1,-49 26-16,49 0 16,-25-50-1,25 49-15,0-24 16,0 25 0,0-25-16,0-1 0,0 1 15,0 25-15,0-1 16,0 1-16,0-25 15,0 0-15,0-1 16,50-24-16,-50 50 16,24 0-16,1-1 15,-25-24 1,25 0-16,-25 0 16,50 24-16,-50-24 0</inkml:trace>
  <inkml:trace contextRef="#ctx0" brushRef="#br1" timeOffset="-179685.737">1761 2952 0,'0'0'0,"0"25"32,0-1-32,0 26 15,25 0-15,-25-1 16,0 1-16,25-25 15,-25 24-15,25-49 16,24 0 0,26-49-1,98-100-15,1 0 16,-1-25-16,-24 25 0,50 1 16,-26 48-16,-24 51 15</inkml:trace>
  <inkml:trace contextRef="#ctx0" brushRef="#br2" timeOffset="-168054.351">4688 12774 0,'0'-24'31,"0"-1"-15,0-25 0,0 25-1,-25 25 1,25-24-16,-25 24 16,25-25-1,-49 25-15,49-25 16,-25 25-1,0-50 1,-24 50 15,24-24-31,0 24 47,0 0-47,-24 0 16,24 0 15,0 0-15,0 0 15,0 0-15,1 0-1,-26 0 1,25 0 15,25 24-15,-25-24-1,25 50 17,-24-50-32,24 25 15,-25-25 16,25 25-31,-25-25 32,25 24-32,0 1 31,-25-25-15,25 25-1,-49 25 16,49-26-15,0 26 15,0-25-15,0 0 0,0-1-1,0 26 1,0-25-1,0 0 1,0 24 0,0-24-1,0 0 1,0 0 0,0-1-1,0 1 1,49-25-16,-49 50 15,0-25 1,25-25-16,-25 25 16,25-25-1,-25 24 1,25-24-16,-1 25 0,1-25 16,25 50-1,-25-50 1,24 0-1,1 25 1,-1-25 0,1 0-1,-25 0 1,0 0 0,-1 0-1,26 0 16,-25 0-15,0 0 0,24 0 15,-49-50-31,25 50 16,0 0-1,-25-25-15,25 25 16,-25-25-1,0 1 1,24 24-16,-24-25 16,0 0-1,0 0 1,25 25-16,-25-50 16,0 1-1,50-1 16,-50 25-15,0 1 0,0-1-1,0 0 1,0 0 0,0 0-1,0-24 1,0 24 15,0 0-31,0 0 16,0 1 15,0-1-31,0-25 16,-50 50-1,50-25 1,-25 1-1,1-1 17,-1 25-17,25-25-15,-25 25 0,-25 0 16,1 0 0,24 0-1,-25 0 1,1 0-16</inkml:trace>
  <inkml:trace contextRef="#ctx0" brushRef="#br2" timeOffset="-158357.462">4142 14039 0,'0'-24'94,"0"-1"-63,50 25-31,-50-25 16,0 0-1,0 0 17,0-24-1,0 24-15,0 0 15,0 0 0,0-24-15,-25 49-16,25-25 15,0 0 1,-25 25 0,1-49 15,-1 49 16,0 0-32,25-25 1,-25 25 0,-24 0 15,24 0-16,0 0 17,25-25-32,-25 25 15,0 0 1,1 0 0,-26 0-1,25 0 1,0 0 15,1 0 0,-1 0-15,0 0 0,25 50-1,-50-50-15,50 24 16,-25-24 15,25 25-31,-24-25 16,24 25-1,0 0 1,-25-25-16,25 49 16,0-24-1,-25-25 1,25 25-16,0 25 15,0-26 1,0 1 0,0 0-1,0 25 1,0-26-16,0 1 16,0 0-16,0 25 15,0-26-15,0 1 16,0 0-16,0 0 15,0 24 1,25-49-16,-25 50 16,0 0-1,25-1 1,-25-24 0,49 0-1,-49 25-15,0-26 31,25-24-31,-25 25 16,25 0 15,0 0 1,24-25-17,-24 49 16,0-49-15,0 0 15,0 0-15,-1 0 15,26 0 0,-25 0-15,0 0 0,-1-24 15,1-1 0,-25 0 0,50 25-15,-50-25 0,25 25-1,-25-25 1,0 1 31,24 24-47,-24-50 15,0 25 1,25 25 0,-25-25-1,25 1 32,-25-1-16,0 0 1,50 25-17,-50-50 17,0 25-1,0 1 0,0-1 0,0 0 1,0 0-1,0-24 0,0 24 0,0 0-15,0 0 62,-25 25-47,25-25-15,0 1 15,-25 24 0,25-25 16,-25 25 0</inkml:trace>
  <inkml:trace contextRef="#ctx0" brushRef="#br2" timeOffset="-154534.365">1166 15553 0,'-25'0'16,"50"0"93,0 0-109,-1 0 16,51 0 0,-50 0-16,24 0 15,-24 0-15,25 0 16</inkml:trace>
  <inkml:trace contextRef="#ctx0" brushRef="#br2" timeOffset="-154208.033">1215 15701 0,'0'0'32,"25"25"14,25-25-30,-25 0 0,24 0-1,-24 0-15,0 0 16,0 0-16,24 0 0,-24 0 16</inkml:trace>
  <inkml:trace contextRef="#ctx0" brushRef="#br2" timeOffset="-153775.222">1439 15379 0,'24'0'47,"1"0"-47,0 50 15,0-1-15,24 1 16,-24 49 0,-25-25-16,0 1 15,0-1-15,-25 50 16,-24-49-16,24-26 15,-25 1-15,26-25 16</inkml:trace>
  <inkml:trace contextRef="#ctx0" brushRef="#br2" timeOffset="-153037.583">2158 15379 0,'0'-50'16,"50"50"31,-1 0-32,-49 25-15,50 25 16,-50-1-16,25 1 15,-25 0-15,0-1 16,0 1-16,0-1 16,0 1-1,0 0 1,0-1 0,-25-49-1,0 0 16,25-25-31,0 1 16,0-1-16,0-50 16,0 1-16,50 0 15,-26 24-15,1 0 16,25 26-16,-50-1 16,49 25-1,-24-25-15,25 25 16,-25 0-1,-25-50-15</inkml:trace>
  <inkml:trace contextRef="#ctx0" brushRef="#br2" timeOffset="-152105.943">3497 15379 0,'0'25'63,"0"24"-48,0-24-15,-49 25 16,-1-1-16,25 1 0,1-25 16,-26 49-1,25-49-15,0 0 0,-24-25 16,24 49 0,0-49-16,-24 25 15,-1-25 1,0 0-1,50-49 1,-24 24-16,24 0 16,0 0-16,0-24 15,24 24-15,26-25 16,-25 50-16,24-25 16,-24 25-1,50 0 1,-26 25-1,-24 25-15,-25-1 0,25 1 16,-25 0-16,0-26 16,49 26-1,-49 0-15,25-50 16</inkml:trace>
  <inkml:trace contextRef="#ctx0" brushRef="#br2" timeOffset="-150920.573">4068 15404 0,'0'-50'31,"0"75"16,0 25-47,50-1 16,-50-24-16,0 25 15,0-26-15,0 1 16,0 0-16,0 0 0,0 0 15,0 24 1,0-24 0,0-75 46,0 26-62,0-26 16,0 0-16,0 1 15,0 24-15,24 0 16,1 0 0,25 25-1,-25 0 1,-1 0-16,-24 25 0,50 0 16,-50 74-1,0-49-15,0-1 16,0-24-16,0 0 15,0 0 1,0-50 31,0-25-31,0 1-16,0-1 0,0 1 15,25-1-15,-25 25 16,25 25-1,24-25-15,-24 25 16,25 25 0,-50 0-1,24 25-15,-24-1 16,0 1-16,0-1 16,0 26-1,0-50-15,0 24 16</inkml:trace>
  <inkml:trace contextRef="#ctx0" brushRef="#br2" timeOffset="-150370.886">4043 15999 0,'25'0'109,"25"0"-109,-1 0 16,26 0 0,-1 0-16,0 0 15,1 0-15,-26 0 16,1 0-16,-25 0 0,0 0 16,24 0-1,1 0 1,-25 0-1</inkml:trace>
  <inkml:trace contextRef="#ctx0" brushRef="#br2" timeOffset="-149666.24">4366 16321 0,'0'-24'0,"-25"-1"32,0 25-17,-25 0 17,50 74-32,0-49 15,-24 0-15,24 25 16,0-1-16,0 1 15,-25-1-15,25 1 16,0-25-16,0 0 16,0-1-16,25 26 15,24 0 1,1-50 0,-25 0-1,24 0-15,-24 0 16,0-25-16,0 0 15,24 0-15,-24 0 16,-25-24-16,50-1 16,-50 25-16,0-24 15,0-1-15,0 1 0,0-1 16,0 25 0,-25 25-16,0-50 15,0 50-15,-24 0 0,24 0 16,0 25-16,25 0 15,-50 0-15</inkml:trace>
  <inkml:trace contextRef="#ctx0" brushRef="#br2" timeOffset="-149387.388">4316 16545 0,'25'0'63,"24"0"-47,-24 49-1,25 1-15,-25-25 16,24 49-1,-24-24 1</inkml:trace>
  <inkml:trace contextRef="#ctx0" brushRef="#br2" timeOffset="-148383.92">5482 15801 0,'0'-50'63,"0"0"-48,25 1 1,-25 24-16,0 0 15,49 0-15,-49-74 16,0 50-16,0 24 16,0-25-1,-49 50-15,24 0 32,0 0-17,0 25 1,25 25-16,0-1 15,-25 1-15,25-1 16,0 1-16,0 24 16,0-24-16,0 24 15,0 1-15,25-1 16,-25-24-16,0-1 16,0 1-16,0-25 15,0 0-15,0-1 16,0 1-1,-25-25 1,1 0-16,-26 0 16,25 0-16</inkml:trace>
  <inkml:trace contextRef="#ctx0" brushRef="#br2" timeOffset="-148137.061">5308 15974 0,'0'0'15,"50"-49"17,-25 24-32,24 25 0,-24 0 15,0 0-15,0-25 16,24 25-16,1 0 15,-25 0-15,24-50 16,1 50-16,-25 0 16,24-24-16</inkml:trace>
  <inkml:trace contextRef="#ctx0" brushRef="#br2" timeOffset="-147639.347">5829 15801 0,'50'-50'78,"-100"50"-46,50 50-17,-50-100-15,50 124 0,-49 1 32,49-50-32,0-1 0,0 1 15,0 0 1,25-25-1,-1 0 1,1 0-16,-25-74 16,25 49-16,-25 0 15,50-25-15,-50 26 16,49 24 0,1-25-16,0 25 15,-50 25 1,24 24-16,-24 1 15,0-1-15,0-24 16,0 0 0,0-50 31,0-24-47,0-26 15,50 1-15,-50 49 16,50 25-16,-26-50 15,1 50-15,25 0 16,-25 0-16</inkml:trace>
  <inkml:trace contextRef="#ctx0" brushRef="#br2" timeOffset="-146064.126">6945 15751 0,'0'-50'15,"-24"50"1,-51 0 15,25 25-31,50 25 16,-49-1-16,49 26 15,-50 24 1,50-74-16,0 0 16,25 24-1,0-49-15,24 0 16,1 0-1,0 0-15,-1-25 0,1 25 16,0-74-16,-26 49 16,-24 0-16,50-24 15,-50-1-15,25 1 16,-25-1-16,0 25 16,0 75 30,0-1-46,-50 26 0,50-26 16,-49 1-16,49 0 16,0-26-1,0 1-15,49-25 32,-24 0-32,25-25 15,-50 1 1,0-26-1,0 25-15,0-24 0,0-1 16,0 25 0,0 0-16,-25 25 15,50 0 32,24 0-31,1 0-1,-25 0-15,-1 0 16,1 25-16,25 50 16,-50-51-1,0 26-15,0-25 16,0 24 0,0-73 46,0-26-46,49 0-16,-49 1 0,50 24 15,-25 25 1,-25 25 0,49 24-1,-49 1-15,0-25 16,0 24-16,0-24 15,25 0 1,25-25 0,-50-25-16,74 0 15,-49-24-15,0-1 16,24-49 0,-49 49-1,0 1-15,0 24 0,-49 25 31,-1 50-15,25-1-16,25-24 16,-24 0-16,24 24 15,0 1 1,49-25-16,-24-25 16,0 0-1,0 25-15,-1-25 16,-24 49-1,0-24-15,-24 25 16,-1-50 0,0 49-16,0-49 15,-24 50-15,-1-50 16,50-25 15,0-25-15</inkml:trace>
  <inkml:trace contextRef="#ctx0" brushRef="#br2" timeOffset="-145767.299">7913 15652 0,'0'0'0,"0"-25"15,24 75 32,-24-1-47,0 1 16,0 24-16,0 1 16,25 24-16,-25-50 15,0 1 1,0 0-16,0-26 0,0 26 15</inkml:trace>
  <inkml:trace contextRef="#ctx0" brushRef="#br2" timeOffset="-145168.068">7913 16024 0,'0'-25'0,"0"50"0,0-100 15,49 51 17,-24 24-32,0 0 15,25 0-15,-26 0 16,1 0-16,0 0 15,25-25 1,-1 25-16,-24 0 16,0-25-16,0 25 15,-75 25 48,50 0-48,-50-1-15,26 26 16,-26-25 0,25 49-16,25-49 15,25-25 17,0 0-17,0-25-15,24 0 0,-24-24 16,0 24-1,24-25 1,-49 1-16,0 74 47,0-1-47,0 1 0,50 0 16,-50 0-1,25-25-15,24 0 16,-24 0-1</inkml:trace>
  <inkml:trace contextRef="#ctx0" brushRef="#br2" timeOffset="-144586.926">8508 15900 0,'0'-25'32,"25"75"-1,-50-75-31,50 74 0,-25-24 15,0 0 1,0 0-16,0-50 63,0 0-63,49-24 15,-49-1-15,25 25 16,-25 0-1,25 25 1,-25 25-16,0 0 16,0 25-1,25-26-15,49 1 16,-49-25-16,25 0 16,-26 0-1,1-25-15,-25 1 16,50-1-16,-50-25 15,49-24-15,-49-1 16,0 1-16,50-50 16,-50 50-16,0-1 15,0 50-15,0 100 47,0-1-47,0 50 16,0-49-1,0-26-15,0 1 16,0-1-16,0-24 16,0 25-1,-50-50 17</inkml:trace>
  <inkml:trace contextRef="#ctx0" brushRef="#br2" timeOffset="-144400.034">8855 15701 0,'0'-24'16,"25"-26"0,0 50-1,24-25-15,1 25 16,0 0-16,-25-25 15,-1 25-15,1 0 16</inkml:trace>
  <inkml:trace contextRef="#ctx0" brushRef="#br2" timeOffset="-142453.813">9996 15652 0,'0'-25'31,"0"50"32,0 0-48,0-1-15,0 26 16,0 0-16,0-1 15,0 1-15,0-25 16,0-1-16,0 26 16,0-75 31,0 0-32,0 1-15,0-26 16,0 0-16,25 1 15,-25-1-15,75 25 16,-51 1 0,1 24-1,0 24-15,-25 26 16,50 0-16,-50 24 16,0-24-1,0-1 1,-25-49-1,25-25 17,0 1-32,0-1 15,25-25-15,-25 1 16,49-1 0,1 25-1,-50 0-15,25 25 16,-25 25-16,49 0 15,-49 0-15,25 24 16,-25 1-16,0 0 16,0-1-16,0-24 15,50 0-15,-50 24 16,0-24 0,0 25-1</inkml:trace>
  <inkml:trace contextRef="#ctx0" brushRef="#br2" timeOffset="-141488.142">11212 16123 0,'-25'0'15,"0"-25"17,25-24-17,0 24-15,-25-25 16,25 25-16,0 1 16,-25-1-16,25 0 15,0-25-15,-49 26 16,49-1-16,0 0 15,0-25-15,0 1 16,0 24 0,25 25-1,49-50 1,-49 50-16,0 0 16,24 0-16,-49 25 15,25-25-15,-25 50 16,0-1-1,0 1 1,0 0 0,-49-1-1,24-49-15,25 50 16,-50-50-16,50 49 16,-50-49-16,50 25 15,-24-25-15,24 25 0,-25-25 16,25 50-1,-25-50-15,25 24 0,0 1 16,0 0 0,0 0 15,50-25 0,-1 0-31,-24 0 16,0 0-1,25-25-15,-1 25 16,-24-50-16,25 50 16</inkml:trace>
  <inkml:trace contextRef="#ctx0" brushRef="#br2" timeOffset="-137066.906">9922 15677 0,'0'-25'16,"0"-25"15,25 50-31,-25-25 31,0 1 1,0-1-1,0 0-15,49 25-1,-49 50 110,0 24-109,0-49-1,0 0-15,0-1 16,0 1-16,0 0 0,0 0 16,0 24-1,0-24-15,25 0 16,-25 0-16,0 0 16,0-1-16,0 26 0,0-25 15,0 0-15,25-25 16,-25 24-16,0 1 15,0 0 17,25-25-32,-25 50 15,25-50 17,-25 24-17,24-24-15,26 0 16,-25 0 15,0 0-31,-1 0 16,26 0-1,-50-49 1,50 49-16,-50-25 16,49 25-16,-49-25 15,25 25-15,-25-25 16,25 25-16,-25-24 15,0-26 1,0 25-16,25-24 16,-25-1-1,0 0-15,0 26 16,0-1 0,0-25-1,0 1 1,-25 24-1,0 0 17,0 25-1,-24 0 16,24 0-32,0 25 17,25 0-17,-25-25-15,25 24 16,0 1 0,0 25-1,0-25 1,0 24-1,0 1 1,25-50-16,-25 49 16,50 1-1,-26-25 1,1-25 0,-25 25-1,25-25 1,0 0 31</inkml:trace>
  <inkml:trace contextRef="#ctx0" brushRef="#br2" timeOffset="-135221.961">10021 15627 0,'0'-25'0,"-25"25"15,25-25 16,0 1 1,0 73 46,0 1-63,0-1 1,0-24-16,0 0 16,0 0-16,0 0 15,0 24-15,0-24 16,25 25 0,-25-1-1,50-49-15,-50 50 16,0-25-16,25-25 15,-25 24-15,0 1 32,0 0-17,24-25-15,-24 50 16,0-26 31,25-24-32,0 0 17,0 0-17,0 0 17,24 0-17,-24 0 16,0-24-15,0 24 0,-25-25-16,24 0 31,1 25-31,-25-25 31,50 25-31,-50-25 16,25-24-1,-25 24 1,0-25 0,24 50-16,-24-24 15,0-1 1,0 0 0,0-25-1,0 26 1,0-26-1,0 25 1,0 0 47,-24 25-63,-1 0 31,-25 0 0,25 0 32,1 0-32,24 25 0,-25-25 0,25 25-31,0 0 63,0 24-32,0-24-15,0 0-1,0 0 1,0 24 0,0 1-1,25-25 1,-25 0-1,24-25-15,-24 24 16,50-24 0,0 0-1,-26 0 1</inkml:trace>
  <inkml:trace contextRef="#ctx0" brushRef="#br2" timeOffset="-133856.721">11237 16148 0,'0'-50'63,"0"75"78,0 25-126,0-26 1,24 1-16,26 50 15,-50-51-15,25 1 16,-25 25 0</inkml:trace>
  <inkml:trace contextRef="#ctx0" brushRef="#br2" timeOffset="-132522.13">11857 15627 0,'0'25'31,"0"24"1,0-24-17,0 0-15,0 25 0,0-26 16,0 26-16,0-25 16,0 0-16,0 24 15,0-24 1,0 0-1</inkml:trace>
  <inkml:trace contextRef="#ctx0" brushRef="#br2" timeOffset="-131972.413">11881 15652 0,'0'-25'0,"0"50"0,0-100 16,25 75-16,-25-49 15,50 49 1,-25-25-16,24 25 31,1 25-31,-50 24 16,0-24-16,0 0 15,0 0-15,0 0 16,-50 24-16,50-24 16,-25-25-16,25 50 15,-49-50-15,74 0 63,-1 0-48,26 0 1,-50 24-16,25 26 16,-25 0-1,0-26 1,-25-24-16,-25 25 15,26-25-15,-1 50 16,-25-50 0,1 0-1,49-25 1,0 0 0</inkml:trace>
  <inkml:trace contextRef="#ctx0" brushRef="#br2" timeOffset="-131790.503">12427 15925 0,'0'-25'0,"0"0"46</inkml:trace>
  <inkml:trace contextRef="#ctx0" brushRef="#br2" timeOffset="-129335.681">13221 7590 0,'0'50'15,"0"-1"1,0 1-16,0-25 15,-25 49-15,25 1 16,0-1-16,0-24 16,0 24-16,0-24 15,0 24-15,0 1 16,0 49-16,-25-25 0,25 0 16,0 0-16,0-24 15,0 24-15,0 0 16,0 0-16,0-24 15,0 49-15,0-25 16,0 0-16,0-24 16,0 24-16,0 0 15,0-25-15,-49 26 16,49-1-16,0 0 16,0-24-16,-50-1 15,50 25-15,0-24 16,0-26-16,0 26 0,0-1 15,0 0 1,0-24-16,0 24 16,0-24-16,0 0 15,0-1-15,0 26 16,0-26-16,0 1 0,0 0 16,0-1-16,0 1 15,0-1-15,0 1 16,0 24-1,25-24-15,-25 0 16,0-1-16,0 1 16,0-1-16,0 1 0,0 24 15,0-24-15,0 0 16,0-1 0,0-24-16,0 25 0,0-1 15,0 1-15,0 0 16,0-1-1,0 75-15,0-74 16,0 24-16,0 1 16,0-26-16,0 26 15,-25-26-15,25 26 16,0-1-16,0-24 16,0 24-16,0 0 15,0-24-15,-25 25 16,25-1-16,0 0 15,0-24-15,-25 24 0,25 1 32,0 49-32,-49-50 0,49 1 15,0-26-15,0 26 16,0-1-16,0 0 16,0 1-16,-25-1 15,25 1-15,0-1 16,0-24-16,0 24 15,-50 1-15,50-26 16,0 26-16,0-26 0,-24 1 16,24-1-1,0 51 1,0-51-16,0 1 0,0-1 16,0-24-16,0 25 15,0-1-15,-25 1 16,25 0-1,0-25-15,0 24 0,0-24 16,0 0-16,0 0 16,0-1-16,0 1 15,0 25-15,0-25 16,0-1-16,0 1 16,0 0-16,0 0 0,0 0 15,0 24-15,0-24 16,0 0-16,0 0 15,0 24 1,0-24 0,0 0-1,0 0 1,0 24 0,0-74 93,25 1-109</inkml:trace>
  <inkml:trace contextRef="#ctx0" brushRef="#br2" timeOffset="-118277.332">4390 1563 0,'0'-50'125,"25"50"-125,-25-25 15,50 0-15,-1 1 16,-24-26-16,0 25 15,25-24-15,-1-26 16,-49 50-16,50-49 16,-50 49-16,49-49 15,1 24-15,-50 25 16,50-49-16,-50 49 16,49-24-16,-49 24 15,25 0-15,0-25 16,25 1-1,-50 24 1,24 25 0,1 0 140,0 0-140,0 0-1,-25 50-15,49-50 0,1 24 16,-25-24-16,0 25 15,-1-25 1,1 50-16,25-50 0,-25 49 16,49 1-1,-24 0-15,-1-26 16,1 51 0,-25-75-16,24 49 15,-24-24-15,25 25 16,-1-1-1,1 1 1,0-25 0,-26 0-1,26 24 1,0-24 0,-26 0-1,1-25 1,-25 25-16,25-25 15,25 49 1,-26-49 0,-24 25-1,25-25-15,-25 25 47,25-25-31,-25 25 78</inkml:trace>
  <inkml:trace contextRef="#ctx0" brushRef="#br2" timeOffset="-115469.599">3423 967 0,'0'-49'15,"-25"49"1,75 0 109,-25 0-125,24 0 16,1 0-1,-1 0-15,1-25 0,0 25 16,-25 0-16,-1 0 16</inkml:trace>
  <inkml:trace contextRef="#ctx0" brushRef="#br2" timeOffset="-114539.035">4018 843 0,'25'0'78,"0"0"-63,0 0 1,0 0 0,24-49-1,-24 24 1,-25-25 15,0 26-15,0-1-1,0-25-15,0 25 32,0 1-1,-25 24 0,0 0 0,-24 0-15,24 24 0,0 26-1,0-25 1,25 0 15,0-1-15,0 1-1,0 25 1,0-25 0,0 24-1,25-24 1,0 0-1,25-25 1,-50 25-16,24-25 16,1 0-1,0 0 1,25 0 0,-50-25-1,24 25-15,-24-25 31</inkml:trace>
  <inkml:trace contextRef="#ctx0" brushRef="#br2" timeOffset="-112415.943">5953 843 0,'25'0'78,"0"0"-78,24 0 16,-24 0 0,0 0-16,0 0 15,0 0-15,-1 0 16,26 0-16,-25 0 16</inkml:trace>
  <inkml:trace contextRef="#ctx0" brushRef="#br2" timeOffset="-112037.154">6077 670 0,'25'49'78,"-25"-24"-78,0 0 16,0 0-16,0 24 0,0 26 15,0-26 1,25-24-16,-25 0 16,0 25-1,0-26 1</inkml:trace>
  <inkml:trace contextRef="#ctx0" brushRef="#br2" timeOffset="-111258.576">6524 843 0,'24'0'109,"1"0"-78,0-24-15,25-26 0,-50 25-1,24 25-15,-24-25 16,0-24-1,0 24 1,0 0 0,-24 25-1,-1 0 1,0 0 0,-25 0-1,26 25 16,24 25-15,0-26-16,0 1 16,0 0-16,0 25 0,0-26 15,24 26 1,1-25 0,25 0-1,-1-25 1,-24 0-16,0 0 15,25 0 1,-26 0 0</inkml:trace>
  <inkml:trace contextRef="#ctx0" brushRef="#br2" timeOffset="-97056.755">13841 8012 0,'50'0'94,"24"0"-78,-49 0-1,0 0-15,-1 0 16,1 0-16,25 0 16,-25 0-1</inkml:trace>
  <inkml:trace contextRef="#ctx0" brushRef="#br2" timeOffset="-96767.449">13891 8210 0,'24'0'62,"1"0"-62,25 0 16,-1 0-16,1 0 15,0 0 1,-26 0-16,1 0 0</inkml:trace>
  <inkml:trace contextRef="#ctx0" brushRef="#br2" timeOffset="-96419.37">14238 7838 0,'49'0'47,"-24"25"-47,0 0 16,0 24-16,-25 26 0,50-1 15,-50-24 1,0 24-16,0 1 16,-25-1-16,-25 1 15,25-26-15,0-24 16,-24 0-16,24-25 15</inkml:trace>
  <inkml:trace contextRef="#ctx0" brushRef="#br2" timeOffset="-95522.9">15180 7962 0,'0'-25'31,"50"25"0,0 0-15,-26 0-16,1 25 16,0 0-16,-25 25 15,50-1-15,-50 26 16,0-26-16,0-24 16,0 0-16,0 25 15,-25-50-15,25 24 16,-50-24-16,25 0 31,25-24-15,0-1-1,0-50-15,0 1 16,0 24-16,25 1 16,25-1-16,-25 25 15,0 0-15,24 25 16,-24 0-16,0 0 15,0 0-15,-1 0 16,1 0-16</inkml:trace>
  <inkml:trace contextRef="#ctx0" brushRef="#br2" timeOffset="-94935.571">16272 8062 0,'0'0'0,"0"24"78,0 1-62,0 25-16,-50-1 15,1-24-15,-1 25 16,0-25-16,1-25 15,24 49-15,0-24 16,0-25 0,1 0-1,-26 0 1,50-74 0,0 49-16,0 0 15,0 0 1,0 0-16,0-24 15,50 49-15,-1 0 16,-24 0 0,0 25-16,0 24 15,24-24-15,-49 0 0,50 0 16,-50 24 0,49 1-16,-49-25 15,25-25-15,-25 24 16</inkml:trace>
  <inkml:trace contextRef="#ctx0" brushRef="#br2" timeOffset="-93804.756">16768 8136 0,'0'-25'0,"0"50"47,0 0-47,0 0 16,0 24-16,0 1 15,0-1-15,0-24 16,0 0-16,0 25 16,0-26-1,0-73 32,0-1-31,0 1-16,25-1 15,-25 25-15,49-24 16,-24 49-16,25-25 16,-25 25-16,-1 0 15,1 25-15,-25-1 0,50 26 16,-50-25-1,0 0-15,0-1 16,0 1-16,0-74 78,0-1-78,0 0 16,25 1-16,24 24 15,1 25 1,-25 0-16,24 0 16,1 0-16,-25 25 15,-1 0-15,-24-1 16,50 26-16,-50 0 16,0-26-16,0 26 0,0-25 15,-50 24 1</inkml:trace>
  <inkml:trace contextRef="#ctx0" brushRef="#br2" timeOffset="-91153.751">18455 7466 0,'0'0'0,"0"25"62,-50 49-46,0 150 0,50-76-16,0 1 15,0 0-15,0 0 16,0-25-16,25 0 16,50 50-1,-26-100-15,-24-24 16,0-26-16,0-24 15,24 50-15,-24-50 16</inkml:trace>
  <inkml:trace contextRef="#ctx0" brushRef="#br2" timeOffset="-90451.293">19000 8037 0,'0'0'0,"-49"25"47,49 24-47,-50 1 16,50-25-1,0 99-15,0-50 16,0-24-16,0-1 16,25 1-16,25-25 15,-26-25-15,-24 24 16,50-24-16,0 0 16,-26-24-1,-24-1-15,25-25 16,-25-24-16,0-1 15,0 1-15,0 24 16,0-24 0,0 0-16,0 24 0,-25 25 15,1 25 1,-26 25 0,50 25-16,-50-26 15</inkml:trace>
  <inkml:trace contextRef="#ctx0" brushRef="#br2" timeOffset="-90237.418">19000 8285 0,'0'0'15,"50"25"1,-50-1-16,50 26 15,-26 0 1,51 49-16,-75-74 16,49-1-16,1 26 15,-25-50-15</inkml:trace>
  <inkml:trace contextRef="#ctx0" brushRef="#br2" timeOffset="-89967.549">19769 8285 0,'0'25'31,"0"24"-15,0 1 0,0-25-16,0-1 15,0 26-15,0-25 16</inkml:trace>
  <inkml:trace contextRef="#ctx0" brushRef="#br2" timeOffset="-89646.73">20042 8260 0,'-25'0'32,"-49"74"-17,173-148-15,-198 173 16,99-74-1,0 0-15,0 0 16,25-25 0,0 49-1,24-49 1,-49 25-16,25 0 16,-25 0-1,-25 24 16,0-49-31,-24 0 16,24 0-16,-25 0 0</inkml:trace>
  <inkml:trace contextRef="#ctx0" brushRef="#br2" timeOffset="-89457.836">19670 7937 0,'0'0'0,"0"-49"31,25 49-15</inkml:trace>
  <inkml:trace contextRef="#ctx0" brushRef="#br2" timeOffset="-88285.11">21034 8310 0,'0'0'0,"-24"0"0,-1 0 16,-25 0-1,25 0 1,-24 24-16,-1 26 15,1-25-15,24 24 16,0 26 0,25-50-16,0-1 15,74-24 17,-49 0-32,0 0 15,0 0-15,24-49 16,-24-1-16,-25 25 15,25 1-15,-25-1 16,0-25-16,0 100 47,0-1-47,0-24 16,0 0-1,50 25-15,-26-50 16,26 0-16,-25 0 15,0-25-15,-1-25 16,-24 25-16,50-24 16,-50-1-16,0 1 15,50-51-15,-50-48 16,0 48-16,0 1 16,0 49-16,0 26 15,0 48 16,0 76-31,0-26 16,0 50 0,0 25-16,0-25 0,0-25 15,0-24-15,0-26 16,0 1-16,0-25 16,24-25-1,26-25 1,-25-25-1,-25-24-15,49-1 0,-49 1 16,50 0 0,-50-1-1,0 100 17,50 0-17,-50 0-15,24-1 16,-24 1-16,100 50 15,-100-51 1,49 26-16,-49 0 16,0-26-16,0 26 15,-25-50 1,25 25-16,-49-25 0,-1 0 16,25 0-1,25-25 1,0 0-16,0 0 15</inkml:trace>
  <inkml:trace contextRef="#ctx0" brushRef="#br2" timeOffset="-87944.284">21853 8285 0,'0'0'15,"-25"25"17,25-1-17,-25 26-15,25 0 16,0-1-16,0-24 16,0 0-16,0 24 15,50-49 16,0 0-15,-50-49-16,24 24 16,-24 0-16,0 0 0,0 1 15,0-26 1,0 0-16,-49 26 16,49-26-1,-50 50-15</inkml:trace>
  <inkml:trace contextRef="#ctx0" brushRef="#br2" timeOffset="-86901.809">20439 9624 0,'0'-25'16,"50"-24"0,-1-1-1,1-24-15,24-75 16,-74 75-1,25 24-15,-25 25 0,-25 50 47,-24 25-47,24-1 16,25 1-16,-25-25 16,25-1-1,25-24 1,24 0-16,1 50 15,0-50-15,-1 0 16,1 0-16,-25 0 0,-25 25 16,25-25-16,-25 25 15,0 24 1,-50 1 0,25-25-1,0-25-15,-24 49 0,-1-49 16,25 0-1</inkml:trace>
  <inkml:trace contextRef="#ctx0" brushRef="#br2" timeOffset="-86478.031">21233 9327 0,'-25'0'16,"0"0"-1,0 49 1,25 1 0,-24-25-16,24-1 15,0 1 1,49-25 15,1 0-15,-50-49-1,25 24-15,-25 0 16,0-25-16,0 26 16,24 73 30,-24 1-46,0-25 16,25-1-16,25 1 31,-1-25-31,-24 0 16</inkml:trace>
  <inkml:trace contextRef="#ctx0" brushRef="#br2" timeOffset="-85984.832">21530 9277 0,'0'149'63,"0"-298"-63,0 323 0,0-150 16,0 1-1,0-50 32,0 1-47,0-26 16,50 0-1,-50 1-15,25 24 16,24 25 0,-49 25-1,25 24-15,-25-24 16,0 25-1,0-75 32,50-25-31,-50 1-16,25-1 16,0 1-1,24 49 1,-49 24-16,25 26 15,-25 0 1,0-1-16,0 1 0,0-25 16,0-1-16,0 26 15</inkml:trace>
  <inkml:trace contextRef="#ctx0" brushRef="#br2" timeOffset="-85605.384">21977 9426 0,'25'0'47,"-50"0"-47,75 0 0,-50-25 16,49 25-1,-49-25-15,25 25 0,-25-25 16,50-24-1,-50-1-15,0 25 16,0 1-16,-25-1 16,-25 25 15,25 49-31,1 1 16,-26 49-16,50-49 15,0-25-15,0-1 16,0 26-1,25-50 1,0 0-16,24 25 0,1-25 16,-1 0-16,-24 0 15,0 0-15,0-50 16</inkml:trace>
  <inkml:trace contextRef="#ctx0" brushRef="#br2" timeOffset="-85376.673">22374 8905 0,'25'0'32,"-25"49"-17,49 51-15,-49 173 16,0-100-1,0-49-15,-25-25 16,-49 1-16,0-1 16,-26-50-16</inkml:trace>
  <inkml:trace contextRef="#ctx0" brushRef="#br2" timeOffset="-78265.462">14139 9798 0,'0'-25'0,"-25"25"15,25-25 1,0-24 31,0 73-16,0 1-31,0 50 16,0-1-16,0-24 15,0-1-15,0 1 16,0-25-16,0 0 16,0-1-16,0 1 31,0-74 0,0 24-31,0-25 16,0 25-16,0-49 15,0-1-15,49-49 16,-24 100 0,25 24-1,-25 24 1,-1 51-16,-24-1 0,75-24 15,-75 24 1,0-24-16,0-25 16,0 0-16,0 24 15,-25-74 32,25 1-47,0-26 16,0 0-16,0 1 15,25-51 1,-25 51 0,25 49-16,49 49 15,-49-24 1,-25 0-16,50 25 16,-50-1-16,0 1 15,49-25-15,-49 0 16,0 24-16,0 1 15</inkml:trace>
  <inkml:trace contextRef="#ctx0" brushRef="#br2" timeOffset="-77610.663">14784 10195 0,'0'-25'0,"0"75"63,0-1-48,0-24-15,0 49 16,24 1-16,-24 49 15,0-75 1,0-24-16,0 25 16,0-25-16,0 24 15</inkml:trace>
  <inkml:trace contextRef="#ctx0" brushRef="#br2" timeOffset="-77154.879">14784 10195 0,'0'0'0,"0"-25"0,24-25 32,1 26-17,0 24 1,25 0-1,-1 0 1,-49 49 0,0 1-16,0-25 15,0-1-15,0 1 16,-25-25-16,25 50 16,-49-50-16,49 25 15,-25-25-15,0 24 16</inkml:trace>
  <inkml:trace contextRef="#ctx0" brushRef="#br2" timeOffset="-76720.869">15354 9872 0,'25'0'78,"25"0"-78,-26 0 16,1 0-16,25 0 16,-25 0-16,-1 0 15,-24 25 1</inkml:trace>
  <inkml:trace contextRef="#ctx0" brushRef="#br2" timeOffset="-76489.999">15329 10170 0,'25'0'31,"0"0"-31,0 0 16,24 0 0,51-25-16,-26 25 15,-24 0-15,-26 0 0</inkml:trace>
  <inkml:trace contextRef="#ctx0" brushRef="#br2" timeOffset="-74230.624">16222 9723 0,'0'50'47,"0"24"-31,0 1-16,0-1 15,0 26-15,0 24 16,0 0-16,0-50 16,0-49-16,0 24 15,0-24-15,0 0 16</inkml:trace>
  <inkml:trace contextRef="#ctx0" brushRef="#br2" timeOffset="-73568.986">16644 9971 0,'0'-24'31,"-25"24"1,0 0-17,1 24 1,24 1-16,-50 25 0,50-25 16,0 24-1,0-24 1,25 0-1,0-25 1,-1 0-16,26 25 16,-25-25-16,0 49 15,-1 1 1,-24-25-16,0 24 16,0 1-1,-24-25 1,-1-25-16,-25 25 15,1-25 1,-1 0-16,25 0 0,0 0 16,25-25-1,0 0 1,0-25-16,0 1 16,25-1-16,0 1 15,49-1-15,-24 0 16,0 1-16,-26-26 15,26 26 1,-50 24 0,-25 25-1,0 0 1,1 0-16,-1 0 16,-25 0-16,50 49 15,-25-49-15</inkml:trace>
  <inkml:trace contextRef="#ctx0" brushRef="#br2" timeOffset="-73040.29">16991 9947 0,'25'-50'16,"25"25"-1,-1 25 1,-24 0-16,0 0 16,24 0-1,-49 25-15,0 0 16,0 24-16,0-24 15,0 0-15,-49 0 16,24-25-16,25 50 16,-50-50-16,50 24 15,25-24 32,0 0-47,0 0 16,0 0-16,-1 0 15,1 0-15,25 50 16,-50 0 0,-50-1-1,25-49 1,-24 50-16,24-50 16,0 0-16,0 0 15,-24 0-15</inkml:trace>
  <inkml:trace contextRef="#ctx0" brushRef="#br2" timeOffset="-72602.543">17661 9847 0,'0'0'15,"-50"50"32,50-25-31,-49 24-16,49 26 15,-25-25-15,25-1 16,0-24-16,0 25 16,0-1-16,0-24 15,25-25-15,0 0 16,-1 0 0,1 0-16,0 0 15,0 0 1,-25-25-16,0 0 15,-50 1 1,1 24 0,24-50-16,0 50 15,0 0-15,-25 0 16</inkml:trace>
  <inkml:trace contextRef="#ctx0" brushRef="#br2" timeOffset="-71390.826">18306 9996 0,'0'-25'47,"0"75"0,0 0-47,0-1 16,0 1-16,0-25 15,0 24-15,25 1 16,-25 0 0,0-75 30,0 0-30,0-25-16,0-24 16,0 24-16,49 1 15,-49-1 1,25 25-16,0-24 16,24 49-1,-24 49-15,25 1 16,-50-25-16,50 49 15,-50-49-15,0 25 16,0-26-16,0 1 16,0 0-1,0-75 32,0 1-31,0-26-16,0 26 15,0 24 1,49 25-16,-49-25 0,25 25 16,49 0-1,-49 25 1,0 0-16,25 24 0,-50 1 16,24 0-16,-24-26 15,0 26-15,0 0 16,0-26-16,0 26 15,0-25 17</inkml:trace>
  <inkml:trace contextRef="#ctx0" brushRef="#br2" timeOffset="-70941.075">18976 10492 0,'24'0'15,"1"0"1,0 0 0,25 0 15,-1 0-16,-49-24-15,25 24 0,-25-25 16,0 0-16,25-25 16,-25 26-16,0-1 15,0 0-15,0 0 16,-25 25 0,0 0-1,-24 25-15,24 25 0,0-1 16,-25 1-16,50-1 15,-49-24 1,49 25 0,0-25-16,49 24 15,1-49 1,49 0-16,-74 0 16,25 0-16,-1 0 15</inkml:trace>
  <inkml:trace contextRef="#ctx0" brushRef="#br2" timeOffset="-68124.828">19422 9699 0,'0'-25'31,"-74"25"16,24 0-47,0 0 15,1 0-15,-1 0 16,1 0-16,-1 0 16,-24 0-16,-26 0 0,26 0 15,-25-50 1,24 50-16,1 0 15,-1 0-15,-49-25 0,50 25 16,-25 0-16,24 0 16,26-49-1,-1 49-15,1 0 0,-1 0 16,0-25-16,-24 25 16,24 0-16,1 0 15,-1 0-15,-24-25 16,24 25-16,25 0 15,-24 0-15,-1 0 16,25 0-16,0 0 16,-24-49-16,24 49 15,-25 0-15,1 0 16,-1 0-16,1 0 16,-26 0-16,26 0 15,-26 0 1,1 0-16,-1 0 0,51 0 15,-26 0-15,0 0 16,1 0-16,-1 0 16,1 0-16,-1 0 15,0 0-15,1 0 16,-1 0-16,0 0 16,1 0-16,-1 0 15,-74 0-15,0 0 0,75 0 16,-26 0-16,-49 0 15,0 0-15,50 0 16,-26 0-16,1 0 16,50 0-16,-26 0 15,26-25 1,-1 25-16,0 0 0,26 0 16,-1 0-16,-25-25 15,25 25-15,1 0 16,-26 0-1,0 0 1,26 0-16,-1 0 16,0 0-16,0 0 15,-24 0-15,24 0 0,0 0 16,-25 25 0,1-25-1,24 0 1,-25 0-1,25 0-15,1 0 16,-26 0-16,0 0 16,1 0-16,-1 0 15,25 0-15,1 0 16,-1 0-16,-25 0 16,25 0 46,25 49 32,0-24-94,0 0 15,0 0-15,0 24 0,0-24 16,0 25 0,25 99-16,-25-75 15,0 0-15,0 26 16,0-1-16,0-25 16,0 26-1,0-1-15,0-25 16,0-24-16,25-1 0,-25 1 15,0 0-15,0-1 16,0 1-16,0-25 16,0-1-16,0 26 15,0-25 17,0 0 46,50-25-63,-26 0-15,26 0 16,24 0-16,1 0 16,49 0-16,25 0 15,0 0-15,198 0 16,-174 0-1,-24 0-15,0 0 16,0 0-16,0 0 16,0 0-16,-25 0 0,0 0 15,0 0 1,-50 0-16,25 0 0,25 0 16,25 0-16,-25 0 15,0-50 1,124 50-16,-149 0 15,1 0-15,-26 0 16,25 0-16,1 0 16,-26 0-16,25 0 15,0 0-15,25-50 16,0 50-16,-49 0 16,-26 0-16,1 0 0,0 0 15,-1 0 1,1 0-16,0 0 15,24 0-15,-24 0 0,-1-24 16,1 24-16,-1 0 16,1 0-16,0 0 15,-1 0-15,-24 0 16,25 0 0,-1 0-16,-24 0 15,0 0-15,0 0 16,-1 0-16,1 0 15,0 0-15,25 0 0,-1 0 16,-24 0 0,25 0-1,-1 0 1,-24 0 0,25 0-16,-50-25 15,49 25-15,-24 0 16,25 0-1,-1 0 1,-24 0 0,0 0-1,0 0 1,0 0 15,-25-25 16,0-25-16,0 26-31,0-26 16,0 0-16,0 1 16,0-26-16,0 1 15,0 24-15,0-24 16,0 24-16,0 1 15,0-1-15,0 1 16,0-1-16,0-25 16,0 1-16,0 24 15,0 1-15,0-1 16,0 25-16,0-24 16,0-1 15,0 25 0,-25 1 0,0 24 1,25-25-32,-50 25 15,1 0-15,-1 0 16,-24 0-16,-1 0 15,-24 0-15,-50 0 16,-24 0-16,-26 25 16,26 24-16,-26 1 0</inkml:trace>
  <inkml:trace contextRef="#ctx0" brushRef="#br2" timeOffset="-67010.364">13419 12204 0,'-24'0'0,"48"0"79,26 0-79,0 0 15,24 0-15,0-25 16,-24 25-1,49 0-15</inkml:trace>
  <inkml:trace contextRef="#ctx0" brushRef="#br2" timeOffset="-66671.491">13469 12526 0,'0'-24'15,"0"48"-15,50-24 47,-26 0-31,26-24-16,24 24 15,-24-25 1,0 25-16,-1 0 0,1-50 16,-1 50-16,1 0 15,-25 0-15,0 0 16</inkml:trace>
  <inkml:trace contextRef="#ctx0" brushRef="#br2" timeOffset="-66188.687">13767 11857 0,'24'0'46,"1"0"-46,25 49 16,-1 1-16,26-1 16,-26 26-1,1-1-15,-50 26 0,25-1 16,-25 0-16,0 25 16,-99-25-16,-1 25 15,-24-25-15,0 25 16</inkml:trace>
  <inkml:trace contextRef="#ctx0" brushRef="#br2" timeOffset="-63680.127">14759 12204 0,'0'-50'16,"0"25"47,49 25-32,-24 0-16,25 0 1,-1 50 0,-49 0-16,50-25 0,-50-1 15,25 1-15,-25 0 16,0 25-16,0-26 16,0 1-16,0 0 15,0 0-15,0 0 16,0 24-16,-50 1 15,1-25 1,24-25 31,25-25-31,0 0-16,0-25 15,0 1-15,0-1 16,0-24-16,0 24 15,49-24 1,26-50-16,-50 74 16,-1 25-16,1 25 15,25-49-15,-25 49 0,-1 0 16</inkml:trace>
  <inkml:trace contextRef="#ctx0" brushRef="#br2" timeOffset="-59919.545">15205 12650 0,'0'25'78,"0"0"-62,0 0-1,0 24-15,25 1 0,-25 24 16,0 1-16,0-26 16,0 1-16,0-25 15,0 0-15,0-1 16,0 26-1,0-25 1</inkml:trace>
  <inkml:trace contextRef="#ctx0" brushRef="#br2" timeOffset="-59116.008">15230 12650 0,'0'-24'47,"0"-1"0,0-25-16,50 25-15,-1 25-1,-24 0 1,25 25 0,-25 25-1,-25-1-15,0 1 16,0-25 0,0 24-16,0-24 15,-25 0-15,25 0 16,-50-25-16,0 49 15,26-49-15,-1 50 16,-25-50-16,25 0 16</inkml:trace>
  <inkml:trace contextRef="#ctx0" brushRef="#br2" timeOffset="-57619.637">15900 12055 0,'25'0'141,"24"0"-126,-24 25 1,0-25-16,24 25 16,1-25-16,0 0 0,-26 49 15,26-49 1,0 50-1,-26-50 1,-24 25-16,25-25 16,0 0-1,-25 25 1,0 24 109,-50 26-109,1-26-16,-1 1 15,-99 74 1,100-99-1,-1-25-15,50 74 16,-25-74-16,25 50 0,-49-50 16,49 49-16</inkml:trace>
  <inkml:trace contextRef="#ctx0" brushRef="#br2" timeOffset="-56214.823">16718 12105 0,'0'-25'31,"0"0"-15,0 50 78,0 0-79,0 24 1,0-24-16,0 0 16,0 0-16,0 0 0,0-1 15,0 1-15,0 25 16,0-25-1,0 24-15,0-24 16,0 0 0,0-50 109,0 0-110,0 0 1,0 1-16,0-26 0,0 25 16,0 0-16,25 1 15,-25-1-15,50 25 16,-50-50-16,25 50 15,-25-25-15,49 25 16,-24 0 0,0 0-1,0 0-15,-25 50 32,49-25-32,-49 24 15,0 1-15,0-25 16,0 24-1,-25-24 1,1-25 31,24-25-31,0 1-1,0-1-15,0-25 16,0-24-1,0 24-15,49 0 16,-24 50 0,25 0-1,-26 0-15,-24 25 16,25-25-16,-25 50 16,25 0-1,-25-1-15,50-24 16,-50 25-16,0-26 15,0 1-15,0 0 16,0 25 0,-25-26-16,0 26 31</inkml:trace>
  <inkml:trace contextRef="#ctx0" brushRef="#br2" timeOffset="-53497.882">16669 12055 0,'0'-25'31,"-50"25"1,50-49 30,25 49 48,-25 24-110,74-24 15,-49 0-15,25 25 16,-25-25-16,-1 25 15,1-25-15,0 25 16,25-25 0,-26 74-16,1-74 0,0 50 15,25-50-15,-50 25 0,24-25 16,-24 49-16,50 1 16,-50-25-16,0 0 15,0-1-15,25-24 16,-25 50-16,0 0 15,0-1 1,0 1 0,0-1-1,-50 1 1,1-25 0,-1 24-1,25-49 1,25 25-16,-25-25 15,1 0 17,-26-25-17,50 1 1,0-26 0,0 0-1,0 1 1,0 24-16,25-49 15,24 24-15,-24 0 0,25 1 16,-1-1 0,51-49-1,-51 49 1,1 1-16,-25 24 16,-1 25-16,-24-50 15,50 50-15,-25-25 16,0 25-1,-25-24 1,-25 73 140</inkml:trace>
  <inkml:trace contextRef="#ctx0" brushRef="#br2" timeOffset="-52338.02">17289 12898 0,'25'0'141,"24"0"-126,-24 0 1,25 0-1,-1 0 1,-24 0 0,-25-49-1,25 49-15,-25-25 16,0-25 0,0 26-1,0-26 1,0 0-1,0 26 1,-25 24 0,-25 0-1,1 0 1,24 0-16,0 49 16,-24 1-1,-1-1 1,50 1-1,-25-25 1,25 0-16,0 49 16,0-49-1,0 49-15,0-24 16,0-25 15,25-1-31,25 1 16,-26-25-1,26 0-15,-25 0 16,0 0-16,-1 0 16,26 0-1,-25 0 1</inkml:trace>
  <inkml:trace contextRef="#ctx0" brushRef="#br2" timeOffset="-38072.716">22746 11757 0,'-25'-24'15,"0"24"1,25-25-16,-49 25 16,-1-50-1,0 50-15,1 0 16,24-25-16,0 25 16,0 0-16,1 0 15,-1 0-15,-25 0 16,25 0-16,1-24 15,-1 24-15,0 0 16,-25 0-16,26 0 16,-26 0-16,25 0 15,-24 0-15,24 0 16,0 0-16,0 0 16,0 0-16,1 0 15,-26 24-15,25-24 16,0 0-16,1 50 15,-26-50-15,25 25 16,0-25-16,0 25 0,1-25 16,-26 49-1,-24 1 1,49-50-16,25 49 16,-50-49-16,50 50 0,-49-50 15,49 25-15,-50 24 16,25-24-1,0 25 1,-24-1 0,49-24-16,-50 25 0,25 0 31,25-1-15,-24-49-16,24 50 15,0-25-15,-25-1 0,25 1 16,-50 0-1,50 25-15,0-26 0,-25 1 16,25 25-16,0-25 16,-24-1-16,24 26 15,0-25 1,0 24-16,0-24 0,0 25 16,0-25-16,0-1 15,0 26-15,0-25 16,0 0-1,0 24-15,0 1 0,0-1 16,0 1-16,0 0 16,0-1-16,0 1 0,0 0 15,0 24 1,0-24-16,24-26 16,-24 1-16,50 0 15,-50 0-15,25 24 16,-25-24-16,25 25 15,-1-50 1,-24 74-16,50-74 16,-50 75-16,25-51 15,24 26-15,-49-25 16,50-25 0,-50 49-16,50-49 0,-1 50 15,-24-50 1,0 50-16,0-50 15,24 24-15,1 26 16,-1-50-16,-24 0 16,25 25-16,-25-25 15,24 0-15,-24 0 16,0 25-16,0-25 16,0 0-16,-1 0 15,26 0-15,-25 0 16,0 0-16,-1 0 15,1 0-15,0 0 16,25 0-16,-26 0 16,1 0-16,0 0 0,25 0 15,-26 0-15,1 0 16,25 0 0,-25 0-16,-1 0 15,1 0-15,0-25 16,25 25-16,-1 0 15,1 0 1,-25 0 0,-25-25-16,74 25 15,-49 0-15,-25-25 16,50 25-16,-1-49 16,-24 24-1,25-25 1,-50 25-16,49-24 15,1 24-15,-25 0 16,-1-24-16,-24 24 16,50 0-1,0-25-15,-50 26 16,49-26 0,1 0-16,-50 1 15,25 49 1,-25-50-16,0 25 15,24 25-15,-24-49 16,0-1-16,25 25 16,-25 1-16,0-1 15,0 0 1,50-49-16,-50 49 16,0 0-16,25 0 15,-25 0-15,0-24 0,0 24 16,0 0-16,0 0 15,0 0-15,0 1 16,0-26-16,0 25 16,0-24-1,0 24-15,0 0 0,0 0 16,0 0-16,0 1 16,0-1-16,0-25 15,0 1 1,0-1-16,0 0 15,0 26 1,-50 24-16,50-50 16,0 0-1,-25 50-15,25-24 16,0-1 0,-25 25-16,25-50 15,0 1 1,-24 24-1,24 0 1,-25 25-16,25-25 16,-50-25-1,50 26-15,-25 24 16,25-25 0,-24-25-16,24 25 15,-25 25-15,25-49 16,-25 49-16,25-50 15,-50 25 1,26 1 0,-1 24-1,25-50-15,-25 50 16,25-25 0,-25 25-1,-24-25 1,-1 1-1,25 24 1,0-50 0,1 50-1,-1 0 1,-25 0 0,25 0-1,0 0 1,1 0-1,-1 0 1,0 0 15,-25 0 1,50 25-17</inkml:trace>
  <inkml:trace contextRef="#ctx0" brushRef="#br2" timeOffset="-36229.58">22002 13072 0,'0'-25'31,"-25"50"32,25 25-47,0-26-1,25-24 16,0 0-15,-25-24 15,0-1-15,0 0 15,-25 25 0,0 0-15,25 25 15,50-25 94,-26 0-125,1 0 16,25 0-16,-25-50 16,-1 50-16,1 0 15,0-25-15,25 25 16,-26 0-16,1-24 15,0 24-15,0 0 16,24-50-16,1 50 16,-50-25-1,25 25-15,49-25 16,-24 25 0,-25-24-1,24 24-15,-24 0 16,0 0-16,-25-50 0,50 50 15,-26 0 1,1 0 0,-25-25-16,25 25 15,0 0 1,24 0-16,-49-25 16,25 25-1,0 0-15,0-24 16,0 24-1,24-25 1,-24 25 0,0 0 77,-25-50-77,25 50 15,-1 0 16,26-25-31,-25 25-1,0 0 1,-25-24-16,24 24 16,1 0 15,-25-25-15,25 25-16,-50 0 218,0 0-218,25 25 16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0:59:54.892"/>
    </inkml:context>
    <inkml:brush xml:id="br0">
      <inkml:brushProperty name="width" value="0.05292" units="cm"/>
      <inkml:brushProperty name="height" value="0.05292" units="cm"/>
      <inkml:brushProperty name="color" value="#C00000"/>
    </inkml:brush>
  </inkml:definitions>
  <inkml:trace contextRef="#ctx0" brushRef="#br0">11881 1166 0,'-24'-25'47,"-26"25"-31,25 0 0,0 0-16,1 0 15,-26 0-15,0 0 0,-24 0 16,24 0-1,26 0-15,-26 0 16,0 0-16,1 0 16,-1 25-16,25-25 15,-24 25-15,24-25 16,-25 49 0,25-49-1,25 25-15,-49-25 16,24 25-1,0-25 1,25 25 0,-49-25-16,24 49 15,0-49 1,25 25 0,-25 0 15,25 0 16,-25-25-47,25 24 31,-49-24-31,49 50 31,-25-50-15,25 25-16,0 0 31,-25-25-15,25 24-16,0 1 31,-25-25-31,25 25 16,0 0 15,0 25-16,0-1 1,0-24 0,0 25-1,0-1 1,0-24 0,0 25-1,0-26-15,0 1 16,50 0-1,0-25 1,-50 50 0,99-26-1,-74-24-15,-1 50 16,51-25 0,-50-25-16,24 49 15,1 1 1,-25-50-16,24 25 0,-24-25 15,0 25 1,0-25-16,0 0 16,24 0-16,-24 24 15,0-24-15,0 0 16,-1 0-16,1 0 0,25 50 16,-25-50-16,-1 0 15,1 0-15,0 0 16,25 0-16,-26 0 15,1 0-15,0 0 16,25 0-16,-1 0 16,1 0-16,-1 0 0,1 0 15,0-25 1,-1 25-16,-24 0 0,25 0 16,-1 0-1,-24 0-15,25 0 16,-1 0-16,-24 0 0,25 0 15,-25 0-15,49-25 16,0 25 0,-24 0-16,-25 0 15,0 0-15,24 0 16,-24 0 0,0 0-16,0-24 15,-1 24-15,26 0 16,-25 0-16,0 0 0,-1-50 15,1 50-15,25 0 16,-25 0-16,24-25 31,1 25-31,-50-25 16,50 25 0,-1 0-1,-49-24-15,25 24 0,0 0 31,-25-25-31,25 25 16,-25-50 0,24 50-1,-24-25 1,50 25 0,-50-24-1,0-1 1,0 0-1,0 0 1,0 0 0,0-24-1,0 24 1,-25 25-16,25-74 16,0 49-16,0 0 15,0-25-15,-25 26 16,25-26-16,-24 25 31,24 0-31,-25 25 16,25-25-16,-50-24 15,50-1 1,-25 50 0,25-25-16,-49 25 15,49-24-15,-25 24 16,25-25-16,-25 0 15,0-25 17,-24 1-17,24-1 1,0 50-16,0-25 16,-24 25-16,24-24 15,0 24 1,0 0-16,0 0 15,-24-50-15,24 50 0,0 0 16,0 0 0,1-25-16,-1 25 0,-25 0 15,25 0-15,1 0 16,-26 0-16,25 0 16,0 0-16,-24 0 15,-1 0-15,1 0 16,-1 0-16,0 0 0,26 0 15,-1 0 1,0 0-16,-25 0 0,1 25 16,24-25-16,0 0 15,-25 25-15,1-25 16,-1 0 0,50 25-1,-25-25-15,-24 0 16,49 24-1,-50-24-15,25 0 16</inkml:trace>
  <inkml:trace contextRef="#ctx0" brushRef="#br0" timeOffset="1306.836">10046 322 0,'0'-24'31,"-25"24"-15,-25 0-1,50 24-15,-49-24 16,49 50 0,-50-25-16,50 0 15,-25-1-15,25 26 16,0 0-16,0-1 0,0 1 16,0-25-16,0 0 15,0-1-15,25-24 16,-25 50-1,50-50-15,-25 0 0,-1 0 16,1 0-16,25-25 16,-25 0-16,0 1 0,-25-1 31,49-25-31,-49 1 0,0-1 0,50-25 16,-50 26-1,0-1-15,-25 25 0,0-24 16,0 49 15,1 0-15,-26 0-1,50 25 1,-25-25 0</inkml:trace>
  <inkml:trace contextRef="#ctx0" brushRef="#br0" timeOffset="2732.349">10096 595 0,'0'-49'0,"-25"49"266,25-25-204,-25 25-15,50 0 78,-25 50-109,49-1-16,-49-24 15,50 0-15,0 0 16,-50 24-16,49-24 0,-24 25 31,-25-26-31,25-24 31</inkml:trace>
  <inkml:trace contextRef="#ctx0" brushRef="#br0" timeOffset="5992.414">10691 322 0,'-25'50'63,"25"24"-63,-50 1 15,50-1-15,-49 1 16,-1 24-16,50-25 16,-49 50-1,24-74-15,25-25 16,0 0-16,-50 24 16,25-49 30</inkml:trace>
  <inkml:trace contextRef="#ctx0" brushRef="#br0" timeOffset="7074.803">10765 620 0,'0'25'63,"0"0"-47,0 0-16,0-1 15,0 26 1,0-25-16,0 0 15,0 24-15,0-24 16,0-75 93,0 26-93,0-1-16,0-25 16,50 1-1,-25-1-15,-1 50 32,1 0-17,0 0 1,-25 25-16,0 0 15,50 24-15,-50-24 16,0 25 0,0-26-1,0 1 1,-50-50 46,50 1-62,0-1 16,0-25 0,0 25-16,0 1 0,50-1 15,-1-25 1,-24 50 0,0 0-16,24 0 15,-24 50 1,-25-25-1,0-1-15,50 26 16,-50-25-16,0 24 16,0 1-1,0 0 1,-50-1-16,25 1 16</inkml:trace>
  <inkml:trace contextRef="#ctx0" brushRef="#br0" timeOffset="12047.327">31874 1240 0,'0'-25'32,"-50"-24"-17,1 49-15,24-25 16,0 25-1,0-25-15,-24-24 16,-1 24 0,50 0-1,-49 25-15,24-25 16,-25 25 0,25 0-1,1 0-15,-1 0 16,-25 0-16,25 0 15,1 0-15,-51 0 16,50 0 0,0 0-16,1 0 15,-1 0-15,-50 0 16,51 0-16,-1 0 16,-25 25-16,25-25 15,1 0-15,-1 25 16,0-25-16,-25 0 15,26 25-15,-1-25 16,0 0-16,25 49 16,-25-49-16,25 25 15,-49-25 1,49 25-16,-25-25 0,25 25 16,-50-1-1,50 26 1,-25-50-16,25 25 15,-24-25 1,24 25 0,-25-25-1,25 24 1,0 1 0,-25-25-16,25 25 15,0 25 1,0-26-1,-25-24-15,25 50 16,0-25 0,0 0-16,0-1 15,-49-24 1,49 50 0,0-25-16,0 0 15,0 0 1,0 24-1,0-24 1,0 0 0,0 0-1,0-1 1,24 1 0,1 25-1,25-1 1,-50 1-16,49-50 15,-24 50-15,25-50 16,-1 24-16,1-24 16,0 25-1,49-25-15,-50 50 16,1-50-16,0 0 16,-1 0-16,1 0 15,-1 0-15,1 0 16,0 0-16,-1 0 15,-24 0-15,0-25 16,0 25-16,0 0 0,24-25 16,-24 25-1,0-25-15,0 25 16,-1-24-16,26-26 16,0 25-1,-1 0 1,1-24-1,-25 24 1,-1-25 0,-24 26-16,0-1 15,50-25-15,-50 1 0,0 24 16,0-25 0,0 25-16,0-24 15,0-1-15,0 0 16,-25 1-16,25 24 15,-25-25-15,25 26 16,-49-1-16,24-25 16,0 50-16,-24-49 0,24 49 15,-74 0 1,74 0-16</inkml:trace>
  <inkml:trace contextRef="#ctx0" brushRef="#br0" timeOffset="12748.025">29666 645 0,'0'50'63,"0"-26"-63,0 26 15,50 0-15,-50-1 16,0-24-16,0 25 0,0-1 16,0-24-16,0 0 15,0 0 1,0-1-16</inkml:trace>
  <inkml:trace contextRef="#ctx0" brushRef="#br0" timeOffset="13678.897">29716 670 0,'0'-25'15,"0"-25"17,0 26 14,25 24-46,0-25 16,24 25 0,1 0-1,-1 0 1,-24 0 0,-25 74-1,0-49 1,0 0-16,0 0 15,0 24-15,0-24 16,-49 0-16,-1 24 16,0 1-1,26-50 17,24-25 30,24 25-46,1-25-1,50 25-15,-51 0 16,1-24-16,0 24 16,-25 24 15,50-24-31,-50 50 15,0-25-15,0 24 16,-25 1 0,25-25-1,-25-25-15,25 25 16,-25-25 0,25 49-16,-25-49 15,-24 0 1,24 0-16,-25 0 15,26 0 1,-26 0 0,25 0-1</inkml:trace>
  <inkml:trace contextRef="#ctx0" brushRef="#br0" timeOffset="15021.186">22969 2232 0,'50'0'78,"24"0"-62,-24 0-16,49 0 16,50 0-1,24 25-15,-24-25 16,0 0-16,0 50 16,-75-50-16,26 0 0,-1 0 15,-50 0-15,1 0 16,-25 0-1,-25 25 17</inkml:trace>
  <inkml:trace contextRef="#ctx0" brushRef="#br0" timeOffset="16954.837">18306 2232 0,'0'-24'31,"0"48"31,0 1-62,0 0 16,25 25-16,24-1 16,1-49-1,-25 0 1,24 0-1,-24-25-15,25-24 16,49-75-16,0 25 16,-24-1-16,24-48 0,0 24 15,0-25-15,50 49 16,-50 26 0,-99 49-1,25 25-15</inkml:trace>
  <inkml:trace contextRef="#ctx0" brushRef="#br0" timeOffset="18122.811">18926 645 0,'0'25'47,"0"0"-47,0-1 16,0 26-16,0 0 15,0-1-15,0 50 16,0-49-16,0 0 16,0-26-16,0 1 15,50-25-15,-50 25 16,49-25-16,-24 0 15,25 0 1,-26-50 0,1 26-16,-25-26 15,50 0-15,-50 1 16,49-26-16,-49 1 16,0 0-16,0 24 15,0-24-15,0 24 16,0 0-16,-49 25 0,-1-24 15,1 49 1,-1 0 0,25 25-1,0-25-15,-24 49 16,49 1 0,-25-25-16,25 0 0,0-1 15,-25 1 1,25 25-16,0-25 0,0-1 15,0 1-15,25-25 16,-25 25-16,50-25 16,-26 50-16,51-50 15,-50 0 1,-1 0-16,51 0 16,-26 0-1,1 0 1,-25 0-1</inkml:trace>
  <inkml:trace contextRef="#ctx0" brushRef="#br0" timeOffset="18457.607">19546 769 0,'25'0'46,"25"0"-30,-1 0-16,1 0 16,-25 0-16,-1 0 15,1 0-15,25 0 16</inkml:trace>
  <inkml:trace contextRef="#ctx0" brushRef="#br0" timeOffset="18723.181">19571 1091 0,'25'0'32,"24"-24"-17,-24 24-15,0 0 16,0-25-16,0 25 16,-1 0-16,26 0 15,0-25 1,-26 25-16</inkml:trace>
  <inkml:trace contextRef="#ctx0" brushRef="#br0" timeOffset="19334.359">20315 719 0,'0'-24'16,"0"48"-16,0-98 0,-25 24 15,0 50 17,-24 0-32,24 25 15,-25 25-15,50-1 16,-49 1-1,49 24 1,0-49-16,0 0 0,0 0 16,49-25-1,26 0 1,-26 0 0,-24-50-1,-25 1 1,50 24-16,-50 0 15,0-25 1,0 75 31,0 25-31,0-1-1,0 1-15,0 0 0,0-1 16,0-24-16,0 0 15,0 0 1,0-1-16,-50-24 16,50 25-16,-49-25 15,-26 0 1,50 0 0</inkml:trace>
  <inkml:trace contextRef="#ctx0" brushRef="#br0" timeOffset="19892.894">20662 645 0,'0'25'62,"-49"0"-62,49-1 16,-25 1-16,25 0 16,0 25-16,0-26 15,0 1-15,0 0 16,0 0-16,0 24 16,0 1-1,25-50-15,-25 25 16,49-25-16,-24 0 15,0 0 1,0-25 0,-25 0-16,49 0 15,-49 1-15,0-26 16,0 0-16,0-24 16,0 0-1,0 49-15,-24 25 16,24-25-16,-75 25 15,50 0-15,0 0 16,-24 0-16,24 0 16</inkml:trace>
  <inkml:trace contextRef="#ctx0" brushRef="#br0" timeOffset="20432.034">20786 248 0,'0'0'16,"0"-25"-1,-24 25 17,-26 0-17,50 50-15,-25-25 16,25-1-16,0 1 15,0 0-15,0 0 16,0 24-16,0 1 16,50-50-1,-1 0 1,-24 0 0,25-25-1,-50-24 1,0 24-16,0-50 15,0 51 1,-25-26 0,0 50-1,-24 0-15,24 0 16,-25 0 0</inkml:trace>
  <inkml:trace contextRef="#ctx0" brushRef="#br0" timeOffset="20801.849">21208 794 0,'0'25'109</inkml:trace>
  <inkml:trace contextRef="#ctx0" brushRef="#br0" timeOffset="22810.032">4018 3373 0,'50'-24'47,"-25"-26"-47,24 25 16,-24 0-16,0 1 16,-25-26-16,50 25 15,-50 0-15,24 1 16,-24-26-16,0 25 15,0 0-15,0 1 16,0-26 0,0 25-1,-24 25 1,-1 0 15,-25 75-15,50-51-16,-25 1 15,25 25-15,0-25 16,0 74 0,0-74-16,0 24 15,0 1-15,0-1 16,50 1-16,-50 0 16,50-1-16,-50-24 15,0 25-15,0-26 16,0 1-16,0 0 15,0 0-15,0 25 16,-50-1 0,25-49-16,0 0 15,1 0 1,-26 0-16,50-25 16</inkml:trace>
  <inkml:trace contextRef="#ctx0" brushRef="#br0" timeOffset="23123.881">4068 3497 0,'25'0'47,"0"0"-32,24 0 1,-24 0-16,49 0 15,-24 0 1</inkml:trace>
  <inkml:trace contextRef="#ctx0" brushRef="#br0" timeOffset="23416.29">4663 3373 0,'0'-24'47,"75"24"-32,-51 0-15,1 0 16,0 0-16,25-25 16,-1 25-1</inkml:trace>
  <inkml:trace contextRef="#ctx0" brushRef="#br0" timeOffset="23676.166">4738 3646 0,'24'-25'46,"26"25"-30,-25-24-16,0 24 0,0 0 16,24-25-1,-24 25-15,0-50 16,0 50-16</inkml:trace>
  <inkml:trace contextRef="#ctx0" brushRef="#br0" timeOffset="24037.958">5259 3150 0,'0'0'0,"0"-99"31,0 74-31,24 25 16,1 0-1,25 0 1,-1 0 0,-24 25-1,-25 25-15,0-26 16,0 26-16,0 0 15,0-26-15,0 26 16,0 0-16,-25-1 16,25 26-1,0-51-15</inkml:trace>
  <inkml:trace contextRef="#ctx0" brushRef="#br0" timeOffset="24190.122">5457 3696 0,'0'25'16,"0"-50"47</inkml:trace>
  <inkml:trace contextRef="#ctx0" brushRef="#br0" timeOffset="27063.736">670 8558 0,'0'0'16,"0"24"31,0 51-32,0-26-15,0 26 16,0-1-16,0-24 15,0-1-15,0 1 16,-25 0-16,25-25 16,-25-1-16,-24 1 15,24-25 17,25-25-17,0 1 1,25-26-1,-1 50 1,26 0 0,-25 0-16,0 25 15,-1 0-15,26-1 16,-25-24-16,24 75 16,1-75-16,-25 0 15,0 0-15,-1 0 16,1 0-1,25-50-15,-50 25 16,0 1 0,0-26-16,0 0 15,0 25-15,0 1 16,0-1-16,-25 74 47,25 1-32,0 25-15,0-26 16,0 1-16,0-25 16,25-1-1,0-24-15,-1 0 32,1-24-32,-25-26 15,0 25-15,0-24 16,0 24-16,0 0 15,0 0-15,0 0 16,-49 25 0,24 0-1,25 25 17,25-25-32</inkml:trace>
  <inkml:trace contextRef="#ctx0" brushRef="#br0" timeOffset="27903.854">1414 9004 0,'25'0'0,"-50"0"0,50-50 0,-1 50 16,-24-24-1,0-1 1,-49 50 31,49 24-32,-50 1-15,50 24 16,0-24-16,0 0 16,0-26-16,25 1 15,0-25 1,24-25 0,-49 1-1,50-1-15,-50-25 0,0 25 16,0 1-1,0-1-15,0-25 16,0 100 31,0-1-47,0 1 16,0 0-16,0-1 0,0 1 15,0-1 1,0 1-16,0 0 0,0-1 15,0 1-15,0-25 16,0-1 0,0 1-16,0 0 15,-50 25-15,26-26 0,-1 1 16,0-25-16,-25 50 16,26-50-1,24-25 1,-25 0-16,25 0 15,0 1-15,0-1 16,0-25-16,25 25 16,24-24-16,-24-1 15,25 1-15,49-51 16,-50 51-16,1-1 16,-50 25-16,50 25 15,-50-49 1,25-1-16,-25 25 15,24 25 1,-24-24-16,0-1 31,25 25 16,-25 25-31,0 24-16,0-24 15,0 0-15,0 0 0,0 24 16</inkml:trace>
  <inkml:trace contextRef="#ctx0" brushRef="#br0" timeOffset="28111.707">1860 8855 0,'0'0'16,"-24"0"-16,48 0 47,-24 50-32</inkml:trace>
  <inkml:trace contextRef="#ctx0" brushRef="#br0" timeOffset="28412.556">2257 8979 0,'-25'0'15,"-24"0"17,-1 75-17,50-50-15,-25 24 16,25-24-16,0 0 16,0 0-16,0-1 15,0 1-15,0 25 16,25-50-1,-25 25-15,50-25 16,-25 0-16,-1 0 16,1 0-16,25 0 15,-25-25-15,-25 0 0</inkml:trace>
  <inkml:trace contextRef="#ctx0" brushRef="#br0" timeOffset="28613.442">2580 8930 0,'0'24'62</inkml:trace>
  <inkml:trace contextRef="#ctx0" brushRef="#br0" timeOffset="28841.309">2679 9351 0</inkml:trace>
  <inkml:trace contextRef="#ctx0" brushRef="#br0" timeOffset="29072.178">2853 9103 0,'49'0'47,"-49"-24"-32,50 24-15,-25 0 16,-1 0-16,1 0 16,0 0-16,-25-25 15</inkml:trace>
  <inkml:trace contextRef="#ctx0" brushRef="#br0" timeOffset="31291.377">4217 8682 0,'0'49'47,"0"1"-47,0-1 16,0 26-16,0-1 15,0-24 1,0 0-16,0-1 0,0 1 15,0-25-15,0-1 16,0 1 0</inkml:trace>
  <inkml:trace contextRef="#ctx0" brushRef="#br0" timeOffset="32014.68">4242 8781 0,'0'-25'16,"0"0"-1,0 0 17,24 25-32,-24-24 15,25 24-15,-25-50 0,75 50 16,-51-25 0,1 25-16,25 0 15,-25 0-15,-1 0 0,1 0 16,25 50-1,-50-1 1,25-49-16,-25 50 16</inkml:trace>
  <inkml:trace contextRef="#ctx0" brushRef="#br0" timeOffset="32323.502">4341 8979 0,'25'0'78,"-1"0"-63,26 0 1,-25 0-16,24 0 16</inkml:trace>
  <inkml:trace contextRef="#ctx0" brushRef="#br0" timeOffset="33691.429">4663 9351 0,'0'50'62,"0"0"-62,0-26 16,-25 26-16,25 0 15,0-1-15,0-24 0,0 0 16,-24-25 0</inkml:trace>
  <inkml:trace contextRef="#ctx0" brushRef="#br0" timeOffset="34373.089">4614 9426 0,'49'-50'16,"-49"1"-1,25 49 1,-25-50-16,25 50 16,0 0-16,24 0 15,-24 0 1,0 0-1,25 25-15,-50 0 16,0 24-16,0-24 16,-25 0-16,25 0 15,-50 24 1,0 1-16,26-50 16,24-25 62,24 25-78,26 0 15,-25 0-15,0 0 16,0 0 0,24 0-16,-49 25 15,0 24 1,0-24-1,-25 25 1,1-50-16,-1 25 16,-50-1-1,50-24-15,1 0 16,-1 0-16,-25 0 16,1 0-1,49-24 16</inkml:trace>
  <inkml:trace contextRef="#ctx0" brushRef="#br0" timeOffset="34875.827">5507 8806 0,'24'0'63,"26"0"-47,0 0-16,-1 0 15,1 0-15,-25 0 16,-1 0-16,1 0 15,25 0 1</inkml:trace>
  <inkml:trace contextRef="#ctx0" brushRef="#br0" timeOffset="35151.704">5482 9178 0,'0'25'0,"25"-25"47,-1 0-47,1 0 15,25 0-15,-1-50 0,1 50 16,-25 0-16,0 0 16,-1-25-1</inkml:trace>
  <inkml:trace contextRef="#ctx0" brushRef="#br0" timeOffset="35941.316">6648 8582 0,'0'-24'31,"-50"24"0,0 0-31,26 0 16,-1 0-16,0 49 15,0-49 1,-24 0 0,24 0 15,25-25-15,0 50 93,25 25-93,-25-25-16,0 24 15,0 1-15,24 24 0,-24-24 16,0 24-1,0 1-15,0-26 0,0-24 16,0 25-16,0-25 16,0-1-16,0 26 15</inkml:trace>
  <inkml:trace contextRef="#ctx0" brushRef="#br0" timeOffset="36179.202">6424 9029 0,'25'-25'31,"50"0"-15,-51 25-16,1 0 15,0 0-15,0 0 16,0 0-16,24 0 16</inkml:trace>
  <inkml:trace contextRef="#ctx0" brushRef="#br0" timeOffset="36706.928">6821 9178 0,'0'-25'16,"0"-25"31,-49 50-16,24 25-15,-25 50-1,50-51-15,-25 26 16,25-25-16,0 24 15,0-24-15,0 0 0,0 0 16,25 24 0,0-49-16,0 0 15,24 0-15,1 0 16,-25 0 0,0 0-16,0-24 0,24-1 15</inkml:trace>
  <inkml:trace contextRef="#ctx0" brushRef="#br0" timeOffset="40969.493">3125 10914 0,'0'50'31,"0"-26"-15,0 51-16,0-26 15,0 1-15,0 0 16,0-1-16,0-24 16,0 0-16,0 0 15,0 24 1</inkml:trace>
  <inkml:trace contextRef="#ctx0" brushRef="#br0" timeOffset="41513.174">3125 10964 0,'0'0'0,"0"-25"0,0-25 32,50 1-32,-25 49 15,24-50-15,-24 50 16,0 0-16,0 0 16,-25 50-16,25-1 0,-25 1 15,0-1-15,0 1 16,-25 0-1,-25-1-15,25-24 16,1 25-16,-1-50 0,25 25 16,0-50 46,25 25-62,-1 0 16,1 0-16,25 0 15,-50 25-15,25-25 16,-25 49-16,0-24 16,0 25-1,-25-50-15,-25 49 16,25-49-16,1 50 16,-1-50-1,-25 0-15,25 0 16,25-25-1,0 0 1</inkml:trace>
  <inkml:trace contextRef="#ctx0" brushRef="#br0" timeOffset="41942.919">3770 10939 0,'0'-25'0,"-49"75"63,49-1-63,-50 1 15,50 24 1,0-24-16,-25 0 0,25-26 16,0 1-16,0 25 15,50-50 1,-25 0 0,49-50-1,-24 25 1,-50 1-16,49-1 15,-49 0-15,0-25 16,0 1-16,0-1 16,0 0-16,0 26 15,-24-26-15,-51 50 16,50 25 0,-24-25-16</inkml:trace>
  <inkml:trace contextRef="#ctx0" brushRef="#br0" timeOffset="42204.77">3696 11038 0,'0'25'16,"25"24"15,-25-24-31,25 0 16,-25 25-16,49-25 15,-24 24-15,0-24 0,24 0 16,-24-25-16,0 49 16,25 1-1</inkml:trace>
  <inkml:trace contextRef="#ctx0" brushRef="#br0" timeOffset="42973.422">4217 11038 0,'0'-25'32,"0"50"-1,0 25-16,0-1-15,0-24 16,0 25-16,0-1 16,0 1-16,0-25 15,25 24-15,-25-24 0,49 25 32,-24-25-32,0-25 15,24 0 1,1 0 15,-50-50-31,25 25 0,-25 0 16,49-24-16,-49-1 15,0 1-15,0-1 16,0 0-16,0 1 16,0 24-16,0-25 15,-49 50 1,24 0 15,0 25-15,25 25-16,0-26 15,0 26-15,0 0 16,0-1 0,0 26-16,0-50 15,0-1 1,25-24-16</inkml:trace>
  <inkml:trace contextRef="#ctx0" brushRef="#br0" timeOffset="48499.057">4961 11237 0,'25'0'110,"24"0"-95,1 0 1,-25 0-16,24 0 16,-24 0-16,0 0 15,0 0-15,0 0 16,24 0-1</inkml:trace>
  <inkml:trace contextRef="#ctx0" brushRef="#br0" timeOffset="48830.999">5011 11435 0,'24'0'78,"1"0"-62,0 0-16,25 0 15,-1 0 1,1 0-16,-1 0 16,1 0-16,-25 0 15,0 0-15</inkml:trace>
  <inkml:trace contextRef="#ctx0" brushRef="#br0" timeOffset="49753.24">5928 10939 0,'0'-25'16,"0"75"46,0-1-46,0-24 0,0 49-16,0-24 15,0 0-15,0-25 16,0-1-16,0 1 16,0-50 46,0-24-62,0-1 0,0 0 16,0 1-1,0 24-15,25 25 0,-25-50 16,50 50-16,-25 0 16,24 25-1,-49 0-15,50 0 16,-50 24-1,0 1-15,0-25 16,0 0-16,0 0 16,0-50 46,0-25-46,0 0-16,0 1 15,0 24-15,49 25 16,-49-50-16,25 50 16,25 0-16,-25 0 15,-25 25-15,24 0 16,-24 25-16,50-1 16,-50 1-1,0 0-15,0-1 0,0-24 16,0 0-1,0 24-15,0-24 16</inkml:trace>
  <inkml:trace contextRef="#ctx0" brushRef="#br0" timeOffset="50576.812">6598 10988 0,'0'-24'31,"50"73"78,-50 1-93,0-1-1,24 1 1,-24-25 0,0 25-1,0-1-15,25-24 0,-25 0 16,50 24 0,-50-24-1,49-25-15,-24 25 31,0-25-15,0 0 0,-25-25-1,25 25-15,-25-49 16,49 24-16,-49 0 16,0-25-16,25 1 15,-25-1-15,0 0 16,0 1-16,0-1 15,0 25-15,0-24 16,0 24-16,0 0 16,-25 25 31,25 25-32,-24-25-15,24 50 16,0-26-16,0 1 15,0 0-15,0 0 16,0 0-16,0 49 16,0-49-1,0 0 17,49-25-32</inkml:trace>
  <inkml:trace contextRef="#ctx0" brushRef="#br0" timeOffset="51039.548">7069 10542 0,'0'0'16,"0"-50"-16,0 26 15,50 24 1,-25 0-1,0 0 1,-1 0 0,-24 74-1,0-49-15,0 0 0,0 24 16,0-24 0,0 0-16,-24 0 0,-26 24 15,50 1 1,50-50 31,-26 0-32,1 0-15,0 0 16</inkml:trace>
  <inkml:trace contextRef="#ctx0" brushRef="#br0" timeOffset="52140.164">5879 11584 0,'49'0'78,"26"0"-78,24 0 15,-25 0-15,26-50 16,24 50-16,0 0 16,0 0-16,-25 0 15,-50 0-15,1 0 16,0 0-16,-25 0 15,24 0 1,-24 25-16,0-25 94</inkml:trace>
  <inkml:trace contextRef="#ctx0" brushRef="#br0" timeOffset="52772.978">6400 11881 0,'24'50'78,"-24"-25"-78,25 0 16,-25-1-16,0 1 16,25 25-16,-25-25 15,0-1-15,0 1 16,0 0 0,0 0-1,0-50 63,0 0-78,0-24 16,0-1-16,0 0 16,0 26-16,50-1 15,-1 0-15,-24-25 16,0 50-16,-25-49 15,49 49-15,-24-25 16,25 25 0</inkml:trace>
  <inkml:trace contextRef="#ctx0" brushRef="#br0" timeOffset="60063.073">4713 10889 0,'0'-49'16,"0"73"46,-50 51-62,-24 24 16,-50 25-16,0 25 16,25-25-16,-1 0 15,26 0 1,74-74-16,-50-1 16</inkml:trace>
  <inkml:trace contextRef="#ctx0" brushRef="#br0" timeOffset="61187.168">7516 10468 0,'-25'0'62,"0"49"-46,-49-24-16,-1 0 16,-24 49-16,-149 50 15,124-49 1,-25-26-16,25 26 16</inkml:trace>
  <inkml:trace contextRef="#ctx0" brushRef="#br0" timeOffset="62569.125">3125 13146 0,'0'25'78,"0"25"-62,0 24-1,0-24-15,0 24 0,0 1 16,0-1-16,0-24 16,0-25-1,0 24-15,0-24 0</inkml:trace>
  <inkml:trace contextRef="#ctx0" brushRef="#br0" timeOffset="63213.752">3076 13196 0,'0'0'0,"49"-74"32,-49 24-17,50 50-15,-25-25 0,0 25 16,-1 0-16,26 0 15,-25 0 1,-25 50 0,0-25-16,0-1 15,0 1-15,0 0 16,0 25-16,0-25 0,-50-25 16,50 49-1,-49-49-15,49 25 0,24-25 78,26 0-62,0 0 0,-1 25-1,-49 24 1,25-49-16,-25 50 15,0-25-15,0 24 16,-50-49-16,26 50 16,-1-50-1,0 0-15,-25 0 0,26 0 16,-26 0 0,50-25-1</inkml:trace>
  <inkml:trace contextRef="#ctx0" brushRef="#br0" timeOffset="63689.5">3721 13122 0,'0'0'16,"0"24"31,-50 26-32,50 0-15,-25 99 16,25-100-16,-49 26 15,49-26-15,0-24 16,0 0-16,24-25 31,51 0-15,-50 0-16,49-50 16,-74 25-16,50-49 15,-1 24 1,-49 1-16,0-1 15,0-24-15,0 24 16,-24 25-16,-26 0 16,25 25-1,0 0-15,1 0 16,-1 50-16</inkml:trace>
  <inkml:trace contextRef="#ctx0" brushRef="#br0" timeOffset="63854.407">3671 13271 0,'0'0'16,"25"24"0,0-24-1,0 25-15,-1 25 16,26-25-16,-25 24 16,49 75-1,-49-74-15,-25-1 16,50-24-16,-50 0 15</inkml:trace>
  <inkml:trace contextRef="#ctx0" brushRef="#br0" timeOffset="64592.08">4564 13271 0,'0'0'0,"25"0"78,24 0-78,1 0 15,0 0-15,-1 0 16,1 0-16,-25 0 16,0 0-16</inkml:trace>
  <inkml:trace contextRef="#ctx0" brushRef="#br0" timeOffset="64798.996">4539 13568 0,'0'0'0,"50"0"31,-1 0-31,-24 0 16,25-49-16,-1 49 16,1 0-16,0-25 15,24 25 1,-24 0-16</inkml:trace>
  <inkml:trace contextRef="#ctx0" brushRef="#br0" timeOffset="65873.424">5507 13047 0,'0'50'63,"49"-1"-48,-49 1-15,0-25 16,0 25-16,0-1 16,0 26-1,0-51 1,0-73 31,0 24-32,0-25-15,0 1 16,25-1-16,-25 0 16,50 1-16,-50 24 0,49 25 15,1 0 1,-1 25-1,-49 24-15,25 1 16,-25 49 0,0-49-16,0-25 15,0 24 1,0-73 15,0-1-31,0-25 16,0 1-16,50-1 15,-50 0 1,50 1-16,-1-1 16,1 50-1,-25 25 1,24 0-16,-24 24 0,0 1 16,-25 0-16,0-1 15,0 1 1,0-1-16,0-24 0,0 25 15</inkml:trace>
  <inkml:trace contextRef="#ctx0" brushRef="#br0" timeOffset="66386.767">5556 13692 0,'25'0'109,"49"0"-93,1 0-16,24 0 16,0-25-1,1 25-15,-1 0 16,-25 0-16,1 0 0,-26 0 16,-24 0-16,25 0 15,-75 0 48</inkml:trace>
  <inkml:trace contextRef="#ctx0" brushRef="#br0" timeOffset="66970.479">5705 14015 0,'0'-25'47,"50"25"-16,-26 25-31,1 49 16,-25-49-1,0 0 1,50-1-16,-50 26 0,0-25 15,0 0-15,0 24 32,0-24-32,-25-25 15,0 25 1,25-50 46,0 0-62,25-24 16,0-1-16,0-24 0,24 24 16,-24 0-16,0 26 15,25-1 1,-26 25 0,26-50-1</inkml:trace>
  <inkml:trace contextRef="#ctx0" brushRef="#br0" timeOffset="68638.65">6945 13171 0,'0'50'125,"-49"0"-110,49-26-15,0 1 16,0 0-1,0 0-15,0 0 0,0 24 16,0-24-16,0 0 16,49-25 15,1 0-15,-25 0-1,-25-50 1,49 25-16,-49-24 0,25 24 15,-25 0-15,25-24 16,-25 98 62,0 1-62,50-50-1,-50 25-15,24-25 16,26 24-16,-25-24 16,24 0-1,-24 0-15,0 0 16,0 0 0,-25-49-1,0 24 1,0-25-1,0 26-15,0-1 16,0-25-16,-25 25 16,25-24-16,-50 49 15,50-25-15,-24 25 16,-26 0 0,0 0-1,1 0 1,24 0-16,25 25 15,0-1 1</inkml:trace>
  <inkml:trace contextRef="#ctx0" brushRef="#br0" timeOffset="69373.266">7714 13146 0,'0'0'0,"0"50"125,50-25-125,-50 0 16,0 0-16,0-1 15,0 1-15,0 25 16,25-25-16,-25-1 15,0 1 1,-50-50 62,50-24-62,0-1-1,25 25 1,-25 1-16,49-26 16,-24 25-16,0 25 15,25-50-15,-1 26 16,-24 24 0,-25-25-1,50 25 1,-1 0-16</inkml:trace>
  <inkml:trace contextRef="#ctx0" brushRef="#br0" timeOffset="69698.086">8334 12824 0,'0'0'16,"50"25"15,-50 0-31,50 49 15,-50 75 1,0-25-16,0 0 16,-50-25-16,25-24 15,-49-26-15,24 1 16,1-25-16,-1-25 16,0 24-16,26-24 0</inkml:trace>
  <inkml:trace contextRef="#ctx0" brushRef="#br0" timeOffset="70342.738">6747 12998 0,'0'-25'15,"-50"50"32,50 24-47,-74 26 16,74 49-1,-50 0-15,50 0 16,0-25-16,50-25 16,-25 1-16,24-26 0,1 1 15,-1-25-15,-24-25 16</inkml:trace>
  <inkml:trace contextRef="#ctx0" brushRef="#br0" timeOffset="73706.872">9178 12923 0,'25'0'47,"-1"0"-32,1-25-15,25 25 0,-25-24 16,-1-1-16,-24 0 16,50-25-16,-50 26 15,50-51 1,-50 50-16,49-49 0,-49-25 16,50 24-16,-50-24 15,0 0-15,0 0 16,0-25-16,0-25 15,0 0-15,0-49 16,0 24-16,-25 0 0,25-24 16,-50 24-16,50 1 15,0-51-15,-49 26 16,49 24-16,0-24 16,0-1-16,0 26 15,0 24-15,0 0 16,0-149-1,0 125-15,0 24 16,0-25-16,0 1 0,0-26 16,0-24-1,0 49-15,0 1 16,0 24-16,-25 0 16,25 50-16,-50-50 0,50 50 15,-49-25-15,49 49 16,-25-24-1,25 0-15,0 0 0,-50 24 16,50 26-16,0-1 16,-24 1-16,24 24 15,0 0-15,0 0 16,0 0-16,0 1 16,0-1-16,0-25 31,74 50 47,-24 0-78,-1 0 16,26-25-16,-1 25 15,0 0-15,26 0 16,-1 0-16,-25-49 15,-24 49-15,-1 0 16,1 0-16,-75 0 78,0 0-78</inkml:trace>
  <inkml:trace contextRef="#ctx0" brushRef="#br0" timeOffset="74020.689">9947 5556 0,'24'0'47,"51"25"-31,-50 0-1,0 0-15,-1 24 16,-24 1-16,50 24 15,-50-24-15,0 0 16,-50 24-16,1-24 16,-26-1-16</inkml:trace>
  <inkml:trace contextRef="#ctx0" brushRef="#br0" timeOffset="75027.164">11088 5259 0,'0'24'47,"0"1"-47,-25 25 15,25-1 1,0 26-16,0-1 0,-25 1 15,25-26-15,0 1 16,0-25-16,0 24 16</inkml:trace>
  <inkml:trace contextRef="#ctx0" brushRef="#br0" timeOffset="75687.816">11088 5308 0,'0'0'0,"0"-49"16,49 49-16,-49-25 16,25 25-16,50 0 15,-51 0 1,26 0 0,-50 49-16,50 1 15,-50-25-15,0 24 16,0 1-16,0-25 15,-25 0-15,0-1 0,0-24 16,0 50 0,75-50 62,-25 0-78,0 0 15,24 50 1,-49-26 0,0 26-16,0-25 15,0 24 1,-25 1 0,1-50-1,-26 50-15,0-50 0,26 0 16,-1 0-16,-25 0 15,25 0 1,25-50 15,0 25-15</inkml:trace>
  <inkml:trace contextRef="#ctx0" brushRef="#br0" timeOffset="76206.488">11956 5308 0,'0'0'16,"-75"50"31,75 24-32,-49 1 1,49 24-16,0-25 15,0-24-15,0-25 16,0-1-16,0 1 16,49-25 15,1 0-15,24-74-1,-74 49-15,50-25 0,-50 1 16,25-26-1,-25 1-15,0 24 0,0-24 16,0 24 0,0 1-16,-50 24 15,1 25 1,-1 25-16,50 0 16,-50-1-16,50 1 15</inkml:trace>
  <inkml:trace contextRef="#ctx0" brushRef="#br0" timeOffset="76396.4">11881 5358 0,'0'25'15,"0"-1"32,0-73-47,25 98 0,-25 1 16,25-50-16,-25 25 16,50-25-16,-50 49 15,24-24-15,-24 25 16,75-1-16,-50 1 0,24-25 15,-24 24-15,0-24 16,25 25 0</inkml:trace>
  <inkml:trace contextRef="#ctx0" brushRef="#br0" timeOffset="76845.176">12427 5531 0,'50'0'62,"-25"0"-62,-1 0 16,26 0-16,-25 0 15,24 0-15,1 0 16,0 0-16,-26 0 16,1 0-16,0 0 15</inkml:trace>
  <inkml:trace contextRef="#ctx0" brushRef="#br0" timeOffset="77089.03">12526 5829 0,'0'0'0,"25"0"47,0 0-31,25 0-16,-1 0 0,1 0 16,-1 0-1,1 0-15,-25 0 0</inkml:trace>
  <inkml:trace contextRef="#ctx0" brushRef="#br0" timeOffset="78689.357">13519 5060 0,'0'25'47,"0"25"-31,0-1-16,0 1 15,0-25-15,0 24 16,0 1-16,0-25 15,0 24 1,0-24 15,0-99 1,0 49-17,0-25 1,0 1-16,0-1 15,49 0-15,-24 26 16,0 24-16,0 0 0,24 0 16,1 0-16,-25 24 15,-25 1-15,24 25 16,-24-1-16,0-24 16,0 0-16,0 25 15,0-75 48,0 0-63,0-25 15,75-49 1,-50 50-16,24 24 16,-24 25-1,0 0 1,0 0-16,-25 25 15,49-1-15,-49 26 16,0 0-16,0-1 16,0 1-16,0-25 15,-25 74 1,25-50 0</inkml:trace>
  <inkml:trace contextRef="#ctx0" brushRef="#br0" timeOffset="84705.943">8161 12898 0,'0'-24'0,"-25"24"0,0 24 63,-49 51-63,-26 98 15,1 1 1,0 0-16,-25 24 0,25-24 16,49-25-16,-74 49 15</inkml:trace>
  <inkml:trace contextRef="#ctx0" brushRef="#br0" timeOffset="85506.608">6251 13841 0,'-50'25'47,"-24"74"-31,-1-25-16,1 26 15,-25-1-15,49 25 16,-24-50-16,49-24 15,0 0-15,25-26 16,-50 1-16</inkml:trace>
  <inkml:trace contextRef="#ctx0" brushRef="#br0" timeOffset="87995.991">14610 4812 0,'0'0'16,"-25"50"30,-24 24-46,24 25 16,25 1-16,-75 24 16,75 124-1,0-149-15,0-25 16,25 1-16,0-1 16,0-24-16,24-1 15,-24-24-15,25 0 16,-25-25-1</inkml:trace>
  <inkml:trace contextRef="#ctx0" brushRef="#br0" timeOffset="88720.572">14957 5283 0,'0'-24'15,"25"-26"1,25 0 0,-26 50-1,1 0 1,0 50 0,-25 0-16,0 24 15,0-24-15,0-1 16,-25 1-16,25-25 15,-49 24-15,49-24 16,-75 0-16,50-25 16,1 25-16,-1-25 15,0 0 17,25-25-32,0 0 31,0-25-31,50 50 31,-1 0-15,-24 0-16,0 0 0,24 25 15,26 25 1,-50-1 0,-1-24 15</inkml:trace>
  <inkml:trace contextRef="#ctx0" brushRef="#br0" timeOffset="88979.451">15553 5333 0,'0'-25'32,"0"50"-17,0 25 1,-25-1-16,25 26 16,0-26-16,-25 26 15,25-51-15,0 26 16,0-25-1</inkml:trace>
  <inkml:trace contextRef="#ctx0" brushRef="#br0" timeOffset="89209.315">15726 5308 0,'0'25'47,"0"0"-47,0 24 15,0 1-15,0 24 16,0-24-16,0-25 16</inkml:trace>
  <inkml:trace contextRef="#ctx0" brushRef="#br0" timeOffset="89571.134">15453 5234 0,'25'0'31,"0"0"-15,0 0-16,24 0 15,1 0-15,0 0 0,-1 0 16,-24 0 0,0 0-16,24 0 15,-24 0 1,0 0 0</inkml:trace>
  <inkml:trace contextRef="#ctx0" brushRef="#br0" timeOffset="90031.885">16421 5035 0,'0'-24'31,"-50"24"16,0 0-31,50 49-1,-49-49 1,49 50-16,0-25 0,-25-1 15,25 1-15,0 25 16,0-25 0,0-1-16,0 1 0,0 0 15,0 0-15,0 0 0,0 24 16,0 26-16,0-26 16,25 50-1,-25-74-15,0 0 16,0 0-16,0 0 15,-25-25 1,0 0 0,0 0-16,1 0 15</inkml:trace>
  <inkml:trace contextRef="#ctx0" brushRef="#br0" timeOffset="90286.757">16073 5432 0,'50'-49'31,"-25"49"-16,24 0-15,-24-25 16,0 25-16,25 0 16,-1 0-16,1 0 0,0-25 15,-1 25-15</inkml:trace>
  <inkml:trace contextRef="#ctx0" brushRef="#br0" timeOffset="90584.588">16718 4936 0,'0'0'16,"75"50"15,-75 24-31,25 50 16,-25 50-16,0-1 15,0-24-15,-25-25 16,0 0 0,-49 0-16,-1-49 15,1-1-15,-75 1 0</inkml:trace>
  <inkml:trace contextRef="#ctx0" brushRef="#br0" timeOffset="91445.17">11088 7565 0,'24'0'47,"1"0"-47,0 0 15,0 0-15,25 0 16,-26 0-16</inkml:trace>
  <inkml:trace contextRef="#ctx0" brushRef="#br0" timeOffset="91652.074">11088 7813 0,'74'0'31,"-49"0"-15,0 0-16,0 0 16,-1 0-16,26-49 15</inkml:trace>
  <inkml:trace contextRef="#ctx0" brushRef="#br0" timeOffset="91924.953">11237 7417 0,'24'0'31,"1"0"-31,0 0 0,0 24 15,24 26-15,-49 24 16,0 26 0,0-26-16,0 0 0,0 1 15,-24-26-15,24-24 16</inkml:trace>
  <inkml:trace contextRef="#ctx0" brushRef="#br0" timeOffset="92673.493">12477 7665 0,'0'-25'78,"25"25"-63,24-50-15,-24 50 16,0-49-16,-25 24 16,49-25-16,-24 1 15,-25 24-15,0 0 16,0-25-16,0 1 16,-25 49 15,-24 0-16,49 25 1,0 24 0,-25 1-16,25-25 0,0 24 15,0 1 1,0-25-16,0 24 16,0 50-16,0 1 15,0-26-15,50 0 0,-50-24 16,0-25-16,0 25 15,0-1-15,0 26 16,0-26 0,-25-49-1,0 25-15,-25-25 16,1 0-16</inkml:trace>
  <inkml:trace contextRef="#ctx0" brushRef="#br0" timeOffset="92908.355">12477 7962 0,'74'-25'31,"1"-24"-16,-51 49 1,26-50-16,0 50 16,24-25-16,-24 25 15,-1-49-15</inkml:trace>
  <inkml:trace contextRef="#ctx0" brushRef="#br0" timeOffset="93162.239">13295 7714 0,'50'0'31,"-25"0"-31,24 0 16,-24-25-16,0 25 15,0 0-15,0 0 16,-1 0 0,26 0-16</inkml:trace>
  <inkml:trace contextRef="#ctx0" brushRef="#br0" timeOffset="93409.091">13320 8086 0,'0'0'0,"75"0"47,-51-24-47,1 24 15,25-25-15,-1 25 16,1 0-16,0-25 16,-26 25-16,1 0 15</inkml:trace>
  <inkml:trace contextRef="#ctx0" brushRef="#br0" timeOffset="94142.745">14734 7144 0,'0'-25'16,"-25"25"15,-24 0-15,49 25-16,-50 24 15,50-24-15,-50 50 16,50-26-16,0 26 16,0-1-16,0-24 15,0-26-15,25 1 16,25-25-16,-25 25 15,-1-25-15,26 0 16,-25 0-16,0 0 16,24 0-16,-49-50 15,50 26-15,-50-1 0,0-25 16,0 1 0,0-1-16,0 0 15,0 1-15,0-1 0,-25 25 16,0 1-1,-24 24 1,24 0-16,0 24 16</inkml:trace>
  <inkml:trace contextRef="#ctx0" brushRef="#br0" timeOffset="94655.608">14684 7441 0,'0'-24'0,"50"24"63,-25 0-63,24 0 15,-24 49 1,0-24-16,-25 0 15,50 24-15,-1-24 16,-24 25-16,-25-25 16,50-25-16,-50 24 15,24-24-15</inkml:trace>
  <inkml:trace contextRef="#ctx0" brushRef="#br0" timeOffset="95455.275">13990 7243 0,'0'25'46,"0"24"-30,0-24-16,0 25 16,0-1-16,0 51 15,0-76 1,0 1-16,0 25 16,0-25-1</inkml:trace>
  <inkml:trace contextRef="#ctx0" brushRef="#br0" timeOffset="96070.967">14015 7169 0,'0'0'0,"24"-100"16,26 76 0,0 24-1,-26 0 1,26 24-1,-50 26-15,0 49 16,0-49 0,0-25-1,-25-1-15,25 1 0,-49 25 16,24-25 0,50-50 46,24 25-31,-24 0-31,25 25 0,-26-25 16,-24 49 0,25-24-16,-25 25 15,0-1 1,0-24-1,-49-25 1,24 0-16,0 0 0,-25 0 16,26 0-16,-1 0 15,0 0 1</inkml:trace>
  <inkml:trace contextRef="#ctx0" brushRef="#br0" timeOffset="97037.446">13915 7962 0,'50'0'110,"49"0"-110,-24 0 15,49-25-15,25 25 16,24 0-16,-24-49 16,-25 49-16,0 0 15,-50 0-15,1 0 0,-26 0 16,-24 0-16,0 0 16,0 0 15,-25-25 0</inkml:trace>
  <inkml:trace contextRef="#ctx0" brushRef="#br0" timeOffset="97908.005">14114 8533 0,'0'-50'0,"0"-24"32,0 49-17,49 25-15,1 0 16,-25 0-1,0 25-15,-25 24 16,24 1-16,-24 0 16,0-1-16,0 26 0,-49-1 15,24-24-15,0-26 16,0 1-16,-24 25 16,24-50-16,0 25 15,0-25 16,25-25-31,0 0 32,0 0-17,25-24-15,0 49 16,25-25 0,-1 25-16,1 0 15,-1 0-15,-24 25 16,0-25-16,-25 49 0,50-49 15,-50 50-15,25-50 16,-25 25 0,24-25-16</inkml:trace>
  <inkml:trace contextRef="#ctx0" brushRef="#br0" timeOffset="98132.746">14684 8508 0,'0'50'47,"0"-26"-47,0 26 15,0 0 1,0-26-16,0 26 0,0 0 15,0-26-15</inkml:trace>
  <inkml:trace contextRef="#ctx0" brushRef="#br0" timeOffset="98358.609">14908 8533 0,'0'0'16,"0"25"15,0-1-31,0 26 16,0 0-16,0-1 16,0 26-16,0-26 15,0-24-15,0 0 16</inkml:trace>
  <inkml:trace contextRef="#ctx0" brushRef="#br0" timeOffset="98687.423">14709 8508 0,'0'0'0,"0"-25"31,25 25-15,0-49-1,24 49-15,1 0 16,0 0 0,-1 0-16,-24 0 0,0 0 15,0 0-15,-1 0 16,1 0-16,25 0 16</inkml:trace>
  <inkml:trace contextRef="#ctx0" brushRef="#br0" timeOffset="99669.466">15354 8409 0,'0'25'62,"0"24"-46,0-24 0,0 25-16,0-26 15,0 1-15,0 0 16,0 0-16,0 0 15,0 24 1,0-24 0,0-50 77,0 0-93,0-24 16,0 24-16,0-25 16,0 1-16,0-1 15,25 1-15,-25 24 16,25-25-16,49 1 16,-49 49-1,49 0 1,-49 0-16,-25 24 15,50 1-15,-50 25 16,0-1 0,0 1-16,0 0 0,0-26 15,0 1-15,-25-25 16,25 50-16,-25-50 16,25-25 30,0 0-30,0-24-16,0-1 16,25 0-16,-25 26 0,50-26 15,-26 25 1,26 25-16,-25 0 16,24 0-1,-49 50-15,50-25 16,-50 24-16,0 1 15,0-1-15,0 1 16,0-25-16,0 0 16,0-1-1</inkml:trace>
  <inkml:trace contextRef="#ctx0" brushRef="#br0" timeOffset="109829.817">12229 9922 0,'0'0'16,"-25"0"15,0 0-15,25 25-1,-25-25-15,25 49 16,-49-24-16,49 0 15,-25 25-15,25-1 16,0 1 0,0-1-16,0-24 0,0 0 15,0 25-15,0-26 16,0 26-16,0 0 0,0-1 16,0 26-16,0-26 15,0 26-15,0-26 16,0-24-16,0 25 15,0-26-15,0 26 16,-25-25 0,-25 24-1,1-49 1,24 25-16,0-25 16,-24 0-16</inkml:trace>
  <inkml:trace contextRef="#ctx0" brushRef="#br0" timeOffset="110077.679">11857 10641 0,'49'0'32,"-49"-49"-32,50 49 0,-25 0 15,-1 0 1,26-25-16,0 25 16,-1 0-16,1-25 15,0 25-15</inkml:trace>
  <inkml:trace contextRef="#ctx0" brushRef="#br0" timeOffset="110660.942">13196 10269 0,'0'50'46,"0"-25"-30,-25 24-16,0 1 16,1-1-16,-26 1 15,25 0-15,0-1 0,-24-24 16,24 25 0,-25-1-16,1-49 15,24 25-15,-25-25 16,26 0-1,24-25 1,-25 0-16,25-24 16,0-1-16,0 1 15,0 24-15,0 0 16,0-25 0,25 50-1,-1 0-15,26 0 16,-25 0-16,24 25 0,-24 0 15,0 25-15,-25-1 16,50-24-16,-1 49 31,-24-24-31</inkml:trace>
  <inkml:trace contextRef="#ctx0" brushRef="#br0" timeOffset="111410.535">13990 10170 0,'0'50'78,"0"-26"-78,0 51 16,0-1-1,0 1-15,0-51 16,0 26-16,0 0 15,0-26-15,0 1 0,0 25 32,0-25-32</inkml:trace>
  <inkml:trace contextRef="#ctx0" brushRef="#br0" timeOffset="111971.599">13742 10815 0,'0'25'94,"25"-25"-79,49 0-15,-24 0 16,49 0-16,0 0 16,25 0-16,-50 0 15,26 0-15,-1 0 16,-49 0-16,-1 0 15,-24 0-15,25 0 16,-26 0 0</inkml:trace>
  <inkml:trace contextRef="#ctx0" brushRef="#br0" timeOffset="112986.365">13891 11361 0,'0'-25'16,"24"25"15,-24-25-31,25 25 16,25 0-16,-1 0 15,-24 25-15,0 0 16,25 24-16,-50 1 15,49-1 1,-24 51-16,-25-51 16,0 1-16,0-25 15,0-1-15,0 1 16,0 25 0,0-25-1,-50-25-15,26 0 31,-1-25-15,25-25 0,0-24-16,0 24 15,0 1-15,0 24 0,0-25 16,49 25-16,1 1 16,-25-26-16,0 50 15,-1-50-15,26 50 16,-25 0-16,0 0 15</inkml:trace>
  <inkml:trace contextRef="#ctx0" brushRef="#br0" timeOffset="114177.287">14585 11212 0,'0'-25'63,"25"25"218</inkml:trace>
  <inkml:trace contextRef="#ctx0" brushRef="#br0" timeOffset="115920.442">14536 11137 0,'0'0'0,"-25"25"156,25 0-156,0 0 0,0 24 16,0-24-16,0 0 15,0 0-15,0 0 16,0-1-16,0 26 15,49-50 1,-24 0 0,0 0-1,0 0 1,-25-25-16,25 25 16,-25-49-16,0 24 0,49-25 15,-49 25 1,0 1-16,0-26 15,0 0-15,-25 25 16,25 1-16,-24 24 0,24-50 16,-50 50-1,0 0-15,26 0 16</inkml:trace>
  <inkml:trace contextRef="#ctx0" brushRef="#br0" timeOffset="118036.449">12005 12626 0,'-24'0'31,"48"24"47,1-24-62,25 0-16,24 0 15,1 0-15,-26 0 16,1 0-16,0 0 15,-26 0-15,26 0 16,-50 25 0</inkml:trace>
  <inkml:trace contextRef="#ctx0" brushRef="#br0" timeOffset="118302.392">12229 12675 0,'0'25'31,"-25"0"-31,25 24 16,0 1-1,0 24-15,0 1 0,0 24 16,50 0-16,-50-24 16,0-1-1,24 1-15,-24-26 0,0-24 16</inkml:trace>
  <inkml:trace contextRef="#ctx0" brushRef="#br0" timeOffset="119222.481">13543 12874 0,'0'24'16,"-24"1"-1,24 0-15,-50 25 16,25-1-16,0 26 16,-24-26-16,-1 1 15,-49 49-15,49-74 16,25 0-1,1 24-15,-51-24 16,50-25 0,-24 0-1,24-25 1,25-24 0,0 24-16,0 0 15,0 0 1,0 1-16,74 24 15,-49 0 1,25 0-16,-1 0 16,1 0-16,0 0 15,-1 74-15,1-49 16,-25 24-16,0 1 16,24 0-16,-24-26 0,-25 1 15,50-25 1,-50 25-16,24-25 0</inkml:trace>
  <inkml:trace contextRef="#ctx0" brushRef="#br0" timeOffset="119729.21">13816 13146 0,'0'0'0,"0"-24"32,50 24-17,-1 0 1,-49 24-1,50 26-15,-25 49 16,-25-24 0,0-1-16,0-24 0,0-1 15,0-24 1,0 25-16,0-25 16,0-1-16,-25-24 46,25-24-46,0-1 16,0-25 0,0-24-16,0 24 0,0 1 15,0-1-15,0 0 16,50 26-16,-1-1 16,-24 25-16,0-50 15,0 50-15,24-25 0,-24 25 31</inkml:trace>
  <inkml:trace contextRef="#ctx0" brushRef="#br0" timeOffset="120154.36">14387 12923 0,'0'-25'16,"-25"25"15,25 25-31,0 0 16,-50 25-1,50-1-15,0-24 0,0 0 16,25 24-16,0-24 16,0-25-1,0 0-15,-1 0 16,26 0-16,0-49 16,-50 24-1,0-25-15,0 25 16,0-24-16,0-1 15,-25 1-15,-25-1 16,1 25-16,24 25 16,-25 0-16,-24 0 15</inkml:trace>
  <inkml:trace contextRef="#ctx0" brushRef="#br0" timeOffset="123569.983">14412 10120 0,'0'0'0,"-125"-99"31,76 25-15,24 74-16,-25-75 15,1 50-15,-1 1 16,1 24-16,-1-50 15,0 50-15,1 0 16,-26-25-16,1 25 16,49 0-16,-24 0 15,-1 0-15,0-25 0,-74 25 16,75 0 0,-1 0-16,1 0 15,-1 0-15,0 0 16,1 0-16,-1 0 15,25 0-15,0 25 16,1-25-16,-1 0 16,-25 0-16,1 0 15,-1 0-15,0 0 16,1 50-16,-1-50 16,-24 0-16,49 0 15,-124 0-15,75 0 16,24 0-1,-24 0-15,24 0 0,0 25 16,1-25 0,-1 0-16,1 24 15,-1-24-15,25 50 16,0-50-16,1 25 16,-26 0-16,25-1 15,-24-24 1,-1 50-1,0-50 1,50 25-16,-49-25 16,24 0-16,25 25 15,-50-25-15,1 25 16,-1 24 0,1 1-1,49-25 1,-50-1-16,0 51 15,50-26-15,-24 1 16,24 0-16,-50 49 16,50-25-16,-25 1 15,25 73 1,-50-48-16,50-26 16,0 25-16,0 1 15,0-26-15,0 25 0,0 0 16,0 1-16,25-1 15,-25-25-15,75 75 16,-75-75-16,49 50 16,-49-49-16,50 24 15,-50 25-15,25-25 16,-25 25 0,0 0-16,0 0 0,0 0 15,0-24-15,0-26 16,0 1-16,0-1 15,0 0-15,-25-24 16,25 0-16,0-26 16,-50 26-16,50 0 15,0-1 1,0-24-16,0 0 16,25 0-16,25 49 15,-25-24-15,-25-26 16,74 1-16,-24 25 15,-1-50 1,-24 49-16,0-49 16,0 50-16,24-50 15,1 50-15,-1-50 16,1 74-16,0-74 16,49 50-1,-50-26-15,1-24 0,0 0 16,24 25-1,1-25-15,-26 0 16,1 0-16,24 0 16,1 50-16,-1-50 0,-24 0 15,-1 0-15,1 0 16,-1 0-16,1 0 16,0 0-16,-1 0 15,1 0-15,-1 0 16,1 0-16,0 0 15,-26 0 1,76-25-16,-51 25 16,1 0-16,0 0 0,-1 0 15,1 0-15,-1 0 16,26 0 0,-26 0-16,-24 0 15,25 0-15,-1 0 0,1 0 16,0 0-16,-1 0 15,1 0-15,-1 0 16,1 0-16,0 0 16,49 0-1,-50 0-15,-24 0 16,25 0-16,0 0 16,-1 0-16,50-25 15,-49 25-15,0-25 16,-1 25-16,1-49 15,-1 49-15,-24-25 16,74-25 0,-49 26-16,0-26 15,-1 25 1,-24 0-16,25-49 16,-50 49-1,49-24-15,-49-1 0,75 0 16,-75 1-1,49-26-15,1-24 16,-50 50-16,25-1 16,-25 0-16,49-98 15,-24 73-15,-25 25 16,0-24-16,25 24 16,-25-49-1,0 25-15,50-1 0,-50 26 16,0 24-16,0-25 15,0 1-15,0 24 16,0-25-16,0 1 16,0-1-16,0 1 15,0-26-15,0 1 16,0 24-16,0-24 16,0-1-16,0 26 15,0-1-15,0 0 16,0 26-16,0-26 15,0 0-15,-50 1 16,50-1-16,0 1 16,0-1-16,-25 0 0,25 1 15,0-1-15,-25 1 16,25 24-16,0-25 16,-49 25-16,49-24 15,-50 49-15,50-25 16,-25 25-16,25-50 15,-25 50-15,-24-49 16,49-1-16,-50 50 16,25-50-1,25 26-15,-49-26 0,49 25 16,-50 0 0,1-24-16,24 49 15,25-50-15,-50 50 16,1-25-16,-1-24 15,0 24 1,1-25 0,24 26-1,0 24 1,25-25 0,-25 25-1,1 0-15,24-25 0,-50 25 16,0-25-1,1-24 1,24 24 0,0 0-1,25-25 1,-25 26 0,25-1-1,0 0 1,-49-25-1,49 1 1,0 24 0,0 0-1,0-24 1,0 24 0,0 0-1,0 0 1,-25 25 62</inkml:trace>
  <inkml:trace contextRef="#ctx0" brushRef="#br0" timeOffset="125749.845">16818 7739 0,'24'0'109,"26"0"-109,0 0 16,-1 0-16,1 0 16,-1 0-16,1 0 15,0 0-15,-26 0 16,26 0-1</inkml:trace>
  <inkml:trace contextRef="#ctx0" brushRef="#br0" timeOffset="126032.943">16892 8136 0,'25'0'31,"24"0"-16,1 0-15,0 0 16,24-25-16,0 25 16,-24 0-16,24 0 15,-24 0-15</inkml:trace>
  <inkml:trace contextRef="#ctx0" brushRef="#br0" timeOffset="127619.39">18703 7218 0,'-25'0'47,"25"25"-32,-50 0 1,50 0-16,0-1 0,0 26 15,0 0-15,0-26 16,0 1-16,25 25 16,25-1-1,-1-49 1,1 0 0,0 0-16,-26 0 15,-24-74 1,0 49-16,50 0 15,-50-24-15,0 24 16,0-25-16,-25 1 16,25 24-16,-25 25 15,25-50-15,-24 50 16,-1 0 0,-25 0-1,25 0 1</inkml:trace>
  <inkml:trace contextRef="#ctx0" brushRef="#br0" timeOffset="127974.184">19124 7317 0,'0'50'31,"0"-25"0,0 0-31,0-75 110,0 0-95,0 26-15</inkml:trace>
  <inkml:trace contextRef="#ctx0" brushRef="#br0" timeOffset="128371.955">19596 7094 0,'-25'0'47,"25"25"-47,-25 25 15,25-26-15,0 1 0,0 0 16,0 0 0,0 24-16,0-24 15,75-25 1,-51 50-1,1-50 1,25 25-16,-50-1 16,0 1 15,-50 25-15,1-50-16,-1 0 0,0 0 15,-49 0 1,49 0-1,26 0-15,24-25 16,-25 25-16</inkml:trace>
  <inkml:trace contextRef="#ctx0" brushRef="#br0" timeOffset="128658.847">19546 7169 0,'0'-25'32,"25"25"-1,25 0-16,-26 0-15,26-25 16,0 25-16,-1 0 16,1 0-16,-1 0 15,1 0-15</inkml:trace>
  <inkml:trace contextRef="#ctx0" brushRef="#br0" timeOffset="128942.686">20216 7119 0,'49'0'62,"-49"50"-62,50-26 16,-25 26-16,0 0 16,24-1-16,-24 1 15,0-25-15,0-1 16,24 26 0</inkml:trace>
  <inkml:trace contextRef="#ctx0" brushRef="#br0" timeOffset="129170.555">20563 7169 0,'-50'49'31,"26"1"-31,-1-1 16,-50 26-16,26-1 16,24 1-16,-25-1 0,26-24 15,-26-26-15</inkml:trace>
  <inkml:trace contextRef="#ctx0" brushRef="#br0" timeOffset="133642.788">21456 7243 0,'0'50'78,"0"-1"-78,0 1 16,0-1-16,0-24 15,0 25-15,0-1 0,0-24 16,0 25-1,0-25-15,0 24 16</inkml:trace>
  <inkml:trace contextRef="#ctx0" brushRef="#br0" timeOffset="134184.125">21754 7317 0,'0'-24'31,"0"48"32,0 1-63,0 25 16,0-25-16,0 24 15,0 1-15,0-25 16,0-1-16,0 1 0,0 25 15,0-25 1,25-25 0,24 0-1,-24 0 1,0 0 0,24 0-1,-49-50 1,0 25-16,0 0 15,0-24-15,0-1 16,0 1-16,-24-1 16,24 25-16,-25 25 15,25-49-15,-25 49 16</inkml:trace>
  <inkml:trace contextRef="#ctx0" brushRef="#br0" timeOffset="135089.987">22126 6672 0,'0'0'0,"0"-24"15,-25 24 32,-25 0-31,1 0 0,24 49-1,25-24-15,-25-25 16,25 50-1,0-26-15,0 1 32,25-25-17,0 0 1,24 0-16,-24 50 16,0-50-16,0 0 15,0 0-15,24 0 16,-49 25-1,25-25-15,-25 25 16,0-1 0,0 1-1,-25 25 1,0-50-16,1 0 16,-26 25-16,0-25 15,1 0 1,24 0-16,-25 0 15,50-25 1,0-25 0,0 1-1,50-1 1,-25 50 0,0-50-16,24 50 0,1-49 15,-25 49 1,24-25-1,-49-25-15,25 50 0,-25-49 16,0 24 0,0 0-1,-74 25 1,49 0-16,0 0 16,-25 0-1,1 50-15,-1-26 16</inkml:trace>
  <inkml:trace contextRef="#ctx0" brushRef="#br0" timeOffset="136404.046">18777 8161 0,'25'0'31,"0"0"0,24 0-15,-24 0 0,0 0-16,25 0 0,-1 0 15,1 0 1,-1 0-16,1 0 0,0 0 16,24 25-16,-49-25 15,49 0-15,-24 0 16,-1 0-16,1 24 15,0-24-15,-1 0 16,26 0-16,-26 0 16,26 0-16,-1 0 0,1 0 15,123-24 1,-99 24-16,-49 0 16,24 0-1,1-25-15,-1 25 16,50 0-1,-74 0-15,24 0 0,-24 0 16,-1 0 0,-24 0-16,25 0 0,-1 0 15,1 0-15,0 0 16,-1 0-16,50 0 16,-49 0-16,24-50 0,1 50 15,-1 0 1,1 0-16,24 0 0,-25 0 15,-24 0 1,24-25-16,-24 25 0,0 0 16,-1 0-1,-24 0-15,0 0 0,24 0 16,-24 0 15,-50 0 47,-24 0-78</inkml:trace>
  <inkml:trace contextRef="#ctx0" brushRef="#br0" timeOffset="137490.995">19794 8806 0,'-25'0'31,"25"-25"-16,0-25 1,0 1 0,0 24-1,25 25 1,25 0-16,-25 0 16,24 25-1,-49 24-15,0 1 16,0-1-1,0 1-15,0 0 0,-49-1 16,24-24-16,0 0 16,-25 25-16,26-26 15,-1-24-15,0 25 16,0-25 0,-24 0-1,49-25 16,0 1-31,24-26 32,26 50-32,-25 0 15,49 0 1,-24 0-16,-1 0 16,-24 25-16,0-25 15,0 0-15,0 25 16,24-25-16,1 0 15</inkml:trace>
  <inkml:trace contextRef="#ctx0" brushRef="#br0" timeOffset="137929.761">20563 8781 0,'0'25'31,"-25"-1"-15,25 26-16,-25-25 16,25 0-16,-24 24 15,24-24 1,-25-25 0,25 25-16,0 0 31,0 0 0</inkml:trace>
  <inkml:trace contextRef="#ctx0" brushRef="#br0" timeOffset="138302.182">20737 8706 0,'0'0'0,"0"25"63,0 25-48,0-25-15,0 24 16,0 1-16,0-1 15,0-24-15,0 0 16,0 25-16,0-1 16</inkml:trace>
  <inkml:trace contextRef="#ctx0" brushRef="#br0" timeOffset="138732.964">20489 8706 0,'49'0'94,"26"0"-78,-1 0-16,1-49 15,-26 49-15,1 0 16,-1-25-16,-24 25 15</inkml:trace>
  <inkml:trace contextRef="#ctx0" brushRef="#br0" timeOffset="140970.034">23664 7863 0,'24'0'125,"1"0"-110,25 0-15,-1-50 16,1 50 0,0 0-16,24 0 15,-24 0 1,-25 0 0,-25 25-1</inkml:trace>
  <inkml:trace contextRef="#ctx0" brushRef="#br0" timeOffset="141255.867">23812 8186 0,'0'0'0,"25"0"47,0 0-47,0 0 15,25 0 1,-26-25-16,26 25 0,-25 0 15,24 0-15,-24-50 16,0 50-16</inkml:trace>
  <inkml:trace contextRef="#ctx0" brushRef="#br0" timeOffset="145015.336">868 6176 0,'0'0'0,"0"25"63,25 0-63,-25 0 15,50-25-15,-26 49 16,1-49-16,25 0 16,24-24-16,25-26 15,50-24-15,-50-1 0,1 26 16,-1-26-16,50 26 15,-25-26-15,0 1 16,-25 49-16,-49 25 16</inkml:trace>
  <inkml:trace contextRef="#ctx0" brushRef="#br0" timeOffset="146889.836">25028 7764 0,'0'-25'31,"-25"25"-15,-24 74 0,24-49-16,25 25 15,-50-1-15,50-24 16,0 0-16,0 0 16,0 25-1,0-26-15,50-24 16,-25 0-16,-1 0 15,26 0-15,0 50 16,-1-50-16,-24 0 16,-25 25-16,25 0 31,0-1-31,-25 26 16,0 0-1,-25-50 1,0 49-16,-25-49 15,1 50-15,-1-50 0,1 0 16,24 0 0,-25 0-1,50-25 1,0 0 0,0-24-1,25 24-15,0 0 16,24-25-16,-24 26 15,0-26-15,49-49 16,-74 49 0,25 25-16,-25 0 15,0 1-15,0-26 16,0 0 0,-25 50-1,-24 0 1,24 0-1,-25 25-15,1 25 16,49-25 0</inkml:trace>
  <inkml:trace contextRef="#ctx0" brushRef="#br0" timeOffset="147226.643">25549 7937 0,'25'0'47,"-25"25"-31,24 0-1,26 0-15,-25 25 16,0-1-16,24 1 0,-24 24 16,0-24-16,-25-25 15,49-1-15,-49 26 16</inkml:trace>
  <inkml:trace contextRef="#ctx0" brushRef="#br0" timeOffset="147485.049">25896 7987 0,'0'0'16,"-25"0"15,-24 50-15,-1 24-16,25 1 16,-49 73-1,24-98-15,50-25 16,-49 24-16,49-24 15</inkml:trace>
  <inkml:trace contextRef="#ctx0" brushRef="#br0" timeOffset="147848.136">26194 7962 0,'0'50'62,"0"0"-46,0-1-1,0 1-15,0-1 0,0 1 16,0 0-16,0-26 16,0 1-16,0 0 15,0 0 1</inkml:trace>
  <inkml:trace contextRef="#ctx0" brushRef="#br0" timeOffset="148303.769">26417 8086 0,'0'25'63,"0"25"-63,0-1 15,0 1-15,0 0 16,0-1-16,0-24 15,0 0-15,0 24 16,25-49 0,24 0-1,1-24 1,-25-1 0,-25-25-1,0 25-15,25 1 16,-25-26-16,0 0 15,0 1-15,0-1 16,0 25 0,-75-24-16,50 49 15,1 0-15,-1 0 16,0 0-16</inkml:trace>
  <inkml:trace contextRef="#ctx0" brushRef="#br0" timeOffset="148800.875">26640 7243 0,'0'0'16,"0"-25"0,-49 25 30,49 50-46,-50 24 0,50 1 16,-50-1-16,50-24 16,0 24-16,0-24 15,0-26-15,0 1 16,50 25 0,0-50-16,-1 0 15,-49-25 1,25 25-16,-25-25 15,0-49 1,0 49-16,0-25 16,-74 26-16,49 24 15,0-25-15,0 25 16,0 0-16</inkml:trace>
  <inkml:trace contextRef="#ctx0" brushRef="#br0" timeOffset="149379.551">27136 8012 0,'0'-25'15,"0"75"32,0 24-31,0 100 0,0-100-16,0-24 15,0-1-15,0 1 16,0-25-16,0 0 15</inkml:trace>
  <inkml:trace contextRef="#ctx0" brushRef="#br0" timeOffset="149778.021">27136 8409 0,'50'-25'47,"-50"-25"-47,50 50 16,-50-24-16,24 24 0,-24-25 15,0 0 1,50 25-16,-50-74 15,0 49-15,0 0 16,0 0-16,0 50 63,0 25-48,0-1-15,0 1 16,0-1-16,0 26 15,0-50 1,0 24-16,0-24 16,0 0-1</inkml:trace>
  <inkml:trace contextRef="#ctx0" brushRef="#br0" timeOffset="150397.917">27459 8384 0,'25'0'31,"-25"-25"-16,49 25 1,1 0-16,24 0 31,-74-25-31,50 25 0,-25 0 16,-1 0 15,-24 25 16,-49 25-31,-1-1-1,50-24 1,-49 25-16,-1-25 16,50 24-1,-50-49-15,50 25 0,-24-25 16,24 25-1,24-25 64,51 0-64,-50 0-15,-1 0 0,1 0 16,25 0-1,-25 0-15,-1 0 16,1 0-16,0 0 16,25 0-1</inkml:trace>
  <inkml:trace contextRef="#ctx0" brushRef="#br0" timeOffset="150681.827">28327 8533 0,'-50'-25'110</inkml:trace>
  <inkml:trace contextRef="#ctx0" brushRef="#br0" timeOffset="174070.722">30882 6921 0,'0'24'125,"-25"-24"-125</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02:52.920"/>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31998 7020 0,'0'-50'0</inkml:trace>
  <inkml:trace contextRef="#ctx0" brushRef="#br0" timeOffset="14487.67">16346 1215 0,'-25'0'0,"-24"-24"16,-1 24 0,1-25-1,-1 25-15,0-25 16,26 25-16,-1 0 16,-25 0-1,25 0-15,-49 0 16,49 0-1,-24 0-15,-1 0 16,0 0-16,1 0 16,-26 0-16,26 0 15,-1 0-15,1 0 16,-26 0-16,1 0 0,-1 0 31,1 0-31,49 0 0,0 0 16,0 0-1,1 0-15,-26 0 16,0 50-16,26-50 16,-1 0-1,-25 0 1,-24 24 15,24-24-15,25 25-16,1-25 15,-1 25 1,-25-25 15,50 25-31,-25-25 0,25 49 16,-49-49 0,24 25-1,0-25 1,25 25-16,-25-25 15,25 25 1,-24-25-16,24 25 16,-50-25-1,50 24 1,0 26 0,0-25-1,0 0 1,0-1-16,0 1 15,0 25 1,0 0 0,0-1-1,25-24 1,-25 0-16,0 24 16,49 1-1,-49-25-15,25 24 16,-25 1-1,25-50 1,-25 50-16,25-50 0,-25 49 16,49-49-1,-49 50-15,25-50 16,25 25 0,-1 24-16,-24-49 15,0 25-15,0-25 0,24 25 16,1-25-16,0 0 15,24 0-15,0 49 16,-24-49-16,24 0 16,1 0-16,-26 0 15,26 0-15,-25 0 16,24 0-16,-24 0 0,-1 0 16,1 0-1,-25 0-15,24 0 0,1 0 16,-1 25-1,1-25-15,0 0 16,-1 0-16,75 0 16,-74 0-1,24 0-15,-24 0 0,-1 0 16,1 0-16,0-49 16,24 49-16,-24 0 15,-25 0-15,24 0 16,1 0-16,-1-25 15,1 25-15,0 0 16,-26 0-16,26-25 0,0 25 16,-1 0-1,1 0-15,-1-50 0,-24 50 16,0 0-16,0 0 16,0 0-16,-1 0 15,26-24 1,-25 24-16,0 0 15,-1 0-15,1-25 0,50 25 16,-51 0 0,-24-25-16,50 25 15,0-50 1,-1 50 0,-49-24-16,50 24 15,-25-25-15,0 25 16,24-25-1,-24 25 1,0-50 0,0 50-1,-25-24 1,49 24-16,-49-25 16,25 25-16,25-25 15,-50 0 16,24 25-31,-24-49 16,0-1 0,0 25-16,0 0 15,0-24-15,0-1 16,0 25-16,0 0 16,0 1-16,-24-1 15,-26-50-15,25 75 16,0-49-16,-24 49 15,-1-50-15,1 50 16,-1-49-16,0 49 16,-24-50-16,24 50 15,1-50-15,-1 50 0,0-24 16,1 24 0,-26-50-16,26 50 15,-1 0-15,1 0 0,-1 0 16,0 0-1,1 0-15,-1 0 0,1 0 16,-1 0-16,0 0 16,26 0-16,-51 0 15,50 0 1,-24 0-16,24 0 16,0 0-16,0 0 15,-24 0 1,-1 0-1,25 0 1,25 50-16,-49-50 0</inkml:trace>
  <inkml:trace contextRef="#ctx0" brushRef="#br0" timeOffset="16117.115">15230 397 0,'0'74'63,"0"-49"-48,0 0-15,0 0 16,0 24-16,25-24 16,-25 0-16,0 0 15,0 0-15,25 24 0,-25-24 16,49-25-1,-49 50-15,25-50 16,-25 49-16,25-49 16,-25 25-16,25 25 15,0-50 17,-25 24-32,24-24 15,26 0 16,0 0-31,-26 0 32,1 0-17,-25-49-15,25-1 16,-25 1 0,50 24-16,-50 0 15,0 0-15,24-24 16,-24-1-16,0 25 15,0 0-15,0 1 16,0-26 0,0 0-1,0 1-15,0-1 16,0 25 31,-49 25-47,24 0 47,0 0 0,0 50-32,25-25 1,0-1-1,-24 1 1,24 25-16,0 0 16,0-1-1,0 1 1,0-1 0,0-24-1,24 0 16,-24 25-15,25-50 0</inkml:trace>
  <inkml:trace contextRef="#ctx0" brushRef="#br0" timeOffset="21495.351">29518 1315 0,'0'-50'47,"-25"50"-47,25-25 16,-25 25-1,-25-25 1,26 1-16,-1 24 15,25-25 1,-25 25 0,-25 0-16,1-50 15,24 50-15,-25 0 16,1 0-16,-26 0 16,26 0-16,24 0 15,0 0-15,0 0 16,-49 0-1,49 0-15,-25 0 16,26 0-16,-51 0 16,26 0-1,24 0 1,-25 0 0,1 25-1,24-25 1,0 0-1,-25 0 1,26 0-16,24 25 16,-50-25-16,25 0 15,25 25 1,-49-25 0,24 24-16,0-24 31,25 25-16,-25-25-15,25 50 16,-25-50 0,25 25-1,-24-25 1,24 24-16,0 1 16,-50-25-1,50 25-15,0 25 16,-25-50-1,25 49-15,0 1 16,0-1 0,0 1-1,0-25 1,0 0-16,0 0 16,0-1-16,0 26 15,0-25-15,0 24 16,0 1-1,0-25 1,0 24 0,0-24-1,0 0 1,0 0 0,50 0-1,-50 24 16,25-49-15,-25 25-16,24-25 16,-24 25-1,25-25-15,25 0 16,-25 25 0,24-25-16,-24 0 15,25 0-15,-1 0 16,-24 0-16,25 0 15,-1 0-15,1 0 16,-1 0-16,1 0 16,0 0-16,-1-25 15,1 25-15,-25 0 16,-1 0-16,26 0 0,-25-50 16,0 50-16,-1 0 15,1-25-15,25 25 16,-25 0-16,0-24 15,24 24 1,-24-25 0,0-25-1,0 50 1,-25-49-16,49 49 16,-49-25-16,25 25 15,-25-25-15,25 25 16,-25-25-16,25 25 15,-25-25-15,24-24 16,-24 24 0,50 25-1,-50-25-15,25 0 16,-25 1 0,25 24-1,-25-25 1,0-25-1,0 25 1,0-24 0,0 24-1,0-25-15,0 25 16,0 1-16,0-26 16,-25 50-1,25-25-15,-50-24 31,25 24-15,1 25 0,24-25-1</inkml:trace>
  <inkml:trace contextRef="#ctx0" brushRef="#br0" timeOffset="22301.996">27880 496 0,'0'-25'32,"0"0"-32,0 50 62,0 50-62,0-1 16,0-24-16,0 24 15,0 1-15,0-1 16,0-24-16,0-1 16,0 1-16,0-25 15,0 24 1,0-24 0,-24-25-16</inkml:trace>
  <inkml:trace contextRef="#ctx0" brushRef="#br0" timeOffset="23251.477">27880 595 0,'0'0'0,"0"-49"31,0 24-15,0 0 15,25 25-31,-25-25 16,50 25-16,-1-25 15,1-24-15,0 49 16,-1 0 0,-24 0-1,-25 74 17,0-49-32,0 0 15,0 0-15,0 24 16,-25 1-16,1 0 15,-1 24-15,-25-49 16,50 0-16,-25-25 16,25 24-16,-25-24 15,50-24 63,0 24-62,25-25-16,-1 25 16,-24 0-1,0 0-15,25 25 16,-50 24 0,0-24-1,0 25-15,0-1 31,-25 1-31,25-25 16,-50-25 0,50 49-16,-49-49 15,49 25-15,-25-25 0,0 0 16,-25 0 0,1 0-1,24 0 1,0 0 15,25-25 0</inkml:trace>
  <inkml:trace contextRef="#ctx0" brushRef="#br0" timeOffset="26510.019">4911 2059 0,'0'-50'16,"-49"50"15,24 0-15,0-25-1,0 25-15,0-24 32,-24-1-32,-1-25 15,-24 50 1,49-25 0,-25 25-1,26 0-15,-26 0 16,-24 0-1,49 0-15,0 0 16,-25 0-16,1 0 16,24 0-1,-25 0-15,26 0 16,-1 0-16,-25 0 16,1 25-16,-1-25 0,25 0 15,0 25 1,-24-25-16,24 0 15,25 25-15,-25-25 0,-24 0 32,49 49-17,-25-49 1,25 25 0,-25-25-16,0 50 15,25-25 1,-50-1-16,1 26 15,49 0 1,0-26-16,-25 26 16,25-25-16,0 0 15,0-1 1,0 1-16,0 0 0,0 25 16,0-26-16,0 1 15,0 0-15,50 25 16,-50-26-16,0 26 15,24-25-15,-24 25 16,25-26-16,-25 1 16,50 0-16,0 25 15,-50-26-15,49-24 16,1 75-16,-25-50 16,24-1-16,1 26 15,-25-25-15,24 0 16,1-25-16,-1 49 0,100-49 15,-99 0 1,-1 0-16,1 0 16,-25 0-16,24 0 15,1 0-15,-25 0 16,24 0-16,1-25 16,-25 25-16,0-49 15,-1 49-15,26-50 16,-25 50-16,0-74 15,0 49-15,-25 0 16,49 0-16,-49 1 16,50-26-16,-50 0 15,25-49-15,-25-25 16,0 25-16,49 0 0,-49-1 16,0 26-1,-25 0-15,25 24 0,-74 0 16,24 26-16,1 24 15,-1-25-15,0 25 16,1 0-16,-1 0 16,1 0-16,-1 25 15,0-25-15</inkml:trace>
  <inkml:trace contextRef="#ctx0" brushRef="#br0" timeOffset="27742.446">4614 3373 0,'0'25'62,"0"0"-62,0 25 16,0-1-16,0 1 16,0-1-16,0 1 15,0 0-15,0-25 16,0 24-16,24 1 16,-24-25-16,0-1 0,25-24 15,-25 50-15,25-50 16,25 0 15,-26 0-15,1-74-1,-25 49 1,50-25-16,-50 1 16,0-1-16,25 0 15,-25 1-15,0-26 16,0 1-16,0 24 15,0 1-15,-25-51 16,0 76 0,-25 24-1,26-25 1,-1 25 0,0 0 15,25 25-31,-25-1 15,25 1-15,0 0 16,0 25-16,0-26 31,0 51-31,0-50 0,0-1 16,0 26 0,0-25-1,25-25-15,0 25 16,24-25-1,1 0 1,-25 0 0</inkml:trace>
  <inkml:trace contextRef="#ctx0" brushRef="#br0" timeOffset="29151.124">5308 3646 0,'0'-25'93,"25"25"-93,25-24 16,-1 24 0,-24 0-16,0 0 15,0 0 1,24 49-16,1 26 15,-50-50 1,25-25 0,-1 0 15,1-25-15,25-25-1,-25 25 1,-1 25 15,1 0-31,25 0 16,0 0-1,-26 0-15,1 0 16,0 0-16,0 0 16,0 0-1,-1 0 1,26 0-1,-50 25 1,25-25 0</inkml:trace>
  <inkml:trace contextRef="#ctx0" brushRef="#br0" timeOffset="29341.004">6052 3497 0,'25'0'16,"25"25"0,-50 0-16,25 0 15,-25 24-15,0 1 16,0 25-16,-50-26 15,25 1-15,-24-25 16</inkml:trace>
  <inkml:trace contextRef="#ctx0" brushRef="#br0" timeOffset="30308.573">6995 3646 0,'0'-49'0,"0"24"31,-25 25-31,25-50 16,-49 50-16,-1 0 15,25 25 1,25 25 0,-50-1-16,50 1 0,0 0 15,-49-1-15,49-24 16,0 25-16,25-1 16,-1-49-1,1 0 1,50-25-1,-75 1-15,49-1 16,-49 0 0,25-25-16,-25 26 0,0-1 0,0 0 15,0 0 1,0 50 31,0 0-47,0 24 15,0-24-15,25 25 16,25-50 0,-26 0-1,1 0 1,0-50 0,-25 1-1</inkml:trace>
  <inkml:trace contextRef="#ctx0" brushRef="#br0" timeOffset="31475.176">7144 3671 0,'0'-25'15,"0"0"-15,0 75 0,0-124 16,0 98 15,0 26-31,0 0 16,0-25 0,0 24-16,0 1 0,49-1 15,-49-24 1,0-50 15,25 1-15,-25-26-16,25 0 15,-25 1 1,50-1-16,-50 25 16,49 25-1,-49 50 1,0 0-16,25-26 15,-25 26-15,0 0 16,25-26-16,0 26 16,24-50-1,1 0 1,-50-25 0,49-24-16,-49 24 15,50 0-15,-50-25 16,50 1-16,-50-1 15,0 25-15,0 0 16,0-24-16,-25 74 31,25-1-15,-50 26-16,50 0 16,-25-1-16,25-24 15,0 0-15,0 0 16,50-25 15,-25 0-31,-25-75 16,49 51-1,-49-1-15,0 0 16,0-25-16,50 25 0,-50 50 47,0 25-32,0 24-15,-25 1 16,25-1-16,0 1 16,0-1-16,-25 0 15,25-49-15,0 25 16,-49-1-16,49-24 16,0 0-16,-25 0 0,-49 49 15,49-74 1,0 25-16,0-25 15,25-25 17,0 0-32,0-24 15,0 24-15,25-49 16,25 24-16,-26 0 16,26 1-16,0-1 15,-1-24-15,26-1 16,-51 26-16,-24-1 15,50 25-15,-50 1 16,0-26-16,0 25 0,0 0 16,0 0-16,0-24 15,0-1-15,0 1 16,0-1-16,0 25 16,0 0-16,0 1 15,0-1 16,0 50 1,0 24-17,0 1-15,50 49 16,-50 0-16,0-24 16,0 24-16,0-25 15,0 1-15,0-50 16,0 24-16,-25-49 0,25 25 15</inkml:trace>
  <inkml:trace contextRef="#ctx0" brushRef="#br0" timeOffset="31857.951">7987 3894 0,'25'0'16,"0"0"0,24 0-1,1-24 1,-25-1 0,-25 0-1,25 25-15,-25-50 16,0 1-1,-25 49 17,-50 49-17,51-24-15,24 25 16,-50-1-16,50 1 0,0-25 16,0 0-16,0-1 15,50-24 1,-26 0-1,1 0-15,25 0 16,-25-24-16,-1-1 0</inkml:trace>
  <inkml:trace contextRef="#ctx0" brushRef="#br0" timeOffset="34154.138">9178 3696 0,'0'0'0,"0"-25"16,-25 25-16,25-25 15,0-24 1,0 24 15,0 74 16,0 1-47,0 25 0,0 24 16,0-25-1,0 50 1,25-99-16,-25 0 0,0 0 31,0-75 16,0 25-47,25-24 16,-25 24-16,24 0 15,26-25 1,0 50 0,-26 25-16,-24 25 15,50-25-15,-50-1 0,0 1 16,0 0-16,0 25 16,-25-1 15,-24-49-31,24 0 15,-25 0-15,25 0 16,-24-25 0,49 1-1,0-1 1,25 0 0</inkml:trace>
  <inkml:trace contextRef="#ctx0" brushRef="#br0" timeOffset="34943.689">9550 3969 0,'25'0'62,"24"0"-46,-24 0 15,-25-25-15,0 0-16,25-49 16,-25 49-1,0-25-15,0 26 16,-25 24-1,0 0 1,-24 49 0,49-24-1,0 25 1,-25-1-16,25 1 0,0-1 16,0-24-16,0 0 15,25-25-15,-25 50 16,49-50-16,-24 24 15,0-24-15,0 0 0,-1 0 16,26 0 0,0-24-1,-50-1 1,49-25-16,-49 25 16,50-49-16,-50-75 15,25 75-15,-25 24 16,0 0-16,0 1 15,0 24-15,0 75 63,0-1-63,0 1 16,0 0-16,0-1 15,0 26 1,0-1-16,0-24 0,0-1 15,0 1 1,0-25-16,0 24 16,24-49-1,1 0 1,0 0 0,-25-49-1,0 24 1</inkml:trace>
  <inkml:trace contextRef="#ctx0" brushRef="#br0" timeOffset="35170.557">9847 3894 0,'25'0'47,"0"0"-47,0 0 16,0-24-16,-1 24 15,1 0-15,-25-25 16,50 25-16,0-50 16</inkml:trace>
  <inkml:trace contextRef="#ctx0" brushRef="#br0" timeOffset="35526.356">10145 3448 0,'0'0'0,"0"25"31,0 24-15,0 1-1,0-25-15,0-1 16,0 26-16,50-50 47,-50-25-31,25-24-16,-25-1 15,24 0-15,-24 26 16,50 24 15,-50 24-31,0 26 16,0 0-16,0-1 15,0 1-15,0-25 0,0 0 16</inkml:trace>
  <inkml:trace contextRef="#ctx0" brushRef="#br0" timeOffset="36523.777">10964 3671 0,'0'-25'16,"0"50"31,0 0-32,0 25 1,0-1-16,0 1 16,49 24-16,-49-49 0,0 25 15,25-1-15,-25-24 16,25-25-16,-25 50 15,25-50-15,-1 0 16,1 0 0,25 0-1,0-25-15,-50 0 16,49-25 0,-49 26-16,25-1 0,-25-25 15,0-24-15,0-25 16,0 49-1,0 25 1,0 0-16,0 0 16,-25 25 31,25 50-32,-25-50-15,25 50 16,0-25-16,-49-1 15,49 26-15,0-25 16,0 0-16,25-1 0,-25 1 16,49-25-16,-49 50 15,50-50-15,-50 25 16,49-25-16</inkml:trace>
  <inkml:trace contextRef="#ctx0" brushRef="#br0" timeOffset="37344.341">12254 4217 0,'-25'0'79,"0"-25"-64,25 0 1,-25 25-16,25-99 15,-50 49-15,50 1 16,-49-1-16,49 1 16,0 24-16,0 0 15,0 0-15,0-24 16,25-1 0,-1 50-1,1 0 1,25 0-1,-25 0 1,-25 50 15,0-1-31,0-24 16,-50 0-16,25 24 16,0-24-16,-24 25 15,24-25-15,25-1 16,-50-24-16,26 50 15,24 0 1,0-26-16,0 1 31,24-25-15,26 0 0,0 0-1,-1-25-15,1 25 0,0-49 16,-1 49-16,1-50 15,-25 50 1</inkml:trace>
  <inkml:trace contextRef="#ctx0" brushRef="#br0" timeOffset="37741.16">12998 3746 0,'0'-25'16,"0"50"46,0 24-46,0 1-16,0-1 16,0 1-1,0 0-15,0-1 16,0-24-16,-25 25 15,25-1-15</inkml:trace>
  <inkml:trace contextRef="#ctx0" brushRef="#br0" timeOffset="38377.866">12973 3770 0,'0'0'16,"0"-24"-16,0-26 15,0 0 1,49 25-16,-49 1 16,50 24-1,0 0 1,-1 0 0,1 0-1,-50 24-15,0 1 16,0 0-16,0 25 15,0-1-15,-25 1 16,25 0-16,-50-1 16,1-24-1,98-25 32,1 0-31,0 25-1,-1 49 1,-49-49 0,0 0-16,0 24 15,0-24 1,-24 0-16,24 0 0,-50-25 16,0 49-16,25-49 15,-24 50-15,-1-50 16,25 0-16,1 0 15,24-25 17,0-24-17,0 24-15</inkml:trace>
  <inkml:trace contextRef="#ctx0" brushRef="#br0" timeOffset="38662.757">13568 4093 0,'-25'0'94</inkml:trace>
  <inkml:trace contextRef="#ctx0" brushRef="#br0" timeOffset="42412.56">18976 3101 0,'0'24'63,"0"26"-47,0 0-16,49-26 15,-49 26-15,0 0 16,25-1-16,-25 1 15,0-25-15,0-1 0,0 26 32,0-25-32,0-50 109,0 0-109,0-24 16,0 24-16,0 0 15,0 0-15,0 0 16,0 1-16,0-26 16,50-24-1,-26 74-15,26-50 16,0 25-1,-26 25-15,26 0 16</inkml:trace>
  <inkml:trace contextRef="#ctx0" brushRef="#br0" timeOffset="42937.71">19496 3274 0,'0'25'78,"50"-25"-46,-25 0-17,25 0-15,-1 0 31,-24 0-31,0 0 16</inkml:trace>
  <inkml:trace contextRef="#ctx0" brushRef="#br0" timeOffset="43354.519">19546 3547 0,'0'0'0,"75"0"94,-51 0-94,1 0 16,0-25-16,25 25 15,-26 0-15,26 0 16,-25 0-1</inkml:trace>
  <inkml:trace contextRef="#ctx0" brushRef="#br0" timeOffset="44656.691">20265 3299 0,'0'0'0,"0"-25"16,0 0-16,0-24 31,25 24-15,0 25-1,25-25 1,-26 25-16,26 0 15,-25 0 1,-25 25 0,0 0-1,0 0-15,0-1 0,0 1 16,0 25 0,0-25-16,-50-1 0,50 1 15,-25 25 1,25-1-1,0-24-15,0 25 16,0-1 0,0-24-1,0 0 1</inkml:trace>
  <inkml:trace contextRef="#ctx0" brushRef="#br0" timeOffset="44884.652">20414 3845 0,'0'25'0</inkml:trace>
  <inkml:trace contextRef="#ctx0" brushRef="#br0" timeOffset="55543.62">29989 4762 0,'49'0'109,"-24"0"-93,0 0-16,25 0 0,24 0 15,1 0-15,24 0 16,0 0-16,-25 0 16,26 0-1,24 0-15,-75 0 16,1 0-16,-1 0 15,-24 0-15,0 0 16,25 0-16,-1 0 0,1 0 16,-1 0-1,1 0-15,-25-24 0,25 24 32,-26 0-32,26 0 46,-75 0 33</inkml:trace>
  <inkml:trace contextRef="#ctx0" brushRef="#br0" timeOffset="56121.341">31179 4589 0,'75'49'93,"-50"-49"-77,0 25 0,-1-25-16,26 25 0,0 25 15,-50-26 1,0 26 0,0-25-1,-25 0-15,-25 0 16,-49 74-1,49-74-15,25 24 16,1-49-16,24 25 16,-25-25-16</inkml:trace>
  <inkml:trace contextRef="#ctx0" brushRef="#br0" timeOffset="56669.177">31775 4614 0,'0'-25'0,"0"50"63,0-1-63,0 26 15,0 0 1,0-1-16,0 1 0,0 0 16,0-1-16,0-24 15,0 0-15,0 0 16,0-1 0</inkml:trace>
  <inkml:trace contextRef="#ctx0" brushRef="#br0" timeOffset="57469.738">31775 4638 0,'0'-24'15,"25"24"1,-25-25-1,24 25 1,1 0-16,0 0 16,25 0-1,-50 74 1,0-49 0,0 0-16,0 0 15,0-1-15,-25 26 16,25-25-16,-50-25 15,50 50-15,-25-50 16,50 0 47,25 0-48,-50 24 1,25-24-16,-25 50 15,0 0 1,0-1 0,0-24-1,-25-25-15,-25 25 16,1-25 0,-1 0-1,25-25 16,25 0-15</inkml:trace>
  <inkml:trace contextRef="#ctx0" brushRef="#br0" timeOffset="58068.537">31651 4415 0,'-25'-49'31,"50"49"32,24 0-48,1 0-15,24 0 16,-24 0-16,24 0 16,1 0-16,-26-25 15,1 25-15,0 0 16,-26 0 0,-24-25-1</inkml:trace>
  <inkml:trace contextRef="#ctx0" brushRef="#br0" timeOffset="58303.45">32122 4167 0,'50'0'15,"-26"25"1,-24 0 0,25 24-16,-25 1 15,0 0-15,0-1 16,-25 1-16,1-25 16,-1 24-1,-25-24-15,-24-25 0</inkml:trace>
  <inkml:trace contextRef="#ctx0" brushRef="#br0" timeOffset="60675.68">23664 4638 0,'0'25'78,"0"0"-62,0 0-1,0 24-15,0 1 16,0 0-16,0-1 0,-25 26 15,25-1-15,0 1 16,0 24 0,0-25-16,0 1 0,0-26 15,0 26-15,0-1 16,0-24-16,0 24 16,0 0-16,0-24 15,-25 49-15,25 1 16,0-26-16,-50-24 15,50 24-15,0 0 0,0 1 16,0-26 0,0 75-16,0-74 15,0 0 1,0-26-16,0 1 0,0 0 16,0 0-1,0 0-15,0 24 0,0-24 16,0 25-1,0-1 1,0 1 0,0-25-1,0 0-15,0-1 16,0 1 0,0 0 15,0 0-31,0 24 31,0-73 47</inkml:trace>
  <inkml:trace contextRef="#ctx0" brushRef="#br0" timeOffset="62368.892">23639 7268 0,'-25'0'0,"25"-25"78,25 25 125,0 0-187,-1 0-16,26 0 16,49 0-1,1 0-15,-26-50 16,0 50-16,-24 0 16,49 0-16,0 0 15,1-49-15,-26 49 16,0 0-16,26-25 15,-1 25-15,-25 0 0,26 0 16,-26 0-16,-24 0 16,24 0-16,0 0 15,-24 0-15,24 0 16,1 0-16,-1-25 16,-24 25-1,99 0-15,-100 0 16,1 0-16,-1 0 15,-24 0-15,25 0 0,49 0 16,-24 0 0,-26 0-16,1 0 15,-1 0 1,1-49-16,0 49 16,-1 0-16,1 0 15,-25 0-15,24 0 0,1-25 16,-1 25-16,1 0 15,0 0-15,-1 0 16,1 0-16,-1 0 16,1 0-16,0-50 15,-1 50-15,51 0 16,-51 0-16,-24 0 16,25-25-16,-1 25 15,1 0-15,-1 0 16,1 0-1,0 0-15,-1 0 0,1 0 16,-1 0-16,1 0 16,0 0-16,-1 0 15,1 0-15,-25 0 16,24 0-16,1 0 16,-25 0-16,-1 0 15,1 0-15,0 0 16,0 0-16,25 0 15,-1 0-15,1 0 16,-1 0 0,-24 0-16,0 0 15,0 0 1,-25 50 0,0-75 62</inkml:trace>
  <inkml:trace contextRef="#ctx0" brushRef="#br0" timeOffset="63338.356">28203 6747 0,'50'49'78,"-26"-49"-62,1 50-16,25-50 16,-1 25-16,1-25 15,-25 25-15,0 24 16,-25-24 0,0 0-16,-25 0 15,-50 24-15,-49 1 0,0 0 16,0-1-1,0 1-15</inkml:trace>
  <inkml:trace contextRef="#ctx0" brushRef="#br0" timeOffset="64683.556">23440 4812 0,'25'0'31,"0"-25"-15,0-24-1,24-1 1,-49 0 0,25 50-1,-25-49-15,25-1 16,-25 25 0,25 25 46,0 0-46,24 0-1,1 50 1,-25-50-16,-25 74 16,49-49-16,-49 0 15,25 25-15,-25-26 16</inkml:trace>
  <inkml:trace contextRef="#ctx0" brushRef="#br0" timeOffset="68501.543">23614 7169 0,'-25'0'109,"25"24"-93,0 1 77,0-50 1,0 1-78,25-1-1,0-25 1,24 1 0,-24-1-1,25 0 1,-50 1 0,25 49-16,-25-25 15,24 25-15,-24-25 16,25 25-1,-25-25-15,25 25 16,-25-49-16,25 49 0,-25-25 16,25 25-16,-25-25 15,49 25-15,-49-25 16,25 25-16,-25-49 16,25 49-16,-25-25 15,25 0 1,0-25-1,24 26-15,-24-26 32,0 0-32,24 1 15,-24 24 17,0 0-17,25-24 1,-26-1-1,1 0 1,25 1 15,-25-1-31,-1 1 16,26-26 0,-25 50-1,-25-24 1,25 49-1,-25-50-15,49 25 16,-24 0 0,-25 1-1,25 24-15,-25-50 16,25 50-16,-25-25 16,0-24 15,24 49-31,-24-25 0,25 25 15,-25-50-15,50 50 16,-50-25 0,25 25-1,-25-24-15</inkml:trace>
  <inkml:trace contextRef="#ctx0" brushRef="#br0" timeOffset="69343.307">24656 5581 0,'-25'0'31,"25"25"-15,50-50 124,-1 25-124,-49-25 0,50 25-16,-1-25 15,-24 25 1,-25-24 0,25 24-1,-25 24 95,0 26-110,0-25 15,0 24-15,0 1 16,50 0-16,-50-26 15,0 1-15</inkml:trace>
  <inkml:trace contextRef="#ctx0" brushRef="#br0" timeOffset="73092.016">29121 7268 0,'0'25'93,"0"-1"-77,0 26-16,0 0 16,0-1-16,0 1 0,0-1 15,0 1 1,0-25-16,0 24 16,0-24-1</inkml:trace>
  <inkml:trace contextRef="#ctx0" brushRef="#br0" timeOffset="74011.648">29121 7392 0,'0'-25'15,"0"-25"1,0 26 15,25-1-15,24 25 0,-49-25-16,25 25 0,25 0 15,-26-25 1,26 25-1,-25 0-15,-25 50 16,0-25 0,0-1-1,0 1-15,0 0 0,-25 25 16,-25 24 0,26-49-1,73-25 95,1 0-95,-25 0 1,-25 49-1,0 1 1,0 0 0,0-26-1,-25-24 1,0 25 0,0-25-16,0 0 0,25 25 15,-49-25-15,-1 0 16,1 0-1,24-50 1,0 1 0,-25 24-1</inkml:trace>
  <inkml:trace contextRef="#ctx0" brushRef="#br0" timeOffset="76838.975">25053 4862 0,'0'25'172,"0"24"-157,0 26 1,0-26-1,0 26 1,0-51-16,0 26 31,25-50-31,-25 50 16,0-26-16,24-24 16,1 0 15,-25 25-31,25-25 15,25 0 1,-26-49 0,26-1-1,-25 0 1,24-24-16,-49 24 31,25 26-31,-25-1 0,0-25 16,0 25-16,0 1 15,0-1 1,0 0 0,-25 25-1,25-25 1,-24 25 0,-26 0 15,50 50-16,0-25 1,0-1-16,0 1 16,0 0-16,0 25 0,0-1 15,0-24 1,0 25 0,0-26-1,0 26 1,0-25-1,50-25-15</inkml:trace>
  <inkml:trace contextRef="#ctx0" brushRef="#br1" timeOffset="89798.561">23614 7243 0,'0'-25'94,"25"25"-63,-25-49-15,0 24 15,25 25 0,-25-25-15,0 0-1,24 25-15,-24-25 16,25 25 0,-25-24-1,50-26 1,-50 25 15,25 25-31,-25-25 16,24 1 15,-24-1-15,25 25 15,-25-50-31,0 25 31,25 25-31,-25-25 16,50 25-1,-50-24 1,25 24 0,-25-25-1,24 25 1,-24-25-1,25 25 1,-25-25 0,25 25-1,-25-49 17,25 49-17,24-25 16,-24 25-15,-25-25 0,25 25-1,0 0 17,-25-25-17,25 25-15,-1 0 47,26 0-16,-25 0 1,0 0-1,-1 0 16,1 0-16,0 0-15,0 0 15,24 0 0,-24 0-15,0 0 15,0 0 0,0 0-15,-25 25-1,24-25 1,26 0 0,-50 25-1,25-25 1,-25 25 0,25-25-1,-1 0 1,-24 49-1,25-49 1,-25 25 0,25-25 15,-25 25-15,25-25 15,-25 25-16,49-25 32,-49 24-31,0 1 78,25-25 62,-25 50-125,0-25 63,0 0-32,25-25-46,-25 24 0,25-24 15,-25 25-15,25 0 15,-25 25 16,25-50-47,-25 24 31,0 1-15,49-25-1,-49 25 1,0 0 31,25-25-16,-25 25-31,0-1 31,0 26-15,25-50-16,-25 25 15,0 0 17,25-1-1,-25 1 0,0 25 0,0-25-15,0-1 0,0 1 15,0 0 0,0 0 0,0 0 1,0 24-17,0-24 17,0 0-1,0 0 0,0-1 0,0 1 1,0 25-1,0-25 0,-25-25 0,25 24-15,0 1 46,0 0-30,-25-25-17,25 25 32,-50 24-16,50-24 16,-24-25-15,24 25-1,-25-25-16,0 0 1,25 25 15,-25-25 16,0 0 0,-24 0 0,24 0 0,25 25-32,-25-25 32,0 0 0,0 0-16,1 0 63,24-25-94,0 0 63,0 0-1,-25 25 32,25-49-47,0 24 187,0 0 204,0 0-391,0 0-16,0 1 313</inkml:trace>
  <inkml:trace contextRef="#ctx0" brushRef="#br1" timeOffset="96175.301">24681 7888 0,'0'-25'31,"0"0"0,0 0-15,0-24-1,0 24 1,0-25 0,0 1-1,0 24 1,0-25-16,0 26 16,0-1-16,0 0 15,0 0-15,0 0 16,0-24-16,0 24 15,0 0-15,0 0 16,0 1-16,0-1 0,0 0 16,0-49-1,0 49 1,0 0-16,0-25 0,0 1 16,24 24-1,-24 0-15,50-24 16,-50-1-1,25 0 1,-25 25 0,25 25-1,-25-49-15,49 49 16,-49-50-16,50 50 16,-50-25-16,25 25 0,-25-24 15,25 24 1,-25-50-16,24 50 31,-24-25-31,50 25 16,-50-25-1,25 25-15,0-24 16,-1 24 0,-24-25-1,25 25 1,25-50 15,-25 50-15,24-25-1,1 25 1,-50-24-16,25 24 16,-1 0 15,1 0-16,0 0 17,25 0-32,-1 0 15,-24 49 1,0-49 0,0 25-1,-1-25 1,-24 25-1,50-25-15,-25 25 16,0-25 0,-25 24-16,24-24 15,1 50 1,25-50 0,-50 25-16,25-25 15,-25 25 1,24-25-16,1 49 15,25-24 1,-50 0 0,25-25-16,-25 49 31,25-49-31,-25 50 16,24-50-16,-24 25 15,25-25 1,-25 25-16,25 0 15,25-1 1,-26 26 0,-24-25-1,25-25-15,-25 49 16,25 1 0,-25 0-1,0-26-15,50-24 16,-50 75-16,0-50 15,0 24 1,0 1 0,0-25-1,0 24 1,0 1 0,0-25-1,0 24 1,0-24-1,0 25 1,-25-26-16,25 1 31,0 0-31,-25 25 16,25-26 0,0 1-1,-25-25 1,25 25-1,-25 0 1,-24 24 0,-1-49 15,50 25-31,-25-25 16,1 0-16,24 25 15,-25-25 1,0 0-1,-25 25-15,1-25 16,-1 50 0,25-50 15,0 0-15,25-25-1,-49 25 1,49-25-16,-25 0 15,25 0 1,-25-24 0,25-1-1,0 25-15,0-24 16,0 24 0,0 0-16,0-25 15,0 26 1,0-26-16,0 25 15,0 0-15,0 1 0,0-1 16,0-50 0,0 51-16,0-1 15,0-25-15,0 25 16,0 1-16,25-1 0,-25 0 16,50-49-1,-50 49-15,0 0 16,24 25-1,-24-50-15,25 1 16,-25-1-16,25 50 16,-25-25-1,50-24-15,-26-1 16,-24 0 0,25 50-16,-25-24 15,50-1 1,-25 0-1,0-25 17,-25 1-32,24 49 15,-24-25 1,25 25 0,-25-25-1,50 25 1,-50-25-1,25 25 1,-25-24 0,24 24-16,1-25 15,25 25 1,-50-50 0,25 50-1,-1 0 1,26 0 15,-25 0-15,0 0-1,-1 0 1,26 0 0,-25 0-1,0 0-15,-1 0 31,26 0-15,-25 0-16,24 0 0,1 0 16,-25 0 15,-25 25-31,49-25 0,1 0 16,0 25-1,-1-25 1,1 25-1,-25-25 1,24 0 0,-49 24-16,50-24 15,0 50 1,-1-25-16,1 0 16,-1 24-1,1-24 1,0 25-1,-1-26 1,-24 26 0,0-25-1,24 25 1,-24-1 0,-25 1-1,25 24 1,-25-49-1,0 0-15,0 49 16,0-49 0,0 25-1,0-1-15,0 26 16,0-51 0,0 1-16,0 25 15,0-1 1,-25-49-1,25 50 1,-25-25-16,25 24 16,-49-49-16,49 25 31,-25-25-31,25 25 16,-50-25-1,1 50 1,24-50-16,25 24 15,-25-24-15,0 0 32,1 0-17,-26 25 1,25-25 0,0 0-1,1 0 16,24-25-31,-25 25 16,25-49-16,0-1 16,-50 25-1,50-24-15,0-1 16,0 1 0,0-1-16,0 25 0,0-24 15,0 24-15,0 0 16,0-25-1,0 1-15,0-1 16,0 1-16,0-1 16,25 0-16,-25 1 15,0 24-15,25 0 16,-25-24-16,25-1 16,-25 0 15,49 25-31,-49-24 0,25 24 15,-25 0-15,50 25 16,-50-49-16,49 49 16,-49-50-1,50 50-15,-50-25 0,25 25 16,-25-25 0,24 25-16,-24-24 0,25 24 15,-25-25-15,50 25 16,-25 0-1,-25-50-15,24 50 16,26 0 0,-25 0-1,24 0-15,-49-25 16,25 25-16,25 0 16,-25 0-1,-1 0 1,1 0 15,0 0-15,25 25-1,-26-25 17,1 0-32,0 0 31,-25 25-31,25-25 15,0 0 1,-25 25 0,49-25-16,-24 0 31,-25 25-31,50-25 16,-25 24 15,-1 26 0,1-25 0,-25 0-15,50-25-16,-50 24 31,25 1-15,-25 25-1,24-25 1,-24-1 15,25-24-15,-25 25 0,0 0-1,25-25 1,-25 25-1</inkml:trace>
  <inkml:trace contextRef="#ctx0" brushRef="#br1" timeOffset="104229.306">25995 7144 0,'-24'0'109,"-1"0"-62,25 25 0,25-25 16,-1-25-32,-24-25 0,0 25-15,-24 25 31,-1 0-16,25 50-31,0-25 31,0 0-15,25-25 31,-1 0-16,-24-25 0,0-25-31,0 25 31,-24 50 16,-26 25-31,50-25 0,25-25 30,0 0-30,-25-50 15,0 25 1,0 75 30</inkml:trace>
  <inkml:trace contextRef="#ctx0" brushRef="#br1" timeOffset="105274.933">25971 7144 0,'0'49'157,"0"1"-157,0-25 15,0 0 1,0-1-16,0 1 0,0 0 16,0 0-16,0 49 15,0-49 1,0 0-16,24 24 0,-24-24 15,0 0 1,0 0-16,0 0 0,0 24 16,0-24-16,0 25 31,0-1-31,0-24 16,0 0-1,0 0 1,0-1 15,0 1-15,0 0 15,0 25 0,0-75 172,0-25-187</inkml:trace>
  <inkml:trace contextRef="#ctx0" brushRef="#br1" timeOffset="107182.245">25747 7541 0,'0'49'110,"0"-24"-95,0 25 1,0-26-1,0 1 1,50 25 0,-50-1-1,0-24 17,0 0-17,0 0 32,0-50 203,0 0-219,0-24 1,0 24-1,0 0-16,0 0 17,0 0-17,0 1 1,25 24 0,-25-50-1,0 25 16,24 25-31,-24-25 16,25 25 0,-25-24-1,25 24 48,-25-25 171</inkml:trace>
  <inkml:trace contextRef="#ctx0" brushRef="#br1" timeOffset="162462.65">23887 6846 0,'50'50'110,"-1"-1"-95,-49-24 1,50 0-16,-50 0 15,0 0-15,0 24 16,0 1-16,0-1 16,0-24-16,0 0 15,-25 25-15,25-1 16,-25-49-16,25 25 16,-25-25-1,25 25 1,-24-25-1</inkml:trace>
  <inkml:trace contextRef="#ctx0" brushRef="#br1" timeOffset="163847.273">24160 6772 0,'0'24'110,"0"26"-95,0-25 1,0 25-16,49-26 15,-49 1-15,0 25 16,25-50 0,-25 25-16,0-1 15,25-24-15,-25 25 32,25-25-17,24 0 1,1-49-1,-25-1 1,-25 25-16,0 0 16,25-24-16,-25 24 15,0 0-15,0 0 16,0 0-16,0 1 16,0-26-16,-25 0 15,-25 26 1,25-1-1,1 25 32,-1 0-15,-25 25-17,50-1 1,-25 26-1,25-25 1,0 0 0,0-1-1,0 1 17,0 0-17,0 25 16,0-25 1,25-25 46,-25 24-63,50-24 17,-1 0-17,-24-49 1,0 24 0,0 25-1</inkml:trace>
  <inkml:trace contextRef="#ctx0" brushRef="#br1" timeOffset="165972.22">24482 5705 0,'-25'0'31,"50"0"32,25 0-48,-25-25 1,-1 25-16,1-49 16,25 49-16,-25-25 15,24 0-15,-24 25 16,-25-25 62,25 25-62,0 0 171,-25-49-156,24 49-31,26 0 63,-50-25-32,25 25-15,-25 25 62,25-25-62,-25 74-16,0-24 15,0-1-15,0 1 16,0 24-16,0-24 15,0 0-15,0-26 16</inkml:trace>
  <inkml:trace contextRef="#ctx0" brushRef="#br1" timeOffset="169283.083">23664 7243 0,'-50'0'31,"75"0"219,49 0-234,-49 0-1,0 0-15,0 0 16,24 0-16,-24 0 15,0 0-15,0-25 0,0 25 16,24 0 0,1 0-1,-50-25 1,49 25-16,-24 0 16,25-49-1,-1 49 1,-24 0-1,25-25 1,-25 25 0,-1 0-1,1 0 1,0 0 0,25-25-1,-26 25 1,1 0-1,0 0 1,0 0 0,0 0-1,-1 0 1,26 0 0,-25 0-1,0 0 1,-1 0-1,1 0 1,0 0 0,0 0-1,24 0 1,1 0 0,0 0-1,-1 0 1,1 0-1,0 0 1,-1 0 0,-24 0-1,0 0 1,0 0-16,24 0 16,-24 0-1,0 0 1,-25-25-1,25 25-15,-1 0 16,1 0 0,0 0-1,25 0 1,-26 0 15,1 0-15,0 0 31,-75 0 125,26 0-172</inkml:trace>
  <inkml:trace contextRef="#ctx0" brushRef="#br1" timeOffset="170580.553">24259 8458 0,'0'75'109,"25"-26"-109,-25 1 16,0 0-16,25-26 15,-25 51 1,49-50-16,-24-1 15,0-24 1,0 0 0,-1 0-1,26 0 1,-50-24 0,25 24-16,-25-50 15,0 25-15,0 0 16,0-24-16,0-1 15,0 25-15,0 1 16,0-1-16,0 0 16,0 0 31,-25 25-32,-25 25 16,50 25-15,-24-1 0,24 1-1,0-1 1,0-24 0,24-25-1,1 0 1,25 0-1</inkml:trace>
  <inkml:trace contextRef="#ctx0" brushRef="#br1" timeOffset="172082.085">24929 8582 0,'0'-24'16,"-25"24"140,0 0-140,25 49-16,-25-49 15,25 75-15,0-51 16,0 1-16,0 0 0,0 25 31,0-26-31,25-24 16,0 0-1,25 0 1,-26 0-16,26 0 16,-50-24-1,50 24-15,-50-50 16,49 25-16,-49 0 15,25-24-15,-25 24 16,0 0-16,0 75 63,0-1-63,0 1 15,0-25-15,25 24 16,24-24-1,1-25 1,-25 0 0,-25-25-1,25 25-15,-25-49 16,0 24-16,0 0 16,0 0-16,0 1 15,-25-26-15,-25 25 16,25 25-1,75 0 32,0-25-31,-1 25-16,-24-49 16,0 49-16,0 0 15,-25 49 48,0-24-63,-25 0 15,25 0 1,0 24-16,0-24 16,49-25 15,1 50-16,-25-25 1,-25-1 0,-25 26-1,0-50-15,-24 50 16,24-50-16,0 24 16,0-24-16,0 0 15,25-24 16</inkml:trace>
  <inkml:trace contextRef="#ctx0" brushRef="#br1" timeOffset="172699.703">25623 8607 0,'0'25'62,"0"0"-62,0 0 16,0 24-16,0 1 0,0-25 16,0-1-16,0 26 15,25-25 1,0-25 15,0 0-15,24 0-1,1 0 1,-50-25-16,25 25 16,-25-25-16,49-24 15,-49 24-15,0-25 0,25 1 16,-25 24-16,0 0 15,0 0 1,0-24 0,-25 49-16,-24-50 0,24 50 31,25-25-31,-25 25 0,0 0 16,0 0-1,25 25 1,0 0-1,0 0 1,0 24 0,0 1-1,25-1 1,50-49 0,-51 0-16,1 0 15,25-24 1</inkml:trace>
  <inkml:trace contextRef="#ctx0" brushRef="#br1" timeOffset="174031.265">22771 8607 0,'0'25'47,"0"25"-31,0-26-16,0 1 15,0 0 1,0 0-16,0 0 0,0 24 16,49-49-16,-49 50 15,50-50-15,-50 25 16,50-25-16,-1 0 15,-24 0 1,0 0 0,24-75 15,-49 50-31,0 1 0,0-1 16,0-25-16,0 25 15,0-24-15,0 24 16,0 0-16,0 0 15,-24-24 1,-1 74 31,25-1-47,-25-24 16,25 50-1,0 0 1,0-1-1,0-24-15,0 25 0,0-1 32,50-24-32,-50 0 15,24-25 1,-24 25-16</inkml:trace>
  <inkml:trace contextRef="#ctx0" brushRef="#br1" timeOffset="174930.07">23217 9054 0,'0'-25'31,"25"50"157,-25 49-172,0-49-16,0 25 15,0-1-15,0-24 16,0 0-16,0 0 15,0 24 1,0-24 0</inkml:trace>
  <inkml:trace contextRef="#ctx0" brushRef="#br1" timeOffset="175357.85">23366 9054 0,'0'25'94,"25"24"-94,-25-24 15,0 0-15,0 24 16,0-24-16,0 0 16,0 0-16,0 24 15,0-24 1</inkml:trace>
  <inkml:trace contextRef="#ctx0" brushRef="#br1" timeOffset="175980.577">23564 8657 0,'25'0'94,"0"0"-94,0 0 16,24 0-16,-24 0 15,0 0-15,0 0 16,24 0-1</inkml:trace>
  <inkml:trace contextRef="#ctx0" brushRef="#br1" timeOffset="176263.419">23589 8880 0,'25'0'31,"0"0"-15,0 0-1,-1 0-15,1 0 0,0 0 16,25 0 0,-26 0-16,1 0 0,25 0 15</inkml:trace>
  <inkml:trace contextRef="#ctx0" brushRef="#br1" timeOffset="178144.046">29418 7119 0,'0'-50'16,"0"26"0,-24 24-1,-1-25 1,0 25 0,-25 0-1,26 0 1,-26 0-1,25 0-15,0 0 16,25 25-16,-49-25 16,49 49-16,-50-49 0,50 25 15,-25-25 1,25 50-16,-49-26 16,49 1-16,-25 0 15,25 25-15,-50-26 0,50 1 16,0 0-16,0 0 15,0 0-15,0 24 16,0-24-16,0 0 16,0 0-16,0-1 15,0 1-15,0 0 16,25 25-16,-25-26 16,0 1-16,25 0 15,-25 0-15,25-25 0,-25 49 16,24-49-1,-24 50-15,25-50 16,-25 25-16,50-25 16,-50 49-16,25-49 15,24 0-15,-24 0 16,25 0 0,-25 0-1,-1 0 1,1 0-1,25-24 1,-1-1-16,-24 25 16,-25-25-1,50 25-15,-50-25 0,25 25 16,-25-49-16,49 49 16,-49-25-1,25-25-15,-25 1 16,50-1-1,-50 25-15,0 0 16,24 25 0,-24-49-16,0-1 15,0 1 1,0 24-16,0 0 16,-24-25-16,24 26 15,-75-26-15,75 0 16,-25 26-16,25-1 15,-49 25 1,-1 0-16,25 0 16,1 0-16,-1 0 15,0 0-15,-25 0 16</inkml:trace>
  <inkml:trace contextRef="#ctx0" brushRef="#br1" timeOffset="182834.145">20786 5953 0,'0'25'78,"0"0"-63,0 0-15,0 24 16,0 26 0,0-51-16,0 1 15,0 0-15,50-25 16,-50 50-1,25-50-15,0 24 16,-1-24 0,26 0-1,-50-24-15,50 24 16,-1-100 0,-49 76-16,25-1 15,-25 0-15,0 0 16,25-24-16,-25-1 0,0 25 15,0 0-15,0 1 16,0-1 0,0 0-16,-25 25 15,0 0 32,-24 0-16,49 50-31,0-1 16,-25-24-16,25 0 0,0 24 31,0 1-15,25 0-16,-25-26 31,24-24-31,-24 50 16,25-50-1,-25 25-15</inkml:trace>
  <inkml:trace contextRef="#ctx0" brushRef="#br1" timeOffset="183495.88">21183 6375 0,'0'-25'16,"25"50"62,-25 0-78,0 24 16,0 1-1,0-25-15,0 24 0,0-24 16,0 25 0,25-50-16,-25 24 15,0 1 16</inkml:trace>
  <inkml:trace contextRef="#ctx0" brushRef="#br1" timeOffset="184029.61">21134 6722 0,'-25'0'15,"74"0"126,1 0-125,0 0-1,-50-25-15,24 25 16,26-49-1,0 49 1,-1 0 15</inkml:trace>
  <inkml:trace contextRef="#ctx0" brushRef="#br1" timeOffset="184681.302">21406 5978 0,'25'0'62,"0"0"-46,25 0 0,-26 0-16,26 0 15,-25 0 1,0 0-16</inkml:trace>
  <inkml:trace contextRef="#ctx0" brushRef="#br1" timeOffset="184936.198">21481 6251 0,'49'0'47,"1"0"-31,-25 0-16,24 0 16,1 0-1</inkml:trace>
  <inkml:trace contextRef="#ctx0" brushRef="#br1" timeOffset="185846.551">21952 5904 0,'0'49'94,"0"1"-79,0-25 1,25 24-16,-25-24 0,0 25 31,25-26-31,-25 26 16,25-25 0,-25 0-1,49-25 1,-24 0-1,0 0 1,0 0 0,-1 0-1,-24-25 1,50 0 0,-50-25-1,0 1 1,0 24-16,0-25 15,0 26-15,0-1 16,0 0 0,-25 0-1,0-24 17,1 49 14,24 24-30,0 1 0,0 25-16,0-25 15,0 24 1,0 1-16,0-25 16,0-1-1,24 1 16</inkml:trace>
  <inkml:trace contextRef="#ctx0" brushRef="#br1" timeOffset="186463.275">22597 6028 0,'0'-50'16,"0"25"-1,-50 25 48,50 50-48,-24-50 1,24 25-16,0-1 16,0 1-1,24 0 17,1-25-32,25 0 31,-1 0-16,-49 50-15,25-50 16,-25 24 0,0 1-1,-25 0 1,-49 25 0,49-50-16,-24 0 15,24 0 1</inkml:trace>
  <inkml:trace contextRef="#ctx0" brushRef="#br1" timeOffset="186751.161">22796 6028 0,'24'0'32,"-24"49"-17,25 1-15,-25-1 16,0-24-16,25 0 15,-25 0 1</inkml:trace>
  <inkml:trace contextRef="#ctx0" brushRef="#br1" timeOffset="186948.074">22820 5904 0</inkml:trace>
  <inkml:trace contextRef="#ctx0" brushRef="#br1" timeOffset="187402.963">23019 5978 0,'0'25'15,"0"0"1,0 24 0,0-24-16,0 25 15,0-26-15,0 26 16,0-25 15,0-75 16,0 25-47,0-24 16,0-1-16,25 25 15,-25 1-15,49-1 16,1 25 15,-50 25-31,25-1 16,-25 26-16,24-25 15,-24 0-15,25 24 16,25 1 0</inkml:trace>
  <inkml:trace contextRef="#ctx0" brushRef="#br1" timeOffset="188031.042">23316 5928 0,'0'50'63,"0"0"-63,0-26 15,50 1-15,-50 0 16,0 0-16,0 0 16,25 24-16,-25 1 15,25-50-15,-25 25 16,24-25 0,1 0 15,25-50 0,-50 0-15,0 26-16,0-26 15,0 0-15,0 26 16,0-26-16,0 0 16,-25 1-16,25-1 15,-50 0-15,1 1 16,24 49-1,25-25-15,-25 25 16,0 0 15,25 50-15,0-1 0,0-24-1,0 0 1,0 0-1,50-25 17,-25 0-32,0 0 15,-1 0-15,26 0 16</inkml:trace>
  <inkml:trace contextRef="#ctx0" brushRef="#br1" timeOffset="190679.994">25971 7293 0,'0'-50'32,"-25"50"-1,25-25 0,0 0 16,0 1 0,0-1-32,0 0 64,0 50-1,0 24-63,0 1 1,0-25 0,0 24-1,0-24-15,0 0 0,0 0 16,0 24-16,0-24 15,0 25-15,0-1 16,0 1-16,0 0 16,0-26-16,0 1 15,0 0-15,0 0 16,0 0-16,0 24 16,0-24-1,0 0 1,0 0-1,0-1 17,0 1 15</inkml:trace>
  <inkml:trace contextRef="#ctx0" brushRef="#br1" timeOffset="192274.31">20241 6400 0,'0'24'47,"0"26"-31,24 0-16,-24-1 15,0-24-15,25-25 16,25 25-16,-25-25 15,24 0-15,50-99 16,75-75 0,74-24-16,-25-26 0,-24 51 15,-26 24-15,-73 50 16,-51 74-16</inkml:trace>
  <inkml:trace contextRef="#ctx0" brushRef="#br1" timeOffset="195947.66">2257 8409 0,'0'0'0,"0"-50"16,0 25-1,0 50 32,0 25-47,0-1 0,0 26 16,0-1 0,0 1-16,0-26 0,0 26 15,0-26-15,0-24 16,0 0-1,0-50 32,0 0-47,50 0 16,-25-24 0,24 49-1,1 0-15,-25 0 16,-1 0-16,1 25 15,0-25-15,25 0 16,-1 0 0,-24 0-1,-25-50 17,0 0-32,0 26 15,0-26 1,0 75 31,0 24-32,0-24-15,0 0 16,0 25 0,25-50-1,25 0 1,-26 0-16,-24-50 15,0 25-15,0 0 16,0-24 0,-24-1-1,-1 50-15,0 0 16,-25 0 0,25 0-1,25 25-15,0 0 16</inkml:trace>
  <inkml:trace contextRef="#ctx0" brushRef="#br1" timeOffset="196753.163">3051 8582 0,'0'-49'31,"-25"49"-31,-24 0 15,49 25 1,-50-1-16,50 26 16,-25 24-16,25-24 15,0 0-15,0-1 16,0-24-16,25-25 16,25 0-1,-1 0-15,-24-50 16,-25 26-1,0-1-15,25 0 16,-25 0-16,0-24 16,0 24-1,0 99 17,0 1-17,0-26-15,0 50 16,0 1-16,0-51 15,49 51-15,-49-26 16,25 0-16,-25-24 16,0-25-16,0 24 0,0-24 15,0 0-15,0 0 16,-49 24-16,-1-49 16,0 25-1,26-25-15,-1 0 16,0 0-16,25-49 15,0 24-15,0-25 16,0 25-16,0-24 16,0-1-16,25 1 15,0-26-15,49 1 16,-24-25-16,24-1 16,-24 51-1,-26 24-15,26-25 16,0 1-1,-50 24-15,0 50 79,0 24-64,0-24-15,0 0 16,0 24-16,0-24 0,0 0 15,0 0 1</inkml:trace>
  <inkml:trace contextRef="#ctx0" brushRef="#br1" timeOffset="196973.041">3373 8558 0,'0'0'0,"0"-50"32,50 75-1,-50 24-16,25-49 1</inkml:trace>
  <inkml:trace contextRef="#ctx0" brushRef="#br1" timeOffset="197263.869">3770 8682 0,'0'-50'16,"-49"50"-16,24 0 16,25 25-1,-25 24-15,25-24 16,-25 50-16,25-51 16,0 26-16,0 0 15,0-26 1,0 26-16,0-25 15,50-25 1,0 0 0,-26-25-1,1 0-15,-25 0 16</inkml:trace>
  <inkml:trace contextRef="#ctx0" brushRef="#br1" timeOffset="197451.762">3969 8706 0,'0'0'0,"0"-49"15,0 74 32,0-1-31,0 1-16</inkml:trace>
  <inkml:trace contextRef="#ctx0" brushRef="#br1" timeOffset="197627.659">4093 9103 0,'0'0'0</inkml:trace>
  <inkml:trace contextRef="#ctx0" brushRef="#br1" timeOffset="197845.079">4192 8979 0,'0'-25'32,"50"25"-32,-1 0 15,-24-24 1,0 24-16,0 0 15,-1 0-15,1 0 16</inkml:trace>
  <inkml:trace contextRef="#ctx0" brushRef="#br1" timeOffset="201799.582">5507 8434 0,'0'-25'31,"-50"25"1,25 0-32,-24 0 15,24 0-15,0 0 16,0 0-16,-24 49 15,24-49 1,25 25 78,0 25-79,0-1-15,0 26 16,0-26-16,0 26 16,0-1-16,0-24 15,0-25-15,0 24 0,25-24 16,-25 25 0</inkml:trace>
  <inkml:trace contextRef="#ctx0" brushRef="#br1" timeOffset="202066.573">5283 8830 0,'50'-24'32,"-25"-1"-17,24 25 1,-24-25-16,25 25 16,-25 0-16,24 0 15</inkml:trace>
  <inkml:trace contextRef="#ctx0" brushRef="#br1" timeOffset="202331.329">5705 8855 0,'0'25'16,"0"25"-1,0-26-15,0 1 16,0 0-16,0 25 16,0-1-16,0 1 15,0-25-15,0 24 16,0-24-1</inkml:trace>
  <inkml:trace contextRef="#ctx0" brushRef="#br1" timeOffset="202869.58">5705 8954 0,'0'-74'0,"0"148"0,0-173 15,25 25 1,24 24 0,1 50-1,0 0 1,-50 25-16,0 0 15,0 24-15,0-24 16,0 25-16,0-25 16,0 24-16,0-24 15,0 0 1,-25-25-16,50 0 62,24 0-46,1 0 0,-50 50-1,0-1 1,0-24 0,-50 0-16,26 24 15,-1-49-15,0 50 16,-25-50-1,25 0-15,1 0 16,24-25-16,0 0 16,0 1-16</inkml:trace>
  <inkml:trace contextRef="#ctx0" brushRef="#br1" timeOffset="203213.706">6226 8632 0,'0'0'0,"25"0"47,24-25-31,1 25 0,-25 0-1,0 0-15,-1 0 16,26 0-1</inkml:trace>
  <inkml:trace contextRef="#ctx0" brushRef="#br1" timeOffset="203462.566">6300 8855 0,'25'0'47,"0"0"-47,0 0 15,0 0 1,24-25-16,1 25 15,24 0-15,-49-24 0</inkml:trace>
  <inkml:trace contextRef="#ctx0" brushRef="#br1" timeOffset="203996.852">7069 8409 0,'0'-25'16,"-49"25"15,24 0-31,0 0 15,0 0-15,1 0 16,24 25-16,-50-25 16,25 0-1,25 25 110,0-1-125,0 26 16,0-25-16,25 24 16,-25 1-16,0 24 15,0 1-15,0-26 16,0 1-16,0 0 15,0-26-15,0 26 16</inkml:trace>
  <inkml:trace contextRef="#ctx0" brushRef="#br1" timeOffset="204202.733">6871 8781 0,'0'0'0,"25"0"16,24-25 0,-24 25-16,25 0 15,-1 0-15,-24 0 16,0 0-16,0 0 0</inkml:trace>
  <inkml:trace contextRef="#ctx0" brushRef="#br1" timeOffset="204521.624">7317 8979 0,'-49'0'31,"24"0"-15,25 25-16,-50 25 15,50-25-15,0-1 16,-24 1-1,24 0-15,0 25 0,0-26 16,74-24 0,-49 0-16,24 0 15,1 0-15,-25-24 16,0 24-16</inkml:trace>
  <inkml:trace contextRef="#ctx0" brushRef="#br1" timeOffset="205710.111">3969 10244 0,'0'50'47,"0"0"-32,0-1-15,0 1 16,0-1 0,0 1-16,0 0 0,0-26 15,49 26-15,-49-25 16,0 0-1</inkml:trace>
  <inkml:trace contextRef="#ctx0" brushRef="#br1" timeOffset="206494.744">4068 10319 0,'0'-25'16,"0"-25"15,0 26-16,25 24-15,-25-50 16,49 50-16,-24-25 16,25 25-16,-25 0 0,-1 0 15,1 0 1,-25 50-16,50-25 0,-50 24 16,0 1-16,0 24 15,0-24-15,-50-1 16,25 1-16,1 0 15,-26-26 1,0 1-16,50-50 78,75 25-78,-50 0 16,-1 0-16,26 0 0,-25 0 15,24 25 1,-49 25 0,0-1-1,0-24 1,0 0 0,-49-25-16,24 50 15,0-50-15,0 0 16,1 0-16,-26 0 15,25 0 1,25-50 0</inkml:trace>
  <inkml:trace contextRef="#ctx0" brushRef="#br1" timeOffset="208252.369">4961 10319 0,'0'-25'31,"-25"25"-15,0 0 15,1 0-15,-26 0-1,0 0 1,50 25-1,-49 24-15,49-24 16,-50 25-16,50-1 16,0 1-16,0-25 15,0 0-15,0-1 16,0 1-16,0 25 16,25-25-1,0-25-15,24 0 16,-24 0-16,0 0 15,0 0-15,0 0 16,24 0 0,-49-50-16,50 25 15,-50 0-15,25 1 16,-25-26-16,0 25 16,0-24-16,0-1 15,0 0-15,0 26 0,0-26 31,-50 50-31,0 0 16,26 0 0,-26 25-16,25 0 15,25-1-15</inkml:trace>
  <inkml:trace contextRef="#ctx0" brushRef="#br1" timeOffset="208521.237">4812 10517 0,'0'-25'16,"50"75"31,-25-25-32,24 0-15,-24 24 16,0-24-16,0 0 16,49 49-1,-24-24 1</inkml:trace>
  <inkml:trace contextRef="#ctx0" brushRef="#br1" timeOffset="209551.156">5432 10220 0,'0'24'63,"0"1"-63,0 0 15,0 25-15,0-1 16,0 1-16,0-1 15,0 1-15,0-25 16,50 0-16,-50-1 16,25-24-16,-25 50 15,24-50-15,-24 25 16,25-25-16,0 49 16,0-49-1,24 0 1,-49-24-16,50 24 15,-50-25-15,25 25 16,-25-25 0,49-25-16,-49 1 15,25 24 1,-25-25-16,0 1 16,0-1-1,0-24-15,0 24 0,0 25 16,0-24-16,0-1 15,-25 50 1,25-25-16,-24 25 16,-26 0 15,50 25-15,-25-25-1,25 50-15,0-1 16,-25-24-1,25 0-15,0 25 16,0-26-16,0 1 0,0 50 31,50-26-31,-25-24 32,0 0-17</inkml:trace>
  <inkml:trace contextRef="#ctx0" brushRef="#br1" timeOffset="214613.731">6648 10344 0,'0'-25'63,"24"25"-16,1 0-47,25 0 15,-1 0-15,1 0 16,0 0-16,-25 0 0,-1 0 15,26 0 1,-25 0-16,0 0 16</inkml:trace>
  <inkml:trace contextRef="#ctx0" brushRef="#br1" timeOffset="-214595.164">6648 10567 0,'24'0'46,"1"0"-30,25 0-16,-1 0 16,1 0-16,0 0 15,-1 0-15,1 0 16,0 0-16,-26 0 16</inkml:trace>
  <inkml:trace contextRef="#ctx0" brushRef="#br1" timeOffset="-213381.203">7987 10244 0,'0'25'63,"0"25"-63,0-1 15,0 26-15,0-1 16,0-24-16,0-1 16,25-24-16,-25 25 15,0-25 17,0-50 14,0-25-46,0 1 16,0 24 0,0-25-16,0 25 15,25 1-15,0-1 0,24 25 16,-24-50-16,25 50 16,-1 0-16,1 0 15,-1 25-15,1 25 16,-25-26-16,-25 26 15,25-25-15,-25 0 16,0 24-16,0-24 16,0 0-16,-25-25 15,0 0 17,25-25-17,0-25 1,0 1-16,0 24 0,0-25 15,25 1 1,24 49 0,-24 0-16,25 0 15,-25 0-15,-1 0 16,26 25-16,-50-1 16,25 26-1,-25 0-15,0-26 16,0 26-1,0-25-15</inkml:trace>
  <inkml:trace contextRef="#ctx0" brushRef="#br1" timeOffset="-212804.323">8930 10319 0,'0'0'16,"0"25"31,0-1-47,0 26 15,0 0-15,0-1 16,0 1-16,0-25 16,49-1-16,-49 26 15,50-50-15,-50 25 16,50-25-16,-26 0 16,26 0-16,-25 0 15,0 0-15,-1-25 16,1 0-16,25 0 15,-50 1-15,25-26 16,-25 25-16,0 0 0,24 1 16,-24-26-1,0 0-15,0 26 16,0-1-16,0 0 16,-24 25-16,-1 0 31,-25 25-16,50 0-15,0-1 16,-25 1-16,25 25 16,0-25-16,0-1 15,0 1-15,0 25 16,0-1 0,25-49-1</inkml:trace>
  <inkml:trace contextRef="#ctx0" brushRef="#br1" timeOffset="-212353.576">9376 9922 0,'0'0'16,"0"-75"0,50 75-1,-50-24 1,25 24-16,-1 0 15,1 24 1,-25 26 0,0 0-1,0-26-15,0 1 16,0 0-16,-25 25 16,-24-1-1,49-24 1,49-25-1,-24 0 1,25 0-16,-1 0 16,1 0-16,0-25 15,-1 25-15</inkml:trace>
  <inkml:trace contextRef="#ctx0" brushRef="#br1" timeOffset="-211655.248">8086 11038 0,'25'0'79,"25"0"-64,24 0 1,50 0-16,25-25 0,0 25 15,24-49-15,-24 49 16,-25-25-16,25 25 16,-99 0-1,-25 0-15,24 0 16</inkml:trace>
  <inkml:trace contextRef="#ctx0" brushRef="#br1" timeOffset="-211026.964">8806 11361 0,'24'24'63,"26"1"-47,-25-25-1,-25 50-15,49-25 16,-49 24-1,0-24-15,50 0 0,-50 24 16,0-24 0,0 0-16,0 25 15,-25-50 1,25 24-16,-25-24 16,25 25-1,-24-25 16,24-74-15,0 24 0,0 1-16,0-26 15,74 26-15,-24-1 16,-25 0-16,-1 1 16,26 24-16,-25 25 15,-25-50-15,49 50 16,-24-49-16,25 49 15</inkml:trace>
  <inkml:trace contextRef="#ctx0" brushRef="#br1" timeOffset="-210236.213">9401 11385 0,'0'-24'31</inkml:trace>
  <inkml:trace contextRef="#ctx0" brushRef="#br1" timeOffset="-208752.579">9426 11361 0,'25'0'16,"-25"-25"-16,0 0 47,0 0-31,0-24-1,0 24 1,0 0-1,0 0 1,-25 25 0,25-25-16,-25 25 15,-25 0 1,50-25-16,-24 25 16,-1 0-1,0 0 1,0 0-1,0 0 1,-24 0 0,24 0-1,0 0 1,0 0 0,1 0-1,-1 0 1,0 0-1,-25 0 17,25 0-17,1 25 1,-1-25 0,0 25-1,-25-25 16,50 25-15,-24-25-16,-1 0 16,25 50-16,-25-50 15,0 24 1,-24 1 0,24 0 15,25 25 0,-25-1-15,25 1-16,0-25 0,-25-25 15,25 49 1,0 1 0,0-25-16,-49-25 15,49 49-15,0 1 16,0-25-1,0 24 1,24 1 0,-24-1-1,25-49-15,-25 25 16,25 50 0,25-51-1,-26 1-15,1 0 31,0 25-31,25-26 16,-1 1 0,1-25-1,-50 25 1,49-25 0,1 0-16,-25 0 15,25 0-15,-26 0 16,1 0-16,0 0 15,0 0-15,0 0 16,24-25-16,1 25 16,-50-25-16,49 25 15,-24-49 1,0 49 0,-25-25-16,25 25 15,-25-25-15,25 0 16,24-24-1,-24-1 1,-25 1 0,25 49-1,-25-25-15,0-25 16,25 50 0,-25-25-16,0-24 15,0 24 1,0-25-1,0 26-15,0-26 16,0 25-16,0 0 16,0 1-16,0-26 15,0 0 1,-25 50 0,25-24-1,-25 24-15,0 0 16,-24-25-1,24 25 1,0 0 0</inkml:trace>
  <inkml:trace contextRef="#ctx0" brushRef="#br1" timeOffset="-202188.054">27409 7045 0,'-49'0'0,"24"0"32,0 0 15,0 0-1,25 24-30,0 26 15,0-75 32,0 0-48,0 1 157,0-1-156,0-25 0,0 25-1,0 1-15,0-26 16,0 25-16,0 0 15,0-24 1,0-1 0,0 25 140,0 75 188,0-25-344,0-1 15,25 1-15,-25 25 16,0 49 0,0-74-16,0 0 15,0 0-15,0 24 16,0-24-1,0 25-15,0-26 16,0 1-16,0 25 0,0-25 16,0-1-16,0 26 15,0-25 1,0 0 0,0-1-1,0 1 16,0 25-15,0-25 0,0-1-1,0 1 1,0 0 0,0 0-1,0 0 16,0 24-15,0-24 0,0 0-1,0 0 1,0-1 46,0 1-30,0-74 77,0-1-93,0 25-16,0 0 15,0 1-15,0-1 0,0 0 16,0-25-16,0 1 16,0 24-1,0-25 1,0 26-1,0-26-15,0 0 16,0 26 0,0-26-16,0 0 15,0 26 1,0-26 0,0 0-1,0 26 1,0-26-1,0 0 1,0 26 0,0-1-1,0 0 17,-25 25-32,25-25 15,0-25 16,0 26-15,0-1 15,0-25 1,0 75 108,0 25-124,0-26-1,0 26-15,0 0 16,0-1-16,0 1 16,0 0-16,0-1 0,0 26 15,0-26-15,0 1 16,0-1-16,0-24 16,0 74-1,0-49-15,0-25 16,0 24-16,0-24 15,0 0 1,0 0 0,0 0-1</inkml:trace>
  <inkml:trace contextRef="#ctx0" brushRef="#br1" timeOffset="-195966.31">5928 10716 0,'0'24'78,"0"1"-78,0 25 16,0-1 0,0 1-16,0 0 0,0-1 15,0-24-15,0 25 16,0-26-16,0 1 15</inkml:trace>
  <inkml:trace contextRef="#ctx0" brushRef="#br1" timeOffset="-195485.523">5755 11137 0,'24'0'78,"26"0"-47,0 0-31,-1 0 16,1 0-16,-25 0 15,0 0-15,-1 0 0,26-25 16,-25 25-16,0 0 16,-50 0 77</inkml:trace>
  <inkml:trace contextRef="#ctx0" brushRef="#br1" timeOffset="-194359.053">9550 10592 0,'-25'-50'15,"25"75"95,0 0-95,0-1 1,0 1-16,0 0 0,0 0 16,0 24-1,0-24 1,0 25-1,0-25 32</inkml:trace>
  <inkml:trace contextRef="#ctx0" brushRef="#br1" timeOffset="-193864.236">9426 10840 0,'49'0'125,"-24"0"-109,0 0-1,0 0-15,0 0 16,-1 0-16,26 0 15,-25 0-15</inkml:trace>
  <inkml:trace contextRef="#ctx0" brushRef="#br1" timeOffset="-192514.58">3448 13047 0,'0'-49'16,"-25"49"47,25 24-63,-25-24 15,25 25-15,0 0 16,0 0-1,25-50 48,0 0-47,24-24 15,-24 49-16,0 0 1</inkml:trace>
  <inkml:trace contextRef="#ctx0" brushRef="#br1" timeOffset="-192365.669">3721 13097 0,'0'49'15,"0"-98"-15,0 123 0,0-49 16,-25 25 0,25-1-16,-50-24 0,50 0 15,-25 0-15</inkml:trace>
  <inkml:trace contextRef="#ctx0" brushRef="#br1" timeOffset="-191766.935">4514 12774 0,'0'0'0,"0"50"63,0 24-63,0-24 15,0 24-15,-24 1 16,24-26-16,0 1 15,0-25-15,0 0 16</inkml:trace>
  <inkml:trace contextRef="#ctx0" brushRef="#br1" timeOffset="-191268.199">4465 12898 0,'0'0'16,"0"-49"-16,99-100 15,-99 124 1,50 25-16,-26 0 16,1 0-1,25 50 1,-50-1-16,0-24 15,0 25-15,0-1 16,0 1-16,0 0 16,-50-26-16,1 26 15,73-50 32,1 0-31,25 0-1,-25 0-15,-1 0 16,1 0 0,-25 50-16,0-1 15,-25 1 1,1-50 0,-1 50-16,-25-50 15,25 24-15,1-24 0,-1 0 16,0 0-1</inkml:trace>
  <inkml:trace contextRef="#ctx0" brushRef="#br1" timeOffset="-190650.525">5035 12849 0,'0'0'0,"0"-25"15,0 75 32,-24-1-47,24 1 16,0-1-16,0 1 15,0 0-15,0-26 16,0 1-16,24-25 16,-24 50-16,50-50 15,-25 0-15,24 0 16,-24 0-16,25 0 16,-1-25-1,-49 0 1,25-24-16,-25-1 15,0 0-15,0 1 0,0-26 16,0 1 0,0 24-16,-25 1 0,25-1 15,-74 50-15,49-25 16,-49 25 0,24 0-1,25 0-15,25 75 16,-49-50-16,49 24 15,0-24-15,0 0 16,0 0-16,25-1 16,-1 26-16,1-25 15,25 0-15,-25-25 0,24 49 16,-24 1-16,0-25 16,-25-1-1,0 1-15,0 0 0,0 25 16,0-25-16,0 24 15,-25 1 1</inkml:trace>
  <inkml:trace contextRef="#ctx0" brushRef="#br1" timeOffset="-189851.832">6028 9947 0,'0'-25'16,"0"99"30,-50 26-30,-24-1-16,-26 74 16,1 51-16,0-26 15,0 25-15,-1 1 16,26-100-16</inkml:trace>
  <inkml:trace contextRef="#ctx0" brushRef="#br1" timeOffset="-188833.321">9624 9748 0,'0'25'62,"-49"25"-46,-1-1-16,0 26 15,1 24-15,-26-25 16,1 26 0,0-26-16,-1 0 0</inkml:trace>
  <inkml:trace contextRef="#ctx0" brushRef="#br1" timeOffset="-187267.543">6028 12998 0,'0'-25'16,"24"25"31,26 0-32,-25 0-15,24 0 16,1 0-16,-25 25 15,0-25 1,-25 24-16</inkml:trace>
  <inkml:trace contextRef="#ctx0" brushRef="#br1" timeOffset="-187030.678">6052 13246 0,'50'0'47,"-25"0"-47,24 0 15,1 0-15,0 0 16,-1 0-16,1 0 15,-1 0 1,-24-50-16</inkml:trace>
  <inkml:trace contextRef="#ctx0" brushRef="#br1" timeOffset="-186265.115">6945 12551 0,'25'25'63,"-25"25"-63,0-1 0,0 1 15,0-1 1,0-24-16,0 0 16,0 0-16,0 24 0,0-24 15,0-74 63,0 24-78,0-25 16,0 1-16,0-1 0,25 0 16,0 26-1,49 24 1,-49 0-16,0 49 15,-25-24-15,49 0 16,-49 0-16,0-1 16,0 26-16,0-25 15,-24 0 1,24-50 15,0 0-15,24-25-16,-24 1 15,50-26-15,-50 26 16,25 24-16,0 25 16,24 0-1,1 0-15,-50 25 16,49 24 0,-49 1-16,25 0 0,-25-1 15,0 1-15,0-1 16,0-24-16,0 0 15,0 0 1</inkml:trace>
  <inkml:trace contextRef="#ctx0" brushRef="#br1" timeOffset="-184226.942">7838 12650 0,'0'25'94,"0"25"-94,0-1 0,0 1 16,0 0-16,0-1 15,0 26-15,25-26 16,-25-24-16,25 25 16,0-1-1,24-49 1,1 0-16,0 0 31,-1-25-31,1-24 16,-50 24-1,49 0-15,-49-24 16,0-1-16,0 0 16,0 1-16,0-1 15,0 1-15,0-1 16,0 25-16,-24-24 15,-26 49 17,25 0-1,25 24-31,0 26 0,-25-25 16,25 0-16,0-1 15,0 1 1,0 0-16,0 25 0,0-26 15,0 26 1,25 0 0,25-50-1,-50 24 1</inkml:trace>
  <inkml:trace contextRef="#ctx0" brushRef="#br1" timeOffset="-182029.527">8756 12774 0,'0'-49'31,"0"24"16,-25 25-16,0 0-15,1 25-1,-26 0 1,25 24 0,25-24-1,-25-25-15,25 50 16,0-26-1,0 1 1,25-25 15,25 0-31,-1 0 16,-24 0-16,0 0 16,0 50-1,-25-25 1,25-1-1,-25 1 1,0 0 0,-50 25-1,25-50-15,0 24 16,1-24-16,-26 0 16,25 0-1,-24 0 16</inkml:trace>
  <inkml:trace contextRef="#ctx0" brushRef="#br1" timeOffset="-181754.663">9004 12849 0,'0'0'15,"0"25"17,0 24-17,0-24-15,0 25 16,0-26-16,0 26 15</inkml:trace>
  <inkml:trace contextRef="#ctx0" brushRef="#br1" timeOffset="-181571.768">9004 12601 0,'0'0'0,"0"25"62</inkml:trace>
  <inkml:trace contextRef="#ctx0" brushRef="#br1" timeOffset="-181120.968">9178 12750 0,'0'49'16,"0"1"-1,0-25 1,0-1-16,0 26 16,0-25-16,0 24 15,0-24 1,25-50 31,-25-24-32,0 24-15,49-49 16,-49 24 0,25-24-16,0 74 15,0 0 17,24 24-17,-49 26-15,50 24 16,-50-24-16,0 0 15,0-26-15,0 1 16,25-25-16,-25 25 0</inkml:trace>
  <inkml:trace contextRef="#ctx0" brushRef="#br1" timeOffset="-180609.262">9575 12700 0,'0'-25'16,"-25"149"-16,50-223 0,-25 124 31,0 24-15,0 1-16,0 24 16,0 1-16,0-26 15,0-24-15,0 25 16,0-25-16,49-1 15,-24-24 1,25 0 0,-1-74-1,-49 24 1,25 1-16,-25-26 16,0 1-16,0-25 15,0 0-15,0 24 16,0 26-16,0 24 15,0 0-15,-50 25 0,50-50 16,-49 50-16,-1 0 16,1 0-1,24 50 1,0 0 0,25-1-16,0-24 15,0 0-15,0 0 0,0-1 16,25 26-16,0-50 15,49 50 1,0-50-16,-24 0 16,0 0-16,-1 24 15,1-24-15</inkml:trace>
  <inkml:trace contextRef="#ctx0" brushRef="#br1" timeOffset="-179314.821">7045 13419 0,'24'0'78,"1"0"-62,25 0-16,-1 0 16,26 25-16,-1-25 15,-24 0-15,49 0 16,0 0-16,-24 0 15,-1 50-15,25-50 16,0 0-16,1 0 16,-51 0-16,26 0 0,-1 0 15,1 0-15,24 0 16,0 0 0,0 0-16,50-25 0,-75 25 15,26-50-15,-1 50 16,-25 0-16,1 0 15,-50 0-15,24 0 16,26 0-16,-26 0 16,-24 0-16,0 0 15,0 0-15,24 0 16,1 0 0,-25 0-1,-1 0 1,1 0 15,0 0-15,0 0-1,-75 0 32</inkml:trace>
  <inkml:trace contextRef="#ctx0" brushRef="#br1" timeOffset="-178597.159">7640 14163 0,'0'-24'31,"0"-26"-15,49 75 46,-49 0-46,25-1-16,0 51 15,-25-26 1,50-24-16,-50 0 16,0 25-1,24-25 1,-24-1 15,-24-24 0,24-24-15,0-1-16,0-25 16,0-24-1,0 24-15,0 25 0,24 0 16,1 1-16,0-26 15,49 0 1,-49 50-16,0-24 16,0 24-16,25 0 15</inkml:trace>
  <inkml:trace contextRef="#ctx0" brushRef="#br1" timeOffset="-176308.792">3324 15503 0,'25'0'32,"-1"0"-17,1 0-15,0 0 16,0 0-16,24 0 16,-24 0-1,-25 25 1</inkml:trace>
  <inkml:trace contextRef="#ctx0" brushRef="#br1" timeOffset="-176099.913">3324 15726 0,'49'0'31,"51"0"-15,-51-25-16,1 25 15,-1-24-15,-24 24 16,0-25-16</inkml:trace>
  <inkml:trace contextRef="#ctx0" brushRef="#br1" timeOffset="-175817.355">3547 15304 0,'0'0'0,"25"-24"31,0 48-16,24 26-15,-24 25 16,-25-1-16,75 50 16,-75-50-16,0 26 15,-25-1-15,25-25 16,-50-24-16,50-1 16,-50-24-16,26-25 15</inkml:trace>
  <inkml:trace contextRef="#ctx0" brushRef="#br1" timeOffset="-175257.672">4366 15329 0,'0'0'0,"24"0"47,-24 25-31,50 25-1,-50-1-15,0 1 16,25-25-16,-25 0 16,0-1-16,0 26 15,0-25-15,0 0 16,-25-25 15,25-25-15,0-25-1,0 1-15,0 24 16,0-25-16,0 1 16,0-1-16,0 25 15,50 25-15,-50-50 16,49 50-16,-24 0 15,0-24-15,24 24 16,-24 0-16,0 0 16</inkml:trace>
  <inkml:trace contextRef="#ctx0" brushRef="#br1" timeOffset="-174929.869">4911 15404 0,'-24'0'0,"48"0"62,1-25-62,25 25 16,-25 0-1,-1 0-15,1 0 16,0 0-16,0 0 0,24 0 16,-24 25-16,-25 0 31</inkml:trace>
  <inkml:trace contextRef="#ctx0" brushRef="#br1" timeOffset="-174698.003">4887 15652 0,'24'0'47,"1"0"-32,0-25-15,49 25 16,-49-25 0,0 25-16,0 0 0</inkml:trace>
  <inkml:trace contextRef="#ctx0" brushRef="#br1" timeOffset="-173183.63">5879 14908 0,'0'49'47,"25"1"-31,-25 24-16,0-24 15,0-1-15,0-24 16,0 0-16,0 0 16,0 24-1,0-73 32,0-1-31,0-25-16,0 1 15,0-1 1,0-24-16,0 24 0,0 25 16,24 25-16,51 0 15,-50 0 1,24 50 0,-24 24-16,25 25 15,-50-49-15,0-25 16,0 24-1,-25-49-15,25-24 47,0-26-31,0 0-16,0-24 16,0 0-16,0 24 15,25 25-15,24 25 16,-24 0-1,0 0-15,0 0 16,-1 50-16,-24-25 16,50 24-16,-50-24 15,50 0-15,-50 0 16,0 24-16,0 1 31</inkml:trace>
  <inkml:trace contextRef="#ctx0" brushRef="#br1" timeOffset="-172655.905">6672 14908 0,'0'0'15,"0"49"32,0 1-31,0-1 0,0 1-16,0 0 0,0-26 15,0 1-15,50 0 16,-50 0-16,50-25 15,-26 49-15,1-49 16,0 0 0,0 0-16,25-24 0,-26-1 15,-24 0-15,50 0 16,-50-24-16,25-1 16,-25 0-16,0 26 0,0-51 15,0 26-15,0 24 16,0 0-1,-25 50 32,25 24-47,-25 1 16,25-25-16,0 0 16,0-1-16,0 26 15,0 0 1,0-26-1</inkml:trace>
  <inkml:trace contextRef="#ctx0" brushRef="#br1" timeOffset="-172218.156">7441 14908 0,'0'0'0,"-24"0"63,24 24-63,-50 1 0,50 25 15,-25-25 1,25 24-16,0-24 15,25-25 1,0 25 0,0-25-16,-1 0 15,1 0-15,-25 25 16,25-25-16,-25 24 16,0 26-1,0-25 1,-74 24-1,49-49-15,0 25 16,0-25-16,-24 0 16,24 0-1</inkml:trace>
  <inkml:trace contextRef="#ctx0" brushRef="#br1" timeOffset="-171988.275">7590 15131 0,'0'0'0,"50"25"31,-50-1-31,0 1 16,0 25-1,0-1-15,0 1 0,0-25 16,0 0-16,0 0 16</inkml:trace>
  <inkml:trace contextRef="#ctx0" brushRef="#br1" timeOffset="-171797.372">7640 14957 0,'0'0'0,"0"-25"16,0 50 31,0 0-32</inkml:trace>
  <inkml:trace contextRef="#ctx0" brushRef="#br1" timeOffset="-171300.513">7863 15106 0,'0'25'47,"0"0"-47,0-1 16,0 26-16,0-25 16,0 0-16,0-1 31,0-48 0,0-1-15,0-25-1,0 1-15,50-1 16,-50 0-16,49 26 0,-24-1 16,0 25-1,25 49 1,-50-24-1,49 0-15,-49 25 16,0-1-16,0 1 16,0-1-16,0-24 15,0 0-15,0 0 16,25-25 31</inkml:trace>
  <inkml:trace contextRef="#ctx0" brushRef="#br1" timeOffset="-170795.042">8285 15056 0,'0'-74'15,"49"24"17,-98 174-32,98-223 31,-49 149-31,0-1 15,0 1-15,0 0 16,-24 24-16,24 25 16,0-74-16,0 0 15,0 0 1,49-25 0,26 0-1,-51 0 1,26-25-16,-25-25 15,0 25-15,-25-24 16,49-1-16,-49 1 16,50-1-16,-50-24 15,0 24-15,0-24 0,0-1 16,-25 26 0,-25 24-16,26 25 15,-26-25-15,25 25 16,0 0-16,1 0 0,24 25 15,-50 0-15,50 24 16,0 1-16,-50-25 16,50-1-1,0 1-15,0 0 0,0 25 16,50-50 0,0 0-16,-1 49 15,-24-49-15,25 0 16,-1 0-16</inkml:trace>
  <inkml:trace contextRef="#ctx0" brushRef="#br1" timeOffset="-169987.382">5953 15701 0,'25'0'31,"0"0"-15,24 0 0,100 0-1,-25 0-15,25 0 0,25 0 16,24 0-16,-24-49 15,-1 49-15,1 0 16,24 0-16,-24 0 16,99-50-1,-174 50-15,-24 0 16,-51 0-16,26 0 16,-75 0 77</inkml:trace>
  <inkml:trace contextRef="#ctx0" brushRef="#br1" timeOffset="-169197.683">7045 15925 0,'0'49'62,"0"-24"-46,24 49-16,-24 1 0,0-1 16,0-24-1,0-1-15,0-24 0,0 25 16</inkml:trace>
  <inkml:trace contextRef="#ctx0" brushRef="#br1" timeOffset="-168637.976">7069 16073 0,'0'0'15,"0"-49"-15,25 49 0,-25-25 16,50 25 0,-50-25-16,49 25 15,26 0 1,-26 50 0,-49-25-16,0-1 15,0 26-15,0-25 16,0 0-16,-24-1 15,24 1-15,-50-25 16,50 50-16,0-100 47,25 50-31,24 0-16,-24 0 15,0 0-15,0 0 16,0 25-1,-25 0-15,0 0 16,0-1-16,0 26 16,-25-25-16,-25 0 15,25-25 1,-24 0-16,24 25 0,0-25 16,0 0-1,-24 0 1,24 0-16,25-25 15,0-25 1</inkml:trace>
  <inkml:trace contextRef="#ctx0" brushRef="#br1" timeOffset="-167950.314">7764 16049 0,'0'-25'15,"-25"50"16,25-1-15,-25 1-16,25 0 16,0 25-16,0-26 15,0 1-15,0 25 16,0-25-16,0 24 16,50-49-1,-1 25-15,-24-25 16,25 0-1,-25-25-15,-1 25 0,-24-49 16,50 24-16,-50 0 16,0 0-1,0-24-15,0-1 16,0 0-16,0 1 0,0-1 16,0 25-16,-25 25 15,25-24-15,-49 24 16,-1 0-1,25 0 1,25 49-16,0-24 16,-49-25-1,49 25-15,0 0 32,0 24-17,24-49 1,-24 75-16,50-51 0,0 1 15,-26 25-15,1-50 16,25 74-16,0-24 16,-50 0-1,0-26-15,0 1 0,0 0 16,0 25 0,0-26-1</inkml:trace>
  <inkml:trace contextRef="#ctx0" brushRef="#br1" timeOffset="-166853.843">8979 15354 0,'50'0'32,"-25"0"-17,0 0-15,24 0 16,1 0-16,-1 0 15,1 0-15,0-25 16,-26 25 0</inkml:trace>
  <inkml:trace contextRef="#ctx0" brushRef="#br1" timeOffset="-166601.937">9079 15652 0,'24'0'46,"26"0"-46,-25 0 16,24 0-16,51 0 16,-26 0-16,-24 0 15,-1 0-15</inkml:trace>
  <inkml:trace contextRef="#ctx0" brushRef="#br1" timeOffset="-155252.388">5259 2059 0,'0'25'94,"24"-1"-79,-24 1-15,25 25 16,0-25 0,-25-1-16,50-24 15,-1 0-15,26-24 16,24-26-16,74-74 16,26-25-16,-25 0 15,222-198 1,-172 124-16,-26 24 0,-24 1 15,-50 24 1,-75 100 0,-24 74-16,-25-25 0</inkml:trace>
  <inkml:trace contextRef="#ctx0" brushRef="#br1" timeOffset="-153211.71">10294 14610 0,'0'0'0,"0"-50"15,0 100 48,0 24-63,0 1 15,0-1-15,0 1 16,0-26 0,0 1-16,0-1 0,0-24 15,0 25 1</inkml:trace>
  <inkml:trace contextRef="#ctx0" brushRef="#br1" timeOffset="-152991.789">10567 14858 0,'0'-25'15</inkml:trace>
  <inkml:trace contextRef="#ctx0" brushRef="#br1" timeOffset="-152575.017">10964 14585 0,'0'0'0,"0"-25"16,-25 25-1,-25 50 1,1 24-1,24 1-15,25-26 16,-50 26-16,50-1 16,0 1-16,0-26 15,0-24-15,25 0 16,0-25-16,0 25 0,-1-25 16,1 0-1,25 0-15,-25-25 16,-1 0-16,-24 0 15,25 25-15,-25-49 0,0-1 16,-49 25 0,24 25-1,0 0-15,0 0 16,0 0 0,-24 0-16</inkml:trace>
  <inkml:trace contextRef="#ctx0" brushRef="#br1" timeOffset="-152231.229">11212 14784 0,'0'-50'15,"0"100"-15,0-125 0,0 26 16,25 24-16,-25 0 16,49 0-16,1-24 15,-1 49 1,1 49 0,-50 1-16,25 24 15,-25-24-15,0 24 16,0 25-1,0-49-15,0 24 0,0-24 16,0 0-16,0-26 16,0 1-1</inkml:trace>
  <inkml:trace contextRef="#ctx0" brushRef="#br1" timeOffset="-152019.822">11361 15056 0,'0'-24'16,"0"-26"-1,24 50-15,1-25 16,0 25-1,0-25-15,24 25 0,-24-24 16,25 24-16</inkml:trace>
  <inkml:trace contextRef="#ctx0" brushRef="#br1" timeOffset="-151745.949">11807 14684 0,'0'-49'31,"50"49"1,-1 49-17,-24-24-15,25 25 16,-1-1-16,1 1 15,-25 0-15,-1-1 16,-24-24-16,25-25 16,-25 25-16</inkml:trace>
  <inkml:trace contextRef="#ctx0" brushRef="#br1" timeOffset="-151517.079">12154 14660 0,'0'24'16,"0"-48"-16,-49 24 31,49 49-31,-50 1 16,25 24-16,-24 1 0,-1 24 15,25-25 1,-24 1-16,49-26 0,-25 1 15,25-25-15,0-1 16</inkml:trace>
  <inkml:trace contextRef="#ctx0" brushRef="#br1" timeOffset="-151204.256">12427 14709 0,'0'-25'0,"50"75"46,-50 0-30,0 24-16,0-24 16,0 24-16,0-24 15,0-26-15,0 1 16,25 0 0</inkml:trace>
  <inkml:trace contextRef="#ctx0" brushRef="#br1" timeOffset="-150838.466">12774 14734 0,'-24'50'31,"24"-1"-16,-25 1-15,25-1 16,0 1-16,0-25 0,0 24 16,0-24-1,25-25-15,-25 25 0,49-25 16,1 0 0,-25 0-16,24 0 15,-49-50 1,25 26-16,-25-26 15,0-24 1,0 24-16,0 0 16,-50 26-16,26-1 15,-26 25-15,25 0 0,0 0 16,1-25 0</inkml:trace>
  <inkml:trace contextRef="#ctx0" brushRef="#br1" timeOffset="-150537.635">12750 14362 0,'24'0'63,"-24"-25"-63,50 25 0,0 0 16,-1 0-1,1 0 1</inkml:trace>
  <inkml:trace contextRef="#ctx0" brushRef="#br1" timeOffset="-150129.795">13097 14163 0,'0'0'0,"0"-74"0,0 24 16,49 26 0,-24 24-1,25 0 1,-25 49 0,-25 1-1,0-25-15,0 24 16,0 1-16,0-1 15,0 1-15,-50-25 16,50 0-16,-50 0 0,1 24 16,98-49 46,-24 0-46,0 0-16,0 0 15,0 0 1,24 0-16,-24 0 0,-25-25 16,25 25-16</inkml:trace>
  <inkml:trace contextRef="#ctx0" brushRef="#br1" timeOffset="-149782.024">13345 14114 0,'0'-25'0,"0"50"0,0-100 16,0 51-1,25 24 1,24 0-1,-24 0-15,0 0 16,-25 24-16,25 1 16,-25 50-16,49-1 0,-49 0 15,0 1 1,0-25-16,0-1 0,0 1 16,0-25-16,0-1 15,0 51 1,-24-75 15</inkml:trace>
  <inkml:trace contextRef="#ctx0" brushRef="#br1" timeOffset="-149550.13">13444 14436 0,'0'-24'16,"0"-26"-1,50 25 1,-1 25 0,-24-25-16,0 25 15,0 0-15,0 0 16</inkml:trace>
  <inkml:trace contextRef="#ctx0" brushRef="#br1" timeOffset="-148874.411">14089 14734 0,'0'-25'15,"50"50"79,-50 0-94,49 24 16,-49-24-1,75 0-15,-51 25 16,1-50-16,25 49 15,-25 1-15,-25-25 16,0-1 0</inkml:trace>
  <inkml:trace contextRef="#ctx0" brushRef="#br1" timeOffset="-148617.527">14486 14734 0,'0'0'0,"0"25"47,-74 24-32,24 26-15,0-1 16,-74 50 0,99-74-16,-24-25 15,-1-1-15</inkml:trace>
  <inkml:trace contextRef="#ctx0" brushRef="#br1" timeOffset="-146448.897">15156 14412 0,'0'24'16,"0"26"-1,-50 0-15,50-1 16,-50 1-16,50-25 15,-24 49-15,24-24 16,-25-1-16,25-24 16,0 0-16,-50-25 0,50 25 15,0-50 32,0 0-31,0 0-16,25-24 15,0 24 1,0 25 0,24 49-1,-49 1-15,50-25 16,-50 0-16,49-25 16,-49 49-16,50-49 15,-25 0 1,0 0-1,-25-25 1,49-24-16,-49 24 0,0-25 16,0 26-16,0-1 15,0 0-15,0 0 16,0 75 46,0-1-62,0 26 16,0-1 0,0-24-16,-25 24 15,25-24-15,0 24 0,0-49 16,0 0-16,0 0 16,0 24-1</inkml:trace>
  <inkml:trace contextRef="#ctx0" brushRef="#br1" timeOffset="-146119.061">15652 14858 0,'0'-50'32,"25"50"-1,-25 25-15,49 25-16,-49-1 15,50 26 1,-1-26-16,-49 1 15,50-25-15,0 0 16,-26-1 0</inkml:trace>
  <inkml:trace contextRef="#ctx0" brushRef="#br1" timeOffset="-145898.191">15949 14833 0,'0'0'0,"-49"25"31,24 49-31,0-24 0,-24 24 16,-1 1-1,0-26-15,50 1 16,-49 0-16,49-26 0,-25-24 15,25 25-15</inkml:trace>
  <inkml:trace contextRef="#ctx0" brushRef="#br1" timeOffset="-145633.34">16197 14858 0,'0'0'15,"0"25"17,25 49-17,-25 1-15,0-26 16,0 1-16,0-1 15,0 26 1,0-50 0</inkml:trace>
  <inkml:trace contextRef="#ctx0" brushRef="#br1" timeOffset="-145281.493">16421 14957 0,'0'50'16,"0"-100"-16,0 125 47,0-51-47,0 26 15,0 0-15,0-26 16,0 1-16,25-25 15,24 25 1,1-25 0,-1 0-16,-49-25 15,25 25 1,-25-74-16,0 49 16,0 0-16,0-24 0,0-1 15,-49 0-15,24 26 16,0 24-16,0-25 15</inkml:trace>
  <inkml:trace contextRef="#ctx0" brushRef="#br1" timeOffset="-144868.708">16768 14362 0,'0'0'0,"-25"0"15,0 0 17,25 50-17,0-26-15,0 1 16,0 25-16,0-25 31,25-25-31,25 0 0,-1 49 16,-24-49-1,25 0-15,-25 25 0,-25 0 32,0 0-32,0-1 15,-50-24 1,0 50-16,1-50 15,24 0-15,0 0 16,0 0-16,-24-25 16,49 0-1,0 1-15</inkml:trace>
  <inkml:trace contextRef="#ctx0" brushRef="#br1" timeOffset="-144649.834">16743 14387 0,'25'0'31,"25"-50"-15,-1 50-16,1 0 15,49-25 1,-74 25-16,24 0 15,-24 0-15</inkml:trace>
  <inkml:trace contextRef="#ctx0" brushRef="#br1" timeOffset="-143153.881">17859 14883 0,'0'0'0,"0"-25"32,0 0-17,-49 25 16,49 25-15,-50-25-16,50 50 16,-49-50-16,49 24 15,0 26 1,0 0 0,24-1-16,1-49 15,0 0-15,25 0 16,-26 25-16,1-25 15,-25 25 1,0 0 0,-25 24-1,1-49-15,-1 25 16,-25-25-16,25 25 16,1-25-16,-1 0 15,-25 0 1</inkml:trace>
  <inkml:trace contextRef="#ctx0" brushRef="#br1" timeOffset="-142899.028">18107 14932 0,'0'25'31,"0"0"-15,0 25-16,0-1 16,0-24-1,0 0-15,0 24 16</inkml:trace>
  <inkml:trace contextRef="#ctx0" brushRef="#br1" timeOffset="-142715.131">18107 14709 0,'0'0'0,"0"25"63,0 0-47</inkml:trace>
  <inkml:trace contextRef="#ctx0" brushRef="#br1" timeOffset="-142268.333">18306 14908 0,'0'24'31,"0"1"-15,0 25-16,0-25 15,0-1-15,0 1 16,0 0-16,0 0 16,0-50 46,0 0-62,0-49 16,49 24-1,-49 25-15,25 25 16,-25-24-16,50 24 16,-25 0-16,24 0 15,-49 24-15,50 1 16,-50 25-16,50-25 16,-50 24-16,0-24 15,24 0-15,-24 0 16,0 24-1</inkml:trace>
  <inkml:trace contextRef="#ctx0" brushRef="#br1" timeOffset="-141786.643">18901 14808 0,'0'25'62,"0"0"-46,0 25-16,0-1 0,-49 1 15,49-1 1,0 1-16,0 0 0,0-1 16,0-24-16,24 0 15,26 24 1,0-49-16,-26 0 16,1 0-16,0 0 15,25 0 1,-26 0-1,-24-49-15,25-1 16,-25 25 0,0-24-16,0 24 15,0 0-15,-49 0 16,24 25-16,-25 0 16,1 0-16,-1 0 15,25 0 1,25 50-16,-49-50 0,49 50 15</inkml:trace>
  <inkml:trace contextRef="#ctx0" brushRef="#br1" timeOffset="-141285.857">19348 14932 0,'0'50'62,"0"-25"-46,0 0-16,0 24 15,0 1-15,0-25 16,0-1-16,0 26 16,24-50-1,-24 25-15,50-25 16,0 0-16,-1 0 15,1 0 1,-50-50 0,25 25-1,-25-24-15,0 24 0,0-25 16,0 26-16,-25-1 16,-25 0-16,25 25 15,1-50-15,-1 50 16,0 0-16,0 0 15,-24 0-15</inkml:trace>
  <inkml:trace contextRef="#ctx0" brushRef="#br1" timeOffset="-140899.104">19571 14585 0,'0'0'0,"-50"25"47,50 25-32,0-1-15,0-24 16,0 0-16,25-25 15,-25 25 1,25-25-16,25 0 16,-26 0-16,26 0 15,-50-50 1,0 0 0,0 26-16,0-1 15,-25 0-15,-24 25 16,-1-50-16,25 50 15,-25 0-15,1 0 16,-26 0-16</inkml:trace>
  <inkml:trace contextRef="#ctx0" brushRef="#br1" timeOffset="-138301.874">12650 3125 0,'0'0'0,"0"-49"15,-49 49-15,24 0 31,124 0 32,100 0-63,49-50 16,25 50-1,-50 0-15,0 0 16,-49-25-16,-1 25 0,-74 0 15,-24 0-15,-50 0 16,-50 0 47,0 0-48,0 0 1</inkml:trace>
  <inkml:trace contextRef="#ctx0" brushRef="#br1" timeOffset="-134554.858">10195 15429 0,'49'0'141,"-24"0"-126,0 0-15,25 0 16,-1 0 0,1 0-16,-1 0 0,1 0 15,24 0-15,1 0 16,-26 0-16,51 0 15,-1 0 1,-25 0-16,75-25 0,-25 25 16,-25 0-16,50-50 15,-74 50-15,24 0 16,0 0-16,-25 0 0,26 0 16,-1 0-16,0 0 15,0-25-15,-49 25 16,24 0-16,1 0 15,-26 0-15,1 0 16,0 0 0,-1 0-16,1 0 0,-1 0 15,-24 0-15,0 0 16,0 0-16,24 0 16,-24 0-16,0 0 0,0 0 15,0 0-15,-1 0 16,26 0-16,-25 0 15,0 0-15,-1 0 16,1 0-16,0 0 16,0 0-16,25 0 15,-26 0 1,1 0-16,0 0 0,0 0 16,0 0-16,24 0 15,1 0 1,-1 0-16,1 0 0,0 0 15,-1 0-15,1 0 16,-1 0-16,1 0 16,0 0-16,-1 0 15,-24 0-15,25 0 16,-26 0-16,26 0 0,0 0 16,-1 0-16,1 0 15,-1 0 1,1 0-16,-25 0 0,0 0 15,24 0-15,-24 0 16,0 0-16,0 0 16,0 0-16,-1 0 15,26 0-15,-25 25 16,0-25-16,49 0 16,-24 0-1,-50 25 1,24-25-16,51 0 15,-50 0-15,-1 0 16,1 50-16,25-50 16,-25 0-16,-1 0 15,1 0-15,0 0 16,0 24-16,24-24 16,-24 0-16,0 0 15,0 0-15,0 0 16,24 0-16,26 0 15,-50 0-15,-1 0 16,26 25-16,-25-25 16,0 0-16,-1 0 15,26 0 1,0 0-16,-1 0 0,1 0 16,-1 0-16,1 0 15,0 0 1,-1 0-16,1 0 0,-25 0 15,24 0-15,1 0 16,-25 0 0,24 0-16,1 0 0,-1 50 15,1-50-15,0 0 16,-1 0-16,1 0 16,0 0-16,-1 0 15,1 0-15,-1 0 0,1 0 16,0 0-1,-26 0-15,26 0 16,0 0-16,-1 0 0,1 0 16,-1 0-16,1 0 15,0 0-15,-1 0 16,1 0 0,-1 0-16,1 0 0,0 0 15,-1 0-15,26 0 16,-26 0-16,1 0 15,0 0-15,-1 0 16,1 0-16,24-25 16,1 25-16,-1 0 15,-24 0-15,24 0 16,0 0-16,-24 0 0,24 0 16,1 0-16,-26 0 15,1 0-15,-25 0 16,25 0-16,24 0 15,-24 0-15,-1 0 16,1-25-16,-25 25 16,24 0-16,-24 0 15,0 0-15,0 0 16,24 0-16,-24 0 0,0 0 16,24 0-1,-24 0 1,0 0 15,0 0 16</inkml:trace>
  <inkml:trace contextRef="#ctx0" brushRef="#br1" timeOffset="-132494.702">11584 15801 0,'-25'0'0,"0"0"16,0 0-1,1 0 17,24 24-32,0 26 0,-50-25 15,50 24 1,0 1-16,0 0 0,0-1 16,25-24-16,-25 0 15,49-25-15,-24 25 16,0-25-16,0 0 15,0 0-15,24 0 16,-24 0-16,0-75 16,24 26-1,-49-1-15,0 25 16,0-24-16,0-1 0,0 25 16,-24 0-16,-1 1 15,0 24 1,-25-50-16,26 50 15,-1 25 1,25 24-16,0-24 16,0 0-16</inkml:trace>
  <inkml:trace contextRef="#ctx0" brushRef="#br1" timeOffset="-132130.915">11857 16024 0,'0'49'46,"24"-49"-14,26 0-1,-50-24-15,0-1 15,-25 25-31,25-50 15</inkml:trace>
  <inkml:trace contextRef="#ctx0" brushRef="#br1" timeOffset="-131543.218">12080 15925 0,'0'-75'31,"0"50"-31,25 1 0,-1-26 15,26 50 1,-25 0 0,49 25-1,-74 0 1,0 24-16,0 1 16,0-1-16,0-24 0,-24 0 15,24 0 1,-25 0-16,0 24 15,25-74 32,0-24-31,50-1 0,-1 50-1,1 0 1,-50 25-1,0 25-15,0-26 16,0 26-16,0 0 16,-75-1-1,26-49 1,24 25-16,0-25 16,-25 0-1,50-50 16</inkml:trace>
  <inkml:trace contextRef="#ctx0" brushRef="#br1" timeOffset="-131165.455">12551 15801 0,'0'-25'16,"50"25"62,-50 25-78,25-1 16,-25 1-16,49 0 15,-49 0-15,25 24 16,0-24 0,-25 0-16,49-25 0,-49 50 15,25-50 1,-25 24-16</inkml:trace>
  <inkml:trace contextRef="#ctx0" brushRef="#br1" timeOffset="-130905.829">12824 15751 0,'0'0'0,"0"-25"16,-25 25 15,-24 50-15,49 24-16,-75 1 16,1 73-1,49-73-15,-25-26 16,26-24-16,-1-25 15</inkml:trace>
  <inkml:trace contextRef="#ctx0" brushRef="#br1" timeOffset="-129999.058">13444 15677 0,'0'49'63,"0"1"-63,0 24 15,0 1-15,0-26 16,0 1-16,0-25 15,0 24-15,0-24 16</inkml:trace>
  <inkml:trace contextRef="#ctx0" brushRef="#br1" timeOffset="-129666.177">13643 15900 0,'0'0'16,"0"25"-1,24-25 63,-24-25-46</inkml:trace>
  <inkml:trace contextRef="#ctx0" brushRef="#br1" timeOffset="-129220.423">13965 15726 0,'0'0'16,"0"-25"-16,-25 50 63,25 25-48,-49-1-15,49 1 0,-50 0 16,50-1-1,0 1-15,0-25 16,0-1-16,0 26 16,25-50-16,0 0 15,24 0 1,-24 0 0,-25-25 15,0 0-16,0-24 1,0 24-16,-50 25 16,1 0-1,24 0 1</inkml:trace>
  <inkml:trace contextRef="#ctx0" brushRef="#br1" timeOffset="-128905.966">14213 15825 0,'0'0'0,"50"0"62,-50 25-46,49 25 0,-49-25-16,50-1 0,-50 1 15,50 25-15,-26-1 16,-24-24-1</inkml:trace>
  <inkml:trace contextRef="#ctx0" brushRef="#br1" timeOffset="-128668.103">14486 15825 0,'0'0'16,"0"-24"-16,-25 48 31,-24 1-15,-1 25-16,25-1 16,0 1-16,-24 24 15,24-49-15,25 0 16,-25-25-16,25 50 0</inkml:trace>
  <inkml:trace contextRef="#ctx0" brushRef="#br1" timeOffset="-128336.292">14759 15801 0,'0'-25'32,"49"50"-1,-49 24-16,0 1-15,0-25 16,0 24 0,0 1-16,0-25 0,0-1 15,0 26 1</inkml:trace>
  <inkml:trace contextRef="#ctx0" brushRef="#br1" timeOffset="-127958.578">15056 15875 0,'-24'50'15,"48"-100"-15,-24 75 31,0 0-31,0 24 16,0 1-16,-49-1 16,49-24-16,0 25 15,0-25-15,25-1 16,-1-24 0,26 0-1,-25-24-15,24-26 16,-49-24-1,25 49 1,-25 0-16,0 0 16,-25-24-16,1 24 15,-1 25-15,0 0 16,0 0-16,-24 0 16,24 0-16</inkml:trace>
  <inkml:trace contextRef="#ctx0" brushRef="#br1" timeOffset="-126687.795">14957 15652 0,'-25'0'16,"75"0"78,0 0-79,-1 0 1,-24 0 0,0 0 15</inkml:trace>
  <inkml:trace contextRef="#ctx0" brushRef="#br1" timeOffset="-126265.479">15280 15553 0,'0'-25'0,"24"25"93,-24 25-77,0-1-16,0 1 16,0 25-16,0-25 15,0 24 1,25-49-16,-25 25 15,0 0 1</inkml:trace>
  <inkml:trace contextRef="#ctx0" brushRef="#br1" timeOffset="-125775.724">15602 15677 0,'-49'0'62,"24"0"-46,0 0-1,0 0 1,25-25 15,0 0-15,0-25-16,0 26 31,50 24-15,-1 0-1,-49 24-15,50 1 16,-50 0-16,0 0 16,0 49-1,0-49-15,0 0 16,-50 24-1,26-49-15,-26 50 16</inkml:trace>
  <inkml:trace contextRef="#ctx0" brushRef="#br1" timeOffset="-118881.847">1042 5159 0,'0'75'78,"0"-50"-78,49-1 15,-49 1-15,50-25 16,0 50-16,24-50 16,50-50-16,74-74 0,51-49 15,73-51 1,50 26-16,-49 24 15,-75 50-15,-50 50 16,-99 74-16,-74 0 16</inkml:trace>
  <inkml:trace contextRef="#ctx0" brushRef="#br1" timeOffset="-116856.243">20117 15205 0,'24'0'110,"1"-25"-95,25 25-15,-1 0 16,1 0-1,-25 0-15,0 0 0,24 0 16</inkml:trace>
  <inkml:trace contextRef="#ctx0" brushRef="#br1" timeOffset="-116572.406">20141 15577 0,'25'0'31,"0"0"-15,0 0-16,0 0 15,-1 0-15,1 0 16,25 0-16,-25 0 16,24 0-16,1 0 15,-25 0-15</inkml:trace>
  <inkml:trace contextRef="#ctx0" brushRef="#br1" timeOffset="-116171.633">20935 15156 0,'0'0'0,"25"24"62,-25 26-46,0 0-1,0-1-15,0 1 0,0 0 16,0-26-16,0 1 16,0 0-16,25-25 15,-25 50 1,0-26-16</inkml:trace>
  <inkml:trace contextRef="#ctx0" brushRef="#br1" timeOffset="-115801.719">21307 15429 0,'0'-50'47,"0"75"-32,0 0 1</inkml:trace>
  <inkml:trace contextRef="#ctx0" brushRef="#br1" timeOffset="-115273.023">21456 15329 0,'0'-25'16,"0"50"-16,0-124 15,0 74-15,50 0 0,-50 1 16,24-26 0,1 50-1,25 0 1,-50 25-16,25 24 15,-25-24-15,0 0 16,0 25-16,0-1 16,0-24-16,0 25 15,0-1-15,-50-24 16,25 0-16,-24 25 16,24-50-16,25 49 0,-50-49 15,50-25 48,0 1-48,25 24 1,25 0-16,-26 0 16,1 0-16,0 0 15,0 0-15,0 0 16,24 24-16,1-24 0,-50 25 15,50-25 1</inkml:trace>
  <inkml:trace contextRef="#ctx0" brushRef="#br1" timeOffset="-114767.316">22027 15354 0,'0'-50'0,"24"26"31,-24-1-15,-24 25 62,-26 0-62,50 49-1,-25-24-15,25 25 16,0-25-16,0 0 16,0-1-16,0 26 15,0-25 1,75-25-16,-51 0 16,1 25-16,0-25 15,0 0-15,24 0 16,1 0-1</inkml:trace>
  <inkml:trace contextRef="#ctx0" brushRef="#br1" timeOffset="-114156.179">22324 15255 0,'0'0'31,"0"-25"-31,0 50 32,25 0-32,-25 24 15,0 1-15,0 0 16,0-1-16,0-24 0,0 0 15,0 0 1,25-50 31,-25 0-31,0-25-1,49-49-15,-49 74 16,0 0-1,25 25 1,-25 25 0,25 75-1,-25-51-15,0-24 16,0 0 0,50-50 15,-50-25-16,49-24-15,-49 24 16,50 25 0,-1 1-16,-24 24 15,25 49 1,-50 1 0,25 24-16,-25-24 15,0 0-15,0-26 16,0 1-16,0 25 15</inkml:trace>
  <inkml:trace contextRef="#ctx0" brushRef="#br0" timeOffset="-26391.296">6226 10418 0,'0'-25'94,"-25"0"-63,25-24-15,-25 49-16,25-25 15,-24 0 1,24 0-1,-25 25-15,25-24 16,-25 24 0,25-25-1,-50 25-15,50-50 16,-24 50 0,24-25-1,-25 25-15,25-24 16,-25 24-16,0-25 31,0 25-15,-24-25-1,24 25 1,0 0 0,0-50-1,0 50 1,-24 0 15,24 0-15,-25 0 15,26 0-15,-1 0 15,0 0-16,0 0 1,0 0 0,-24 0-1,24 0 17,25 50-17,-25-50 1,25 25-16,-25 0 15,1-1 1,24 1 0,-50-25-1,50 50-15,0-25 16,-25-25 0,25 49-16,0-24 15,-25 0 1,25 24-1,0 1 1,0 0 0,0 24-1,0-49 1,0 0-16,0-1 0,0 1 16,0 0-16,0 25 15,0-26-15,0 1 16,50 0-1,-50 25-15,25-26 16,-25 26-16,0-25 16,25 0-16,-25-1 0,0 1 15,24 25-15,-24-1 32,50-49-32,-50 25 0,25 25 15,-25-25 1,25-25-1,-25 25-15,24-1 16,-24 1 0,25-25-1,-25 50-15,50-25 16,-50-1 0,25-24-1,-25 25-15,24-25 16,1 25-1,0-25 1,25 50 0,-26-50-1,1 24 1,0-24 0,25 0-1,-25 0 1,24 0-1,-24 0 1,25-49 0,-1 24-16,-24 0 15,25-24 1,-26-1 0,-24 25-1,50 25 1,-50-25-16,50 1 15,-50-1 1,24 25 0,-24-25-16,25-25 15,-25 25 17,25 1-17,-25-1-15,0-50 31,0 51-31,50-26 16,-50 25-16,0 0 16,0-24-16,0 24 0,0 0 15,0 0-15,0 1 16,0-26-16,-25 25 16,25-24-1,-25 24-15,25 0 0,-25 0 16,25 0-16,-25 25 15,25-49 1,-24-1 0</inkml:trace>
  <inkml:trace contextRef="#ctx0" brushRef="#br0" timeOffset="-23270.811">9971 10120 0,'0'-24'47,"0"-1"-16,0 0-15,0 0-16,-49 25 15,49-50-15,-25 1 16,25 24-16,-25 0 16,-24-24-1,49 24 1,-25 25-16,25-25 15,-25 25 1,25-50-16,-25 50 16,0-24-1,1 24 1,-26-25 0,0 25-1,26 0 1,24-25-1,-25 25-15,0 0 32,0 0-17,-24 0 17,24 0-17,0 0 1,-25 0-1,26 0 1,-1 0 0,0 0-1,0 0 1,-24 25 0,24-25-1,25 25-15,-25-25 16,25 49-1,-25-24 1,25 0 0,-25-25-16,25 25 15,-24-25-15,24 24 16,-50-24-16,50 25 16,-25-25-16,25 50 0,-25-50 15,25 25 1,-25-1-16,25 1 15,0 0 1,-24-25 0,24 25-16,0 25 15,0-26 1,-50-24 0,50 25-16,0 0 15,-25 0 1,25 24-1,0-24 17,0 0-17,-25 25 1,25-26 15,0 1-15,0 0-1,0 0 1,0 24 0,0-24-1,0 0 1,0 0 0,0 0-1,25-25-15,-25 24 16,0 26-1,25-50-15,-25 25 0,50 24 16,-50-24 0,24-25-1,-24 25 1,25 0-16,0-25 16,-25 25-1,25-25-15,25 0 16,-26 49-1,1-49 1,0 0 0,0 0-1,0 0 1,24 25 0,-24-25-1,0 0 1,0 0-1,-1 0 1,1 0 0,25 0-1,-25 0 1,-1 0 0,1 0-16,0 0 15,0 0 1,24 0-1,-24 0 1,0 0 15,0 0-15,0 0 0,24-50 15,-24 50-16,25-24 17,-26 24-17,-24-25 1,25 25 0,-25-25-1,25 25-15,-25-25 31,25 25-15,-25-49 0,0 24-1,25 25-15,-25-25 16,49 0 0,-49 0-1,25 25 1,-25-24-16,0-26 15,0 25 1,0-24-16,0-26 16,0 26-1,0-1-15,0 25 16,0 0-16,0-24 16,0-1-1,0 1 1,0 24-1,0 0-15,0 0 16,0 0-16,0-24 16,-50 49-16,50-25 15,-24 25 1,24-25 0,-25 25-1,0 0 1,0 0-1,0 0 1</inkml:trace>
  <inkml:trace contextRef="#ctx0" brushRef="#br0" timeOffset="-19258.934">8706 11385 0,'0'-24'0,"25"24"125,0 0-94,25 0-15,-26 0-1,1 0 1,0 0 0,0 0-1,0 0 1,-25 24 0,49-24-16,-49 50 15,0 0 1,25-26-1,-25 1 1,0 0 0,0 0-1,25-25 1,-25 25-16,0 24 16,0-24-1,0 0 1,0 0 15,0-1-15,0 1 15,0 0 0,0 25 16,-25-50 47,0 0-32,25-25-46,0 0 0,0 0-1,0 0 1,0 1-1,0-1 1,0-25 0,0 25-1,25 25-15,-25-24 16,25-1 0,-25 0-1,25 25-15,-25-25 16,49-24-1,-49 24 17,25 25-17,0-25 17,-25 0-1,25 25-16,-25-25 1,25 25-16,24-49 31,-24 49 1,-25-25 61,25 25-93,0-25 78,-25 0-46,24 25-32,-24-24 203,-24 24-188,-1 0 17,0 0 15,0 0-16,-24 0 0,49 24-31,-25 1 16,25 0-1,-25-25 1,25 50-16,-25-1 16,25-24-1,-49 25 1,49-1-1,-25 1 1,25-25 0,0-1-1,-25-24-15,25 25 16,0 0 0,0 0-1,0 24 16,0-24 1,-25-25 93</inkml:trace>
  <inkml:trace contextRef="#ctx0" brushRef="#br0" timeOffset="-15771.98">25971 7268 0,'0'-25'78,"0"0"-16,-25 25-46,0 0 31,25 25-16,0 0-15,25-25 30,0 0-30,-1 0 15,-24-25-31,0-25 16,0 26 0,0-1 15,-24 25 16,-26 49-32,50-24 1,0 0 15,25-25 0,0 0-15,-1 0 0,-24-25-1,0-24 17,0 24-1,-49 25-16,24 0 17,25 25-17,25 24 17,0-49-17,-1 0 16,-24-49 1,0 24-1,0 50 266,0 24-282,0-24 1,0 0-16,0 24 16,0-24-16,0 0 0,0 0 15,0 0-15,0-1 16,0 26-16,0-25 16,25 0-16,-25-1 15,0 1 1,0 0-16,0 25 0,0-1 15,0 1 1,0-25 0,0-1-1,0 26 17,0-25 14,0 0 17,0-1-32,0 1 16,0-50 78</inkml:trace>
  <inkml:trace contextRef="#ctx0" brushRef="#br0" timeOffset="-14849.76">25995 7243 0,'0'-50'109,"0"26"-93,0-26 0,0 25-16,0 0 15,0 1-15,0-1 16,0 0-16,0 0 15,0-24 1,0-1-16,0 25 16,0 0-1</inkml:trace>
  <inkml:trace contextRef="#ctx0" brushRef="#br0" timeOffset="-1626.048">8136 12303 0,'0'-25'16,"-25"25"62,0 0-62,-24 0-1,24 0 1,0 0 0,0 0 15,0 50-31,-24-50 16,49 25-1,-25-25 1,0 0 15,25 25-15,-25-25 15,25 24-31,-24-24 16,24 25-1,-25-25-15,25 25 16,-25-25-1,25 50 1,0-1-16,-50-49 16,50 25-16,0 0 15,-24 0 1,24 24 0,0 1-1,0-1 1,0-24-1,-25-25 1,25 50-16,0-25 16,0-1-1,0 1 1,0 25 0,0-25-16,0 24 15,0 1 1,0-1-1,0-24 1,25-25 0,-25 50-16,0-25 15,49 0 1,-49-1 0,25-24-1,-25 25 1,25 25-1,-25-25 1,25-25-16,-25 24 16,24-24-1,26 25 1,-25-25 15,-25 25-31,25-25 31,-25 50-31,24-50 32,-24 24-32,25-24 15,25 0 1,-50 25 0,25-25-16,0 0 15,-1 0 1,1 0-1,0 0 1,0 0 0,24 0-1,-24 0 1,0 0 0,0 0-1,0 0 1,-1 0-1,26 0 1,0 0 0,-1 0-1,-24 0 1,25-49 0,-1 49-1,1 0 1,-25 0-16,24-25 15,-24 25-15,25 0 16,-50-25-16,49 25 16,-24 0-1,49-25 1,-49 25 0,25-49-1,0 49 1,-1 0-1,-24 0 1,-25-25-16,25 25 16,0 0-1,-1 0 1,1-25 0,25 25-1,-25 0 1,-1 0-16,-24-25 15,50 25 1,-25 0-16,24 0 16,-24 0-1,0-49 1,0 49 0,24 0-1,1 0 1,-25 0-1,0 0 1,-1 0 0,1-25-1,0 25 1,25 0 0,-26 0-1,26 0 1,-50-25-16,25 25 15,0 0 1,-1-25 0,1 25-1,25-50 1,-25 50 0,-25-24-1,25 24-15,-25-25 16,0 0-1,24 25-15,-24-25 32,0 0-32,25 25 15,-25-49-15,0 24 16,0-25 0,50 1-16,-50 24 15,0 0 1,0 0-16,0 1 15,0-1-15,0-25 16,0 1-16,-25-1 16,25 25-1,-25 0 1,25-24 0,-25 49-1,25-50-15,-49 1 16,49-1-1,-25 0 1,25 26 0,-25 24-1,25-25-15,-25 25 16,25-25 0,-25 25-1,-24 0 1,24 0-1,0 0 1,-24 0 0,-1 0-1,0 0 1,1 0 0,24 0-1,-25 0 1,1 0-1,49 25 1,-25-25 0,-25 0-16,26 25 15,-1-25-15,0 0 0,0 49 0,-24-49 16,24 0-16,-25 0 16,25 25-1,-24-25 1,-1 0-1,25 0 1,-24 0 0,24 0-16,0 0 15,0 0-15,-24 0 16,24 0-16,-25 0 16,1 0-1,-1 0 1,0 0-1,1 0 1,-1 0 0,1 0-1,-1 0 1,25-50 0,0 50-1,1 0 1,-26 0-1,25 0 1,0 0 15,1 0-15,-26 0 15,25 0 0,0 0-15,1 0 15,24 50 1,-50-50-32,25 0 31,25 25-16,-25-25 64,25 25-33,0-1-14</inkml:trace>
  <inkml:trace contextRef="#ctx0" brushRef="#br0" timeOffset="7994.664">23118 11013 0,'-25'0'0,"0"0"156,1 0-93,-1 0-32,-25 0 16,75 0 62,25 0-109,-1 0 16,26 0-1,-1 0-15,0-25 0,-49 25 16,25 0-16,-25 0 16,24 0-1</inkml:trace>
  <inkml:trace contextRef="#ctx0" brushRef="#br0" timeOffset="8504.394">23242 11038 0,'0'25'63,"0"0"-48,0-1-15,0 26 16,0 0-16,0-1 16,0 1-16,0 0 15,0-26-15,0 1 16,0 0-16,0 0 15,0 24 1,0 1 0</inkml:trace>
  <inkml:trace contextRef="#ctx0" brushRef="#br0" timeOffset="9623.063">23961 11261 0,'-24'0'15,"48"0"79,1 0-94,25 0 16,-1 0-16,1 0 15,0 0-15,-26 0 16,1 0-16,25 0 15,-50 25 32</inkml:trace>
  <inkml:trace contextRef="#ctx0" brushRef="#br0" timeOffset="9922.892">23961 11559 0,'25'0'31,"0"0"-15,25-25-16,-1 25 16,1 0-16,-1 0 15,1-25-15,0 25 16,-26 0 0,1 0-16,0 0 0</inkml:trace>
  <inkml:trace contextRef="#ctx0" brushRef="#br0" timeOffset="11444.39">24978 11013 0,'0'-49'0,"-49"49"32,49-25-32,-25 25 15,25-25 1,0 0-1,0-24 1,0-1-16,25 25 16,24-24-1,1 49 1,0 24 0,-50 26-1,24 24-15,-24-24 0,0 24 16,0 50-1,-49-74-15,-1 0 16,25-25-16,1-1 16,-1-24-16,-25 50 15,25-50 1,0 0 0,25-50 15,0 1-16,0 24 1,25 25-16,0 0 16,25 0-16,-1 0 15,-24 0 1,25 0-16,-25 0 0,-25 50 16,49-50-16,-49 24 15,50-24-15,-25 0 16</inkml:trace>
  <inkml:trace contextRef="#ctx0" brushRef="#br0" timeOffset="11729.239">25450 10889 0,'0'0'0,"0"50"47,0-1-31,0 1-16,0 0 15,0-1-15,0-24 16,0 25-16</inkml:trace>
  <inkml:trace contextRef="#ctx0" brushRef="#br0" timeOffset="11970.116">25598 10840 0,'0'49'32,"0"-98"-32,0 98 15,25 1-15,-25-1 16,0 1 0,0 0-16,0-26 15,0 26-15,0-25 16</inkml:trace>
  <inkml:trace contextRef="#ctx0" brushRef="#br0" timeOffset="12368.891">25350 10889 0,'0'0'0,"-24"0"0,73 0 62,1 0-62,-1-25 0,1 25 16,0 0-16,-26 0 16,26-49-16,0 49 15,-26 0-15,1 0 16,0 0-1,-25 49 17</inkml:trace>
  <inkml:trace contextRef="#ctx0" brushRef="#br0" timeOffset="12989.685">24780 11559 0,'0'0'0,"49"0"78,26 0-63,24 0-15,25-50 16,0 50 0,25 0-16,-25-24 0,-25 24 15,-49 0-15,-1 0 16,-24 0-16,0 0 16,0 0-16,24 0 15,-24 0 1</inkml:trace>
  <inkml:trace contextRef="#ctx0" brushRef="#br0" timeOffset="13830.276">25177 11881 0,'-25'0'78,"25"50"-62,-25 0-16,25-26 16,0 26-16,-49 0 15,49-1 1,0-24-16,0 25 15,0-25-15,49-25 32,-24 0-17,25-25-15,-26-25 0,1 25 16,-25 0-16,50 1 0,-50-1 16,0-25-16,49 25 15,-49 1 1,0 48 15,0 1-15,0 25-16,0-1 15,0 1-15,0-25 16,0 25 0,50-50-16,0 0 15,-26 0 1,26 0-16,-25 0 15,0-50-15,-1 25 16,-24 0-16,50-24 0,-50-1 16,0-24-16,0 24 31,0 0-31,-25 1 0,0 49 16,-24 0-16,24 0 15,0 0-15,0 0 16</inkml:trace>
  <inkml:trace contextRef="#ctx0" brushRef="#br0" timeOffset="14392.086">26194 11336 0,'-25'-25'16,"75"25"31,24-50-32,-24 50 1,-1 0-16,1 0 16,-25 0-16,-1 0 0</inkml:trace>
  <inkml:trace contextRef="#ctx0" brushRef="#br0" timeOffset="14628.932">26268 11609 0,'0'-50'16,"0"100"-16,50-50 31,-25-25-31,24 25 15,1-50-15,-1 50 16,26-49-16,-1 49 16,1-50-16</inkml:trace>
  <inkml:trace contextRef="#ctx0" brushRef="#br0" timeOffset="15168.781">27037 10889 0,'0'0'0,"0"-74"15,50 74 1,-50-50 0,25 50-16,24 0 15,1 0 1,-25 0-16,-25 25 0,24 25 16,-24-1-16,0 1 15,0-1-15,-24 1 16,-1-25-16,-25 24 15,25-24-15,-24-25 16,24 50-16,0-50 16,0 0-1,-24 0 1,49-25 15,24 25-15,26 0-16,-25 0 15,25 0 1,-1 0-16,1 0 16,-25 0-16,-1 0 0,26 0 15,0 25 1,-26-25 0</inkml:trace>
  <inkml:trace contextRef="#ctx0" brushRef="#br0" timeOffset="15393.641">27533 10939 0,'0'25'31,"0"24"-16,0 1 1,0-1-16,0 1 0,0-25 16,0 25-1</inkml:trace>
  <inkml:trace contextRef="#ctx0" brushRef="#br0" timeOffset="15624.512">27657 10988 0,'0'50'15,"0"-100"-15,0 100 32,0 0-17,0-1-15,0-24 16,0 25-16,25-1 15,-25-24 1</inkml:trace>
  <inkml:trace contextRef="#ctx0" brushRef="#br0" timeOffset="15902.401">27533 10988 0,'0'0'15,"0"-24"-15,0-1 31,25 25-15,0 0-16,0 0 16,24 0-16,-24 0 15,25 0-15,-26 0 16</inkml:trace>
  <inkml:trace contextRef="#ctx0" brushRef="#br0" timeOffset="16651.119">27012 11460 0,'25'0'63,"74"0"-47,25 0-16,25 0 15,0 0-15,25 0 16,-26 0-1,1 0-15,-25 0 0,-49 0 16,-50 0-16,-1 0 16,-48 0 15</inkml:trace>
  <inkml:trace contextRef="#ctx0" brushRef="#br0" timeOffset="17776.141">27310 11807 0,'0'25'94,"25"-25"-79,-25 74-15,25-49 16,-25 0-16,49 24 15,-49-24-15,25 0 16,-25 0-16,0 0 16,25-25-16,-25 24 15,25-24 63,24-74-46,-49 49-32,25-24 15,-25-1-15,50 0 16,-50 26-16,24-1 16,-24 0-16,25 25 31,25 0 31,-25-50-46</inkml:trace>
  <inkml:trace contextRef="#ctx0" brushRef="#br0" timeOffset="18658.655">28079 10914 0,'0'-25'62,"50"25"1,-26 25-63,1 25 15,-25-1-15,50 1 16,-50-1-16,49 1 0,-49 0 15,0-25-15,0 24 16,0-24-16,0 0 16,-49-25 15,24 0 0,25-25-31,0 0 16,0 0-16,0-24 15,0-1-15,25 0 0,0 1 16,49-50 0,-49 99-1,0-50-15,-1 50 0,1 0 16,25 0 0</inkml:trace>
  <inkml:trace contextRef="#ctx0" brushRef="#br0" timeOffset="25502.023">28550 11261 0,'0'-24'0,"0"-1"31,0 0 32,0 50 62,50 0-110,-50-1-15,0 1 0,0 25 16,0-25 0,0 24-16,0-24 15,0 0 17,0 0 46</inkml:trace>
  <inkml:trace contextRef="#ctx0" brushRef="#br0" timeOffset="26287.679">28501 11509 0,'0'-24'47,"-25"24"0,50 0 187,-1 0-234,1 0 16,0 0-16,0 0 16,0 0-1,24 0 1,1 0-16,-25 0 31</inkml:trace>
  <inkml:trace contextRef="#ctx0" brushRef="#br0" timeOffset="43300.996">24011 13767 0,'0'-25'16,"0"0"-1,0 75 95,25-26-110,-25 26 15,0 24 1,0-24-16,0 24 15,0-24-15,0 0 0,0-26 16,0 1-16,25 0 16</inkml:trace>
  <inkml:trace contextRef="#ctx0" brushRef="#br0" timeOffset="43791.737">24036 13816 0,'0'-25'16,"0"1"0,0-1 15,0-25-16,49 50 1,1 0 0,-25 0-16,0 0 15,-1 0-15,26 25 16,-50 25 0,0-26-16,0 1 0,0 0 15,0 0-15,-25 24 16,-24-49-16,24 50 15,0-50 1,0 50-16,-24-50 31,49-25-15,0 0 0</inkml:trace>
  <inkml:trace contextRef="#ctx0" brushRef="#br0" timeOffset="44069.578">24408 13965 0,'0'50'31,"0"-26"-15,0 26-16,0-25 15,0 0-15,0-1 16,0 1 0</inkml:trace>
  <inkml:trace contextRef="#ctx0" brushRef="#br0" timeOffset="44270.487">24408 13692 0,'0'0'0,"0"-25"16,0 75 46</inkml:trace>
  <inkml:trace contextRef="#ctx0" brushRef="#br0" timeOffset="44970.197">24805 13618 0,'0'49'62,"0"1"-62,0-25 16,0 24-16,0 1 16,0 0-1,0-1-15,0 1 0,0-1 16,0-24 0,0 0-16,49-25 0,-49 25 15,0 24 1</inkml:trace>
  <inkml:trace contextRef="#ctx0" brushRef="#br0" timeOffset="45260.052">24730 13965 0,'0'-50'63,"75"50"-48,-51 0-15,1 0 16,0 0-16,0 0 16,0 0-16,24 0 0,-24 0 15,0 0-15</inkml:trace>
  <inkml:trace contextRef="#ctx0" brushRef="#br0" timeOffset="45653.802">25301 13915 0,'0'-24'16,"0"48"-16,0-73 31,-25 49-16,-25 0 1,26 25 0,24-1-16,0 1 15,-25 25-15,25-25 16,0-1-16,0 26 16,0-25-1,25-25 1,24 0-16,1 0 15,-1 0 1,-24 0 0,25 0-1,-25-50 1,-25 1-16</inkml:trace>
  <inkml:trace contextRef="#ctx0" brushRef="#br0" timeOffset="46136.547">25598 13593 0,'0'0'47,"0"25"-31,0 0-16,0-1 15,0 26-15,0 0 16,25-26-16,-25 1 16,0 0-16,0 0 15,0 24-15,0-24 16,0 0-16,0 0 16,0-75 46,25 1-62,-25-1 16,0 25-1,50-24-15,-26 24 16,1 25 0,25 0-1,-50 25-15,25 24 16,-25 1-16,49 24 15,-49-24-15,0-1 16,0-24-16,25 25 16,-25-25-1</inkml:trace>
  <inkml:trace contextRef="#ctx0" brushRef="#br0" timeOffset="51319.965">26293 13891 0,'50'0'156,"-26"0"-156,1 0 16,0 24-16,25-24 15,-26 0-15,26 0 16,-25 0-1,0 25 17</inkml:trace>
  <inkml:trace contextRef="#ctx0" brushRef="#br0" timeOffset="51824.842">26367 14163 0,'-24'0'16,"48"0"78,26 0-79,-25 50 1,24-50-16,-24 0 16,25 0-1,-1 0 1,-24 0-16</inkml:trace>
  <inkml:trace contextRef="#ctx0" brushRef="#br0" timeOffset="61199.438">27037 13990 0,'0'-25'78,"25"-25"-62,25 26-1,-1 24 1,-49-25-16,25 25 16,0 0-1,24 0 1,-49 25-16,25 24 16,-25-24-16,0 0 15,0 0 1,0-1-16,0 1 0,0 0 15,0 49 1,-25-24 0,-24 0-1,-1-26-15,1-24 16,-1 0 0,25 0-1,-25 0 16,50-24 1,0-26-17,0 25 1,25 25 0,-25-25-16,25 25 15,-25-24-15,50 24 16,-25-25-16,-1 25 15,1 0-15,0 0 16,25-50 0,-1 50-1,-24 0-15,25 0 16,-26 0 15,-24-25-31,50 25 16,-50-24-16,50 24 15,-50-25 1,49 25-16,-49-25 16,0 0-16,25 25 15,-25-49 1,0 24 15,-25 25 47,-24 25-62,-1 24 0,25 1-1,-24-1-15,49 1 31,0-25-31,0 0 0,0-1 16,0 1-16,0 25 16,24-50-1,-24 25-15,50-25 16,-25 0 0,0 0-16,24 0 15,-24 0-15,0 0 0,0 0 16</inkml:trace>
  <inkml:trace contextRef="#ctx0" brushRef="#br0" timeOffset="61922.096">28004 13990 0,'50'0'93,"-25"0"-93,25 0 0,-1 0 16,1 0 0,-25 0-16,24 0 0,-24 0 15,0 0 1,-25 25 0,-25-1-1</inkml:trace>
  <inkml:trace contextRef="#ctx0" brushRef="#br0" timeOffset="62190.966">28079 14263 0,'25'0'31,"0"0"-31,24 0 16,-24 0-1,0 0-15,0 0 16,24 0-16,-24 0 16,0 0-16,0 0 15,-1 0 1</inkml:trace>
  <inkml:trace contextRef="#ctx0" brushRef="#br0" timeOffset="63065.671">28798 14015 0,'0'-25'31,"50"50"78,-50 24-93,0-24 0,25 25-16,-25-1 15,0 1-15,24-25 0,-24-1 16,0 1-16,25-25 15,-25 50 1,0-25-16,50-25 16,-50 25-1,0-50 32,25-25-47,-25-24 16,24-1-16,-24-24 15,50 25-15,-50 24 16,25 25-16,-25 0 16,0 50 46</inkml:trace>
  <inkml:trace contextRef="#ctx0" brushRef="#br0" timeOffset="63533.482">29394 14287 0,'49'0'125,"-49"-24"-63</inkml:trace>
  <inkml:trace contextRef="#ctx0" brushRef="#br0" timeOffset="64374.079">29890 13915 0,'-50'-24'31,"25"24"1,50 0 61,0 0-77,24 0-16,1 0 16,0 0-16,-1 0 15,1 0-15,-25 0 16,-1 0-16,1 0 16</inkml:trace>
  <inkml:trace contextRef="#ctx0" brushRef="#br0" timeOffset="64721.884">29989 13940 0,'0'50'78,"0"-1"-62,0 26-16,0-26 16,0 51-16,0-26 0,0-24 15,0-25-15,0 24 16,0 1-1,0-25 1</inkml:trace>
  <inkml:trace contextRef="#ctx0" brushRef="#br0" timeOffset="67529.724">29195 14511 0,'0'-25'109,"-25"25"-78,25-25-15,0 0 31,0 50 62,0 0-93,0 0-16,0 0 15,0-1-15,0 26 16,0-25 0,0 0-16,0-1 0,0 1 15,0 0-15,0 0 16,-24-25 0,24 49-16,0-24 15</inkml:trace>
  <inkml:trace contextRef="#ctx0" brushRef="#br0" timeOffset="68132.008">29369 14461 0,'0'-25'16,"0"75"46,0-25-46,0 24-1,0-24-15,0 0 16,0 0-16,0 0 16,0-1-16,0 26 15,0-25 1</inkml:trace>
  <inkml:trace contextRef="#ctx0" brushRef="#br0" timeOffset="69492.334">29617 14188 0,'0'-25'16,"-50"75"46,50-25-46,0 0 15,25-25-15,0 0 15,0 0-16,-25-25 1,24-25 0,-24 25 15,0 1-15,-24 24-1,-26 0 1,50 24-1,-25-24 1,25 50-16,0-25 16,0 0 15,50-25-15,-25 0-1,-1 0 1,-24-50 15,0 25-15,0-24-1,-24 49 1,24 24 0,-25-24-1,25 25-15,0 25 16,0-25-1,49-25 17,-24 0-1,-25-50-15,0 25-1,0 0 1,-49 25 15,24 0-15,25 25-16</inkml:trace>
  <inkml:trace contextRef="#ctx0" brushRef="#br0" timeOffset="72397.752">27930 15478 0,'-50'0'16,"26"0"47,73 0 15,1 0-63,24 0-15,1 0 16,-26 0-16,-24 0 16,0 0-16,0 0 15</inkml:trace>
  <inkml:trace contextRef="#ctx0" brushRef="#br0" timeOffset="72687.59">27955 15677 0,'0'0'15,"25"24"16,-1-24-15,26 0 0,-25 0-16,0 0 15,0 0-15,-1 0 16,1 0 0,25 0-16,-1-49 15,-24 49-15</inkml:trace>
  <inkml:trace contextRef="#ctx0" brushRef="#br0" timeOffset="74016.327">28873 15404 0,'0'25'47,"0"-1"-32,0 26-15,0 0 0,0-1 16,0 1 0,0-1-16,0 1 0,0-25 15,24 0-15,26 24 16,0-49-1,-26 0-15,26 0 32,0 0-32,-50-49 15,49-1-15,-49 25 16,50 0-16,-50-24 16,0-1-1,0 25-15,0-24 0,0 24 16,-25 25-16,25-25 15,-25 25 1,1 0 15,24 25-15,0 0-16,-25 0 16,25 24-16,0-24 15,0 0-15,0 0 16,0-1-16,0 1 15,0 25 1,25-50-16,-25 25 16,49-25-16,1 49 15</inkml:trace>
  <inkml:trace contextRef="#ctx0" brushRef="#br0" timeOffset="75153.47">29642 15553 0,'0'0'0,"0"-25"31,-50 50 47,25-25-78,25 49 0,-49-24 16,49 0-1,0 0-15,0-1 0,0 1 16,0 25-16,0-25 16,24-25-1,1 0 1,25 0-16,-25 0 15,-1 0 1,1-25-16,0 0 16,25 0-16,-50 0 0,49-24 15,-49 24-15,25 0 16,-25 0-16,0 1 16,0 48 15,0 26-31,0 0 15,0-26 1,0 26-16,0 0 16,0-26-16,50-24 47,-1-24-32,-24-51 1,-25 50-16,0 1 15,50-1-15,-50 0 16,0 0-16,-25 25 16,25-49-16,-25 49 15,-25 0-15,26 24 16,-1-24-16,25 25 16,25-25 15,-1 0-31,1 0 15,25 0-15,-1 0 16,1-25-16,-25 25 16,0 0-16,-25-24 15,49 24-15,-74 49 63,25-24-63,-24-25 0,24 50 15,0-1 1,0-24 0,24-25-1,1 50-15,0-50 0,25 24 16,-50 1 0,0 0-1,-25 25 1,-25-50-1,25 0-15,1 24 16,-26-24-16,25-24 31,25-1-31,0 0 16</inkml:trace>
  <inkml:trace contextRef="#ctx0" brushRef="#br0" timeOffset="75684.528">30411 15602 0,'0'0'32,"0"25"-17,0 0 1,0 0-16,-25-1 0,25 26 15,0 0-15,0-1 16,0-24-16,0 0 16,49-25 15,1 0-15,0 0-1,-50-25-15,49-49 16,-24 24-1,-25 0-15,0 1 16,0-1-16,0-24 16,-25 24-16,25 25 15,-74 25-15,24-24 16,25 24 0,1 0-1,24 49-15,0-24 16,-25 0-16,25 0 15,0-1-15,0 26 16,49 0 0,26-50-1,-50 0 1,-1 0-16,1 0 0,25 0 16,-1 0-16</inkml:trace>
  <inkml:trace contextRef="#ctx0" brushRef="#br0" timeOffset="75848.986">30907 15677 0,'0'0'16,"0"-25"46</inkml:trace>
  <inkml:trace contextRef="#ctx0" brushRef="#br0" timeOffset="76300.758">31155 15478 0,'-25'0'16,"50"0"93,24 0-93,1-25-16,0 25 15,-1 0-15,1 0 16,-25 0-16,-1 0 16,1 0-1</inkml:trace>
  <inkml:trace contextRef="#ctx0" brushRef="#br0" timeOffset="76566.674">31328 15478 0,'0'25'47,"0"49"-31,0-49-16,0 25 15,0-1-15,0 1 16,0 0-16,0-1 16,0 1-16,0-25 15,0-1 1</inkml:trace>
  <inkml:trace contextRef="#ctx0" brushRef="#br0" timeOffset="86414.342">27732 12154 0,'0'-25'79,"0"50"-33,0 0-30,0 0 0,0 25-16,0-1 15,0-24-15,0 25 0,0-1 16,24-24 0,-24 49-16,0-24 15,0-25 1</inkml:trace>
  <inkml:trace contextRef="#ctx0" brushRef="#br0" timeOffset="86965.049">27608 12576 0,'0'0'15,"-25"0"63,50 0 1,-1 0-79,26 0 15,24 0 1,1 25-16,-26-25 0,-24 0 15,0 0-15,0 0 16,24 0 0,-24 0 15,-50 0 31</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11:43.438"/>
    </inkml:context>
    <inkml:brush xml:id="br0">
      <inkml:brushProperty name="width" value="0.05292" units="cm"/>
      <inkml:brushProperty name="height" value="0.05292" units="cm"/>
      <inkml:brushProperty name="color" value="#C00000"/>
    </inkml:brush>
  </inkml:definitions>
  <inkml:trace contextRef="#ctx0" brushRef="#br0">4490 1761 0,'-25'0'15,"0"0"16,0 0-15,25 75 0,-49-51-16,49 1 15,0 0 1,0 0-16,0 24 16,0-24-1,24-25 1,1 0-1,25 0 1,-50-49 0,25 24-16,-25-25 15,0 1 1,0 24 0,0-25-16,0 25 15,-25 25 1,-25 0 15,25 0-15,1 0-1,24 50 1,0 0 0,0-1-1,24-49 16,26 0-15,0 0 0,-1-49-1,-49-1-15,0 0 16,0 26 0,-25-26-1,1 50 1,-1 0-1,0 0 1,-25 0 0,50 50-1,-24-50-15,24 49 16,0 1 0,0-25-16,0 24 15,0-24 1,49-25-1,1 0 1,-1 0 0,-24-50-1,-25 1 1,0 24 0,0 0-16,0 0 0,0-24 15,-49-1 16,-1 50-15,0 25 0,26 25 15,24-1-31,0-24 16,0 0-16,0 0 15,0-1-15,0 1 16,0 25-1,49-50-15,-24 0 16,0 0-16,0 0 16,-1-25-1,51-25-15,-75 26 0,0-1 16,25 0-16,-25 0 16,0-24-16,0 24 15,0 0 1,-50 25-1,25 0-15,-24 0 0,-1 0 16,50 50 0,-50-50-16,50 24 15,-24 26 1</inkml:trace>
  <inkml:trace contextRef="#ctx0" brushRef="#br0" timeOffset="7583.018">1612 9277 0,'0'-25'16,"0"-24"15,0 73 47,0 26-78,0-25 16,0 24-16,0 26 15,0-1-15,0-24 16,0-1-16,0 1 15,0 0-15,-49-1 16,49-24-16,-25-25 0,25 50 16,-25-50-1,0 0 1,0 0 0,25-50 15,0 25-16,25 25 32,25 0-47,-25 0 16,-1 0-16,1 25 16,0-25-16,25 25 15,-25-25-15,-1 25 0,26-25 16,0 0-1,-26 0 1</inkml:trace>
  <inkml:trace contextRef="#ctx0" brushRef="#br0" timeOffset="8010.774">2009 9575 0,'0'0'0,"0"24"79,0 1-79,0 25 15,0-25-15,0-1 16,0 26-1,0-25 1,25-25 0,25 0-1,-26 0 1,-24-25-16,25-25 16,-25 26-1,0-1 1,0 0-16,0-25 15,-49 1-15,24 49 16,0 0 0</inkml:trace>
  <inkml:trace contextRef="#ctx0" brushRef="#br0" timeOffset="8912.172">2530 9525 0,'0'0'0,"-25"0"62,-24 25-46,24 0-16,25 24 16,-50 1-16,50-25 15,0-1-15,0 1 16,25-25 15,0 0-31,24 0 16,-24-49-1,0-1-15,-25 0 16,0 26-16,0-1 16,0-25-1,0 75 32,0 0-31,0 24-16,0-24 15,-25 74 1,25-49-16,0 0 16,0-1-16,0 1 15,0-1-15,0 1 16,0 0-16,0 49 16,-49-49-16,49-1 15,-25-24-15,25 0 16,-50-25-16,25 49 15,1-49-15,-1 0 16,-25 0 0,1 0-1,49-24 1,0-1-16,0 0 0,0 0 0,0 0 16,0-24-16,24-1 15,1 25 1,0 1-16,25-26 15,49-25 1,-50 51-16,1-26 0,0 25 16,-26 0-1,1 25-15,-25-49 0,50 49 16,-50-50 0,25 25-16,-25 50 62,0 25-46,0-25-16,0-1 15,0 1-15,0 25 16,49-50 0</inkml:trace>
  <inkml:trace contextRef="#ctx0" brushRef="#br0" timeOffset="9096.493">2778 9624 0</inkml:trace>
  <inkml:trace contextRef="#ctx0" brushRef="#br0" timeOffset="9450.777">3125 9699 0,'-49'0'32,"24"0"-17,-25 24 1,26 26-1,-1 0 1,25-1 0,0-24-16,0 0 15,0 24 1,0-24-16,49-25 31,-24 0-31,0 0 16,0 0-16,0 0 15,24-49 1</inkml:trace>
  <inkml:trace contextRef="#ctx0" brushRef="#br0" timeOffset="9665.616">3299 9599 0,'0'25'79,"0"0"-79,0 0 15</inkml:trace>
  <inkml:trace contextRef="#ctx0" brushRef="#br0" timeOffset="9862.65">3373 9996 0</inkml:trace>
  <inkml:trace contextRef="#ctx0" brushRef="#br0" timeOffset="10102.126">3497 9847 0,'0'-24'32,"50"24"-17,-25 0-15,24 0 16,-24 0-16,0 0 15,0 0-15,0 0 16,0 0 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16:17.77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2060"/>
    </inkml:brush>
  </inkml:definitions>
  <inkml:trace contextRef="#ctx0" brushRef="#br0">5407 2108 0,'0'-49'16,"0"74"93,25 49-93,0-24-1,25-26 1,-1-24-16,-24 0 16,74-24-16,50-100 15,50-25-15,49-74 16,99-100-16,25 50 15,-25 50-15,-124 124 16,-99 0-16</inkml:trace>
  <inkml:trace contextRef="#ctx0" brushRef="#br0" timeOffset="9911.542">12923 2009 0,'25'0'125,"-25"50"-125,50-1 16,-1 1 0,-24-50-1,25 0-15,24-50 16,75-24-16,0-100 15,49-49-15,25 0 16,1 24-16,-26 26 16,-49 24-16,0 50 15,-50 24-15,-49 26 0</inkml:trace>
  <inkml:trace contextRef="#ctx0" brushRef="#br0" timeOffset="14737.251">13990 2877 0,'-25'0'16,"25"-24"78,25 24-94,24-25 15,-24 25-15,25-50 16,-1 50-16,1 0 15,0 0-15,-1 0 16,1 0-16,0 0 16,-1 0-16,-24 0 15,0 0-15,0 0 0,24 0 16,1 0 0,-50 50-16,25-50 15,-1 0 1,1 0-1,25-25 1,-1 0 0,1 25-1,-25-25-15,24 25 16,1 0 0,0 0-1,-26 0 1,26 25-16,-25-25 15,0 50-15,-1-50 0,1 0 16,0 0-16,25 0 16,-26 0-16,26 0 15,-25 0 1,0 0 0,0 0-1,24 0 1,1 0-1,-1 0 1,-24 25 0,0-25-16,25 24 0,-1 1 15,1 25 1,-1-50 0,1 25-1,-25-25 1,0 0-1,-1 0 1,26 0 0,0 0-1,-1 0 1,1 0 0,-50 24-1,25-24-15,-1 0 16,1 50-1,25-50 1,-25 0 0,-1 0-1,1 0 1,-25-25-16,25 25 16,0-25-1,25 25 1,-50-24-16,24 24 15,1-25 1,0 25 15,-25-25-15,25 25 0,-25-50-16,49 26 15,-49-1 1,25 25-1,-25-25-15,25 0 16,-25-24 0,25 49-1,-25-25 1,25 0 0,-25 0 15,49 0-16,-49-24 1,0 24 0,0-25-1,0 1 1,-25-1 0,1 25-1,-1 0 1,0 25-1,25-24-15,-25 24 16,-24 0 0,24 0-16,-25 0 15,25 0 1,1 0-16,-1 0 16,-25 0-16,-24 0 15,-1 0-15,26 0 16,24 0-16,0 0 15,0 0-15,0 0 16,1 0-16,-1 0 16,-25 0-16,1 0 15,24 0-15,-25 0 16,1 0-16,-1 0 16,0 0-16,-24 0 15,0 0-15,24 0 0,-24 0 16,24 0-1,0 0-15,1 0 0,-1 0 16,0 0-16,26 0 16,-26 0-1,25 0-15,0 0 0,-24 0 16,-26 0 0,51 0-1,-26 0-15,25 0 16,0 0-16,1 0 15,-1 0-15,-25 0 16,25 0-16,1 0 16,-1 0-16,0 0 15,0 0-15,-24 0 16,24-25 0,-25 25-16,25 0 0,1 0 15,-1 0-15,0 0 16,0 0-16,-25 0 15,26 0-15,-1 0 16,0 0-16,-25 0 16,26 0-1,-1 0 1,0 0-16,-25 0 16,26 0-16,-1 0 15,0 25-15,-25-25 16,26 0-16,-1 0 15,-25 24-15,25-24 16,-24 0 0,24 0-1,0 0 1,0 0-16,1 0 16,-26 0-1,50 50 1,-25-50-1,25 25 1,0 0-16,-49 24 16,49-24-1,0 0-15,0 24 16,0 1 15,0 0-31,0-25 16,0-1-1,0 1 1,49 25 0,-49-25 15,25-25-31,0 24 16,24-24-1,-24 25 1,50-25-16,24 0 0,-25 0 15,25 0-15</inkml:trace>
  <inkml:trace contextRef="#ctx0" brushRef="#br0" timeOffset="16247.762">27434 4043 0,'-25'0'16,"25"-25"0,-49 25-16,24 0 15,0 0-15,-25 25 16,26-25-16,24 50 0,-25-50 15,25 74-15,-25-24 16,25-1 0,0 1-16,0-25 0,0 24 15,0 1-15,0-25 16,50 0-16,24 24 16,-49-49-1,24 0-15,1 0 16,0 0-16,-26 0 15,1 0-15,0-25 0,0 25 16</inkml:trace>
  <inkml:trace contextRef="#ctx0" brushRef="#br0" timeOffset="16651.537">27682 4192 0,'0'-25'0,"0"75"63,25-25-47,-25 24-16,49 1 15,-49-1-15,0 1 0,0 0 16,0-26-16,0 1 15,0 25 1,0-75 47,0-25-63,0 1 15,0-1-15,0 25 16,25-24-16,-25 24 15,25 25-15,-25-25 16,25 25-16,24 0 0,-24 0 16,0 0-1,0 0-15</inkml:trace>
  <inkml:trace contextRef="#ctx0" brushRef="#br0" timeOffset="17040.403">28153 4291 0,'0'25'78,"-24"0"-78,24 0 16,-25 24-16,25 1 15,0-25-15,0 24 0,0-24 16,0 0-16,0 0 15,0-1 1,25-24 0,24 0-1,-49-24 1,50-1-16,-50 0 16,0-25-16,0 1 15,0-1-15,0 1 16,-25 24-16,-25-25 15,1 50 1,49 25 0,25 0 15</inkml:trace>
  <inkml:trace contextRef="#ctx0" brushRef="#br0" timeOffset="17430.185">28501 4291 0,'24'0'16,"-48"0"46,-26 50-46,25-25-16,25-1 0,-25-24 15,25 50-15,0 0 16,25-26 0,50-24-1,-51 50 1,1-50-16,25 0 16,-50 25-1,0 0 16,-25-1-15,-25-24-16,26 0 16,-1 50-16,0-50 0</inkml:trace>
  <inkml:trace contextRef="#ctx0" brushRef="#br0" timeOffset="17792.987">28798 4341 0,'-25'0'62,"25"25"-46,-49-1-16,49 1 16,0 0-16,0 25 15,0-1 1,25-49-16,-25 25 16,49-25-16,-49 25 15,25-25-15,-25 25 16,-25-1-1,0-24 17,-24 50-32,24-50 0,0 0 15,-24 0 1</inkml:trace>
  <inkml:trace contextRef="#ctx0" brushRef="#br0" timeOffset="18293.805">29046 4539 0,'50'0'62,"-25"0"-62,24 0 16,-24 0-16,0 0 15,0 0-15,0 0 16</inkml:trace>
  <inkml:trace contextRef="#ctx0" brushRef="#br0" timeOffset="18985.456">29542 4366 0,'0'0'16,"0"49"46,0 1-62,0 24 0,0 1 16,0 24 0,0 0-16,-49 0 0,49 1 15,0-1 1,0-50-16,0 1 0,0-25 16,0 0-16,0 24 15,49-49 1,1 0-1,-25 0 1,-25-74 0,0 49-16,49-25 15,-49-24-15,0 0 16,-24-1-16,-26 26 16,25-1-16,0 25 0,-24 0 15,24-24 1,25 24 15,25 0-15,24 25-1,-24-25-15,25 25 16,-1-49-16,-24 49 16,0-50-16,25 50 15,-26-50-15,1 26 16,-25 48 46,0 26-46,0-25 0,0 0-16,0-1 0,0 26 15,25-50 16</inkml:trace>
  <inkml:trace contextRef="#ctx0" brushRef="#br0" timeOffset="19148.36">29914 4341 0,'0'-25'31</inkml:trace>
  <inkml:trace contextRef="#ctx0" brushRef="#br0" timeOffset="19940.011">30138 4638 0,'24'0'78,"1"0"-62,-25-49-16,0-1 15,0 1 1,0 24-16,0-25 16,-25 50-1,-24 0 1,49 50-1,-50-25-15,50-1 16,0 26-16,0-25 0,0 0 16,0 24-1,0-24-15,0 25 16,50-50 0,-25 0-16,-1 0 0,1 0 15,0 0-15,25-25 16,-25 0-16,-25-25 15,74 1-15,-49-26 16,-25 26-16,49-50 16,-49-1-16,0 26 15,0 24-15,0 26 16,0 48 31,0 26-47,0 24 15,0 1-15,0-26 16,0 26-16,0-1 16,0-24-16,0-1 15,0-24-15,0 25 16</inkml:trace>
  <inkml:trace contextRef="#ctx0" brushRef="#br0" timeOffset="20447.715">30832 4539 0,'0'-25'31,"-25"25"-16,-49 0 1,49 0 0,0 75-16,25-50 15,-49 24-15,49-24 16,0 0-16,0 24 16,49-49-1,-24 0 1,0 0-16,0 0 15,0-49-15,24 24 16,-49-25-16,50 1 16,-50-26-16,0 26 15,0-50-15,0-1 16,0 26 0,0 0-16,0 24 0,0 25 15,-50 50 32,50 25-47,0 49 16,0 0-1,25 25-15,-25-25 0,0-49 16,0 24 0,0-24-16,0-1 0,0-24 15</inkml:trace>
  <inkml:trace contextRef="#ctx0" brushRef="#br0" timeOffset="21647.202">27360 5581 0,'-75'-25'16,"1"25"-1,49 0 1,0 0-16,-24 25 16,49 0-16,0 0 15,-25-1-15,25 26 16,0-25-16,0 0 0,0-1 16,49-24-1,-49 25-15,50-25 0,0 0 16,-1 0-1,-24 0 17,-25-25-1,-25 25-15,-24 0-1,24 0-15,0 0 16,0 0-16,25 75 15,-49-50-15,49 0 16,0 24-16,-50 1 16,50-1-16,0-24 0,0 25 15,0-25-15,25-1 16,-25 1 0,49-25-16,-24 50 0,25-50 15,-25 0-15,-1 0 16,1 0-16,25-50 15,-25 25 1,-25 1 0</inkml:trace>
  <inkml:trace contextRef="#ctx0" brushRef="#br0" timeOffset="22240.919">28129 5755 0,'0'0'16,"0"-25"-16,0 50 78,0 24-63,0-24-15,0 25 16,0-1-16,0 1 16,0 0-16,0-26 15,0 1-15,0 25 16,0-25-16,0-1 15</inkml:trace>
  <inkml:trace contextRef="#ctx0" brushRef="#br0" timeOffset="22636.737">27930 6201 0,'25'0'78,"24"0"-78,-24 0 16,50 0-16,-1 0 16,1 0-16,-26 0 15,1-49-15,-1 49 16,1 0-1,-50-25 17</inkml:trace>
  <inkml:trace contextRef="#ctx0" brushRef="#br0" timeOffset="23329.393">28972 5829 0,'0'25'47,"0"0"-32,0 0-15,0 24 16,0 1-16,0-1 16,0 1-16,0-25 15,0 0-15,0 24 16,25-24 0</inkml:trace>
  <inkml:trace contextRef="#ctx0" brushRef="#br0" timeOffset="23984.127">29021 5953 0,'0'0'0,"-24"-25"32,24-24-17,0 24 16,24-25-15,26 50-16,-25 0 16,0-25-16,0 25 15,-1 0-15,26 0 16,-50 75 0,0-50-16,0 0 15,0-1-15,0 26 16,0-25-16,-50-25 15,50 49-15,-49-49 16,49 25 0,49-25 31,-24 0-32,25 0-15,-25 25 16,24 25-1,-49-26-15,0 26 16,0 0 0,0-26-1,-74-24 1,49 0-16,0 0 16,-24 0-16,24 0 15,-25 0-15,25 0 16,0 0-16,-24-24 15</inkml:trace>
  <inkml:trace contextRef="#ctx0" brushRef="#br0" timeOffset="28506.084">26715 6201 0,'0'0'0,"-25"0"15,-25 0 1,50 25-16,-49 0 16,24 24-16,25-24 15,-50 0 1,50 0-16,-74 24 0,74-24 16,-25 25-16,25-1 15,-25 1-15,25 0 16,0 24-16,0 0 15,0-24-15,0 0 16,0-1-16,0 1 16,0 0-16,25-1 15,-25-24-15,50 0 0,-50 0 16,49-25 0,-49 49-16,50-49 0,-50 25 15,49-25-15,1 0 16,-25 0-1</inkml:trace>
  <inkml:trace contextRef="#ctx0" brushRef="#br0" timeOffset="28814.931">26739 7045 0,'0'-25'16,"50"25"30,-50 74-46,25-24 16,-25-1 0,0 1-16,0 24 0,-50-24 15,25 0-15,-24-1 16,-1 1 0,-49-1-16</inkml:trace>
  <inkml:trace contextRef="#ctx0" brushRef="#br0" timeOffset="29760.494">27732 7293 0,'-50'0'16,"25"0"-16,-24 0 16,-1 0-16,0 0 15,1 0-15,24 0 16,-25 0-16,1 0 15,74 49 142,-25-24-142,24 25-15,-24-1 16,0 1-16,50 24 16,-50 25-16,0-24 15,0-26-15,0 1 0,25-25 16,-25 0-1,0-1-15,0 26 16</inkml:trace>
  <inkml:trace contextRef="#ctx0" brushRef="#br0" timeOffset="30054.326">27459 7789 0,'0'-25'16,"25"25"-1,-1 0 1,26 0 0,-25 0-16,24 0 15,-24 0 1,25 0 0</inkml:trace>
  <inkml:trace contextRef="#ctx0" brushRef="#br0" timeOffset="31386.828">27732 8285 0,'0'25'31,"49"-25"16,-24 0-32,0 0 1,0 0 0,-25-25-1,24 25 1,1-25-1,-25 0 17,0 0-17,0 1 1,0-26 0,-25 50 15,25-25-16,-24 25 1,-1 0 0,0 0 15,25 50-15,-50-50-1,50 49 1,0-24-16,-24-25 15,24 25-15,0 0 16,0 0 0,0 24-1,0 1 1,24-1 0,26-24-1,-25-25 1,24 0-16,-24 0 15,0 0-15,25 0 16,-26 0-16,26 0 16</inkml:trace>
  <inkml:trace contextRef="#ctx0" brushRef="#br0" timeOffset="33216.947">29592 6226 0,'25'0'63,"0"0"-48,24 0 1,-24 0-16,25 0 15,-26 0-15,1 0 16,0 0-16,0 0 16,24 50-16,-24-50 15,0 49-15,25 1 16,-50-25-16,49-1 16,-49 26-16,0 0 0,0-1 15,0 1 1,0-1-16,0 26 0,-25-26 15,25-24 1,-49 25-16,49-25 16,-50 0-16,1 24 15,-1 1 1,25-50 0,0 25-1,1-25 1</inkml:trace>
  <inkml:trace contextRef="#ctx0" brushRef="#br0" timeOffset="33610.83">29691 6796 0,'0'0'0,"0"75"46,0-50-46,-25 24 16,25 1-16,0 0 16,-49-1-16,49-24 15,0 0-15,25 24 16,-1-49 0,26 0-16,0 0 15,24 0-15,0 0 16,1 0-16,-26 0 15,1-24-15</inkml:trace>
  <inkml:trace contextRef="#ctx0" brushRef="#br0" timeOffset="34645.297">29294 7317 0,'-24'0'63,"-26"0"-48,-24 0 1,49 0-1,0 0-15,0 0 16,0 0-16,25 50 156,0 0-140,0-26-16,0 26 16,0 0-16,0-1 15,0 1-15,25 24 16,-25 1-16,0-26 0,0-24 15,0 25 1,50-26 0</inkml:trace>
  <inkml:trace contextRef="#ctx0" brushRef="#br0" timeOffset="34914.17">29096 7764 0,'25'-25'31,"0"25"-15,-25-25-16,49 25 0,-24 0 16,0 0-16,0 0 15,24 0-15</inkml:trace>
  <inkml:trace contextRef="#ctx0" brushRef="#br0" timeOffset="36294.581">29394 8062 0,'0'49'140,"0"-24"-124,0 25-1,0-26-15,0 1 16,0 25 0,0-1-1,0-24 1,-25-74 78,25 24-94,0 0 15,-50 0-15,50-24 16,0 24-16,0 0 16,0-25-1,0 26 1,25-1-1,0 25 1,-25-25-16,49 25 16,-24 0-16,0 0 15,25 0-15,-26 50 32,-24-1-17,0-24-15,0 0 16,0 0-16,-24-25 15,24 49-15,-25-49 16,25 25 0,49-25 93,-24 0-109,0 0 16,25 0-1,-26 0 1,-24 50 0,0-26-1,-49 26 1,-1-50-1,25 0-15,1 0 0,-1 0 16,0 0-16,0 0 16,-24 0-16,24-50 31,25 26-31</inkml:trace>
  <inkml:trace contextRef="#ctx0" brushRef="#br0" timeOffset="37133.223">28302 7665 0,'25'0'47,"0"0"-31,0 0-16,24 0 15,1 0-15,-1 0 16,-24 0-16,0 0 15,0 0-15</inkml:trace>
  <inkml:trace contextRef="#ctx0" brushRef="#br0" timeOffset="37396.072">28352 7863 0,'0'25'31,"25"-25"-15,-1 0-16,26 0 15,0 0-15,-26 0 16,26 0-16,-25 0 16,0 0-16,-1 0 15</inkml:trace>
  <inkml:trace contextRef="#ctx0" brushRef="#br0" timeOffset="42469.137">26739 9575 0,'-24'0'47,"-1"0"-32,-25 0 1,50 49 0,-25-24-16,25 0 15,0 0-15,0 24 0,0-24 16,0 25-16,0-26 15,0 1-15,0 0 16,0 0-16,25-25 16,-25 25-16,50-25 15,-25 0-15,-1 0 16,1 0-16,25 0 16,-25-25-16,-1 25 15,-24-50-15,50 50 16,-50-49-16,0 24 0,25 0 15,-25-25 1,0 1-16,0-1 16,0 1-16,0-1 0,0 25 15,-25 25-15,25-25 16,-50 25-16,26 0 16,-1 0-16,-25 0 15,25 25-15,1 25 16</inkml:trace>
  <inkml:trace contextRef="#ctx0" brushRef="#br0" timeOffset="42800.974">26715 9773 0,'49'0'78,"-24"0"-78,0 25 0,0 24 15,-25-24-15,49 0 16,-49 0 0,50 24-16,-50-24 0,49 0 15,-49 0-15,50-25 16,-50 25-16</inkml:trace>
  <inkml:trace contextRef="#ctx0" brushRef="#br0" timeOffset="43875.387">27657 9500 0,'-49'0'47,"24"0"-47,-25 0 15,25 0-15,1 0 16,-26 0-1,25 0 1,0 0 0,25 25 31,-24-25-32,24 25 63,0 24-62,0-24 0,0 25-1,0-25 1,0 24-1,24-24-15,-24 0 16,0 0-16,0 49 16,0-24-1,0-26 1,0 26 0,0-25-1,0 0 1,0 0 15,75-25 16,-50 0-47,-1 0 16,1 0-16,25 0 15,-1 0-15,-24 0 16,0 0-16,25 0 15,-26-25 1</inkml:trace>
  <inkml:trace contextRef="#ctx0" brushRef="#br0" timeOffset="44241.205">27409 9922 0,'0'-25'47,"75"25"-47,-51 0 16,26 0-16,0-50 15,-1 50-15,1 0 16</inkml:trace>
  <inkml:trace contextRef="#ctx0" brushRef="#br0" timeOffset="44523.097">28203 9748 0,'50'0'16,"-26"0"15,26-25-31,-25 25 0,0 0 15,-1 0-15,26 0 16,0 0 0</inkml:trace>
  <inkml:trace contextRef="#ctx0" brushRef="#br0" timeOffset="44749.003">28253 9971 0,'24'0'31,"1"0"-15,0 0-16,0 0 15,24 0-15,1-49 16,0 49-16</inkml:trace>
  <inkml:trace contextRef="#ctx0" brushRef="#br0" timeOffset="45288.769">29195 9674 0,'0'-25'15,"0"50"48,0 24-63,0 1 15,0 0-15,25-1 16,-25-24-16,0 0 16,0 0-16,0-1 15</inkml:trace>
  <inkml:trace contextRef="#ctx0" brushRef="#br0" timeOffset="45890.434">29220 9674 0,'-25'-50'0,"25"25"16,0-24-1,25 49 1,-25-50-16,25 50 16,-25-25-16,49 25 15,-24 0-15,0 0 16,0 0-16,-25 25 0,49 25 16,-49-1-16,0-24 15,0 25-15,0-1 16,-24 1-16,24-25 15,-50 0-15,25-25 16,0 49-16,-24-49 16,74 0 46,24 0-62,-24 0 16,25 0-16,-26 0 15,1 0-15,0 25 16,-25 49 0,0-49-1,0 0-15,-25 25 16,0-50-16,1 49 16,-76-49-1,76 0-15,-1 0 16,-25 0-1,50-49 17,25 49-32</inkml:trace>
  <inkml:trace contextRef="#ctx0" brushRef="#br0" timeOffset="46381.154">29890 9674 0,'0'0'0,"0"-25"31,0 0 0,-50 25-15,50 25 0,-50 25-16,50-1 0,-49 1 15,49-1 1,0 1-16,0 0 0,0-1 16,0 1-16,0-25 15,49 0 1,-24-25-16,0 0 15,25 0 1,-50-25-16,49 0 16,-24 0-16,-25-25 15,50 26-15,-50-26 16,0 0-16,0 1 0,0-1 16,0 1-1,0-1-15,-25 50 0,-25-25 16,25 25-16,1 0 15,-1 50 1</inkml:trace>
  <inkml:trace contextRef="#ctx0" brushRef="#br0" timeOffset="46647.024">29815 9823 0,'50'49'47,"-25"1"-32,-25-25 1,24-1-16,-24 1 15,50 0-15,0 25 16,-26-50-16,-24 49 16,50-49-16</inkml:trace>
  <inkml:trace contextRef="#ctx0" brushRef="#br0" timeOffset="47712.577">30336 9699 0,'0'24'110,"0"1"-110,0 0 15,0 25-15,0-26 16,0 1-16,0 0 15,0 0-15,0 0 0,0 24 16,50 1 0,-50 0-1,25-50-15,-25 24 16,24-24-16,1 50 16,0-50-1,0 0 1,49-25-1,-24-24 1,-25-1 0,-1 0-1,-24 25 1,0 1-16,50-1 0,-50-25 16,0 1-1,25-1-15,-25 0 0,0 26 16,0-1-16,0-25 15,0 25 17,-25 25-32,-25 0 31,26 0-15,-1 0 15,25 25-16,-25-25 1,25 50-16,0-25 0,0-1 16,0 1-16,0 0 15,25 25 1,-25-26-16,25 1 16,-25 25-16,24-50 15,-24 49-15</inkml:trace>
  <inkml:trace contextRef="#ctx0" brushRef="#br0" timeOffset="50352.409">23465 3845 0,'0'-25'16,"0"0"15,25 0-15,0 25-1,24 0-15,1 0 16,0 0-16,24 0 16,-24 0-16,-1 50 15,1-50-15,0 50 16,-1-50-16,1 49 15,-1-49-15,1 0 16,0 0-16,-26 0 0,26 0 16,-25 0-1,24 0 1,-24-25 0,0 25-16,25-24 15,-1 24-15,1-25 16,-1 25-16,1 0 15,-25 0-15,24-50 16,1 50-16,24 0 16,-24 0-16,0 0 15,-25 0-15,-1 0 16,1 0-16,0 25 16,0-25-1,24 0-15,-24 0 16,-25-25-1,50 25-15,-25-25 16,49 1 0,-49 24-16,0 0 15,24 0-15,1 0 16,-25 0-16,24 0 16,-24 0-16,0 0 15,-25 24-15,49-24 16,-49 25-16,50-25 15,-25 0 1,24 0 0,1 0 15,0 0-31,-26 0 16,26 0-16,0 0 15,-25 0-15,-1 0 16,26 0-16,0 0 15,-26 0 1,-48 0 78,-1 0-79</inkml:trace>
  <inkml:trace contextRef="#ctx0" brushRef="#br0" timeOffset="52593.154">27087 9153 0,'0'0'0,"-75"99"78,-49 75-78,-49 24 16,-1 50-16,-24 0 16,-1 50-16,26-50 15,24-25-15,74-74 16,26-75-16</inkml:trace>
  <inkml:trace contextRef="#ctx0" brushRef="#br0" timeOffset="53525.271">30088 9575 0,'0'0'0,"0"-25"31,0 0-31,0 0 31,25 25-15,-50 99 31,-49 75-47,-26-25 15,1 49 1,-50 26-16,25-1 0,0 0 16,0-25-16,0-74 15</inkml:trace>
  <inkml:trace contextRef="#ctx0" brushRef="#br0" timeOffset="66360.723">11336 4018 0,'0'25'63,"0"0"-48,0 0-15,0 0 16,0 24-16,0-24 15,49 0-15,-49 0 16,0-1-16,0 26 16,0-25-16,0 24 15,0-24 1</inkml:trace>
  <inkml:trace contextRef="#ctx0" brushRef="#br0" timeOffset="67146.37">11385 4093 0,'0'-25'0,"0"0"16,0-24 15,0 24-15,0 0 0,50 25-16,0 0 15,-26 0 1,26 0-1,-50 50 1,0-26-16,25 26 16,-25-25-16,0 0 15,0-1-15,0 1 16,0 25-16,-50-50 16,50 25-16,-25-25 0,25 49 15,-24-49 1,48 0 31,26 0-32,-25 0 1,0 0-16,-1 0 16,26 0-16,0 0 15,-50 50 16,0-1-31,-25 1 32,-25 0-32,1-50 15,24 24 1,-25-24 0,25 0-1,1 0 1,24-49 15,0 24-15</inkml:trace>
  <inkml:trace contextRef="#ctx0" brushRef="#br0" timeOffset="67580.15">12055 4192 0,'25'0'78,"24"0"-78,-24 0 16,0 0-16,0 0 15,0 0-15,0 0 16,24 0-16,-24 0 31</inkml:trace>
  <inkml:trace contextRef="#ctx0" brushRef="#br0" timeOffset="67866.035">12080 4440 0,'25'0'47,"24"0"-32,-24 0-15,0 0 16,25 0-16,-26 0 15,1 0-15,0 0 16</inkml:trace>
  <inkml:trace contextRef="#ctx0" brushRef="#br0" timeOffset="68234.85">12502 4217 0,'0'-50'16,"0"25"-1,0 1 1,24 24-1,1 0 1,0 0-16,25 49 31,-50-24-31,0 0 16,0 24-16,0 1 16,0 0-16,0-1 0,0 1 15,0-25-15,-25-1 16,25 1-16,0 25 15</inkml:trace>
  <inkml:trace contextRef="#ctx0" brushRef="#br0" timeOffset="68384.769">12601 4713 0,'0'49'16,"0"-73"30,0-1-30,0-25 0</inkml:trace>
  <inkml:trace contextRef="#ctx0" brushRef="#br0" timeOffset="74551.038">5234 9624 0,'0'75'47,"49"-26"-31,-49 1-16,0-1 16,0 1-16,0-25 15,0 0-15,0 24 16,0-24-1,0 0 17</inkml:trace>
  <inkml:trace contextRef="#ctx0" brushRef="#br0" timeOffset="75270.653">5259 9699 0,'0'-25'32,"0"0"-32,0 0 15,24-24 1,51-1-1,-50 50 1,-1-25-16,1 25 16,25 0-1,-50 25-15,25 25 0,-25-26 16,0 26-16,0-25 16,0 0-1,0-1-15,0 26 0,-50-25 16,50 0-16,-50-25 15,50 24-15,-24-24 16,48 0 31,-24-24-31,50 24-16,-25 0 15,0-25-15,-1 25 16,26 0-1,-50 49-15,0-24 16,0 0-16,0 0 16,0 0-16,0 24 15,-50 1 1,1-25 0,24-25-16,0 0 15,-24 0 1,24 0-1,25-25 1,0 0 0</inkml:trace>
  <inkml:trace contextRef="#ctx0" brushRef="#br0" timeOffset="75695.461">6052 9649 0,'25'0'31,"0"0"-15,0 0-16,0 0 15,24 0-15,1 0 16,24 0-16,1 0 16,-26 0-16,-24 0 15,25 0-15,-26 0 16,1 0 0,-25 25-16</inkml:trace>
  <inkml:trace contextRef="#ctx0" brushRef="#br0" timeOffset="75958.351">6176 9947 0,'25'0'47,"0"0"-32,0 0-15,0 0 16,-1 0-16,26 0 16,0 0-16,-1 0 15,1 0-15</inkml:trace>
  <inkml:trace contextRef="#ctx0" brushRef="#br0" timeOffset="77161.619">7937 9029 0,'-24'0'31,"-26"0"-15,25 0-16,0 0 15,-24 0 1,-26 25-16,26-25 15,24 0-15,0 25 0,-24-25 16,24 0 15,25 24 141,0 26-141,25 0-15,-25-1 0,0-24-16,0 0 15,0 0-15,24 99 32,-24-75-17,0 26 16,0-26-31,0-24 16,0 25 15,25-50 32,0 0-48,0 0-15,24 0 16,1-25-16,0 25 16,-1 0-16,1-25 0,-1 25 15,-24 0 1</inkml:trace>
  <inkml:trace contextRef="#ctx0" brushRef="#br0" timeOffset="77876.211">7640 9451 0,'-25'0'16,"75"0"78,-1 0-79,1 0-15,-1 0 16,26 0-16,-26 0 15,1 0-15,-25 0 16</inkml:trace>
  <inkml:trace contextRef="#ctx0" brushRef="#br0" timeOffset="78404.978">7392 9996 0,'49'0'47,"1"0"-31,0 0-16,24 0 15,25 0 1,25-49-16,-49 49 0,24 0 15,-25-25-15,-24 25 16,-25 0-16,0 0 16</inkml:trace>
  <inkml:trace contextRef="#ctx0" brushRef="#br0" timeOffset="80133.418">7565 10418 0,'0'50'328,"0"-26"-312,0 1-1,0 0 1,25-25-16,-25 50 16,0-1-1,0-24 1,25-25-16,-25 25 16,0 0-16,50-25 15,-50 24 1,24-24 15,-24 50-31,25-50 16,0 0-1,0 0 1,0 0 0,-1 0-1,26 0 1,0-25-1,-26-24 1,-24 24 0,25 25-1,-25-50-15,50 1 16,-50 24-16,0 0 16,25 0-16,-25-24 15,0 24-15,0 0 16,0 0-16,0 0 15,0-24 1,-25-1 0,25 25-1,-25 25-15,25-24 16,-25 24 0,0 0 15,1 0 0,24 24-31,-50 26 16,50-25-1,0 0-15,0 24 16,0-24-16,0 0 16,0 0-16,25 24 15,-25-24 1,25-25-1,-1 25 1</inkml:trace>
  <inkml:trace contextRef="#ctx0" brushRef="#br0" timeOffset="83912.318">8855 9649 0,'25'0'63,"-25"25"-63,50-25 15,-1 0-15,-24 0 16,25 0-16,-1 0 15,1 0-15,0 0 16,-26 0-16,1 0 0,25 0 16,-25 25-1</inkml:trace>
  <inkml:trace contextRef="#ctx0" brushRef="#br0" timeOffset="84209.169">8930 9996 0,'24'0'47,"1"0"-32,25 0-15,0 0 16,-1 0-16,26 0 16,-26 0-16,26 0 15,-1 0-15</inkml:trace>
  <inkml:trace contextRef="#ctx0" brushRef="#br0" timeOffset="84942.799">10269 8855 0,'25'0'78,"0"0"-78,24 0 15,1 0-15,0 0 16,-1 0-16,1 0 16,-1 0-16,-24 0 15,0 0-15,0 0 16</inkml:trace>
  <inkml:trace contextRef="#ctx0" brushRef="#br0" timeOffset="85839.494">10443 8930 0,'25'49'109,"-25"-24"-93,0 0-16,24 0 15,-24 24-15,25-24 16,-25 0-16,50 0 16,-50 0-16,25 24 15,-25 1-15,49-25 16,-49-1-16,25-24 15,-25 75-15,25-50 16,-25 24 0,25-49-16,-25 25 15,0 0 1,49-25 0,-24-25 62,-25-25-63,25 26-15,-25-26 16,49 0-16,-49-24 16,25 0-16,-25 24 15,50-24-15,-50 24 0,25 0 16,-25 25-16,49-24 15,-49 24 1,0 0 15,25 25-15,-25-25 0</inkml:trace>
  <inkml:trace contextRef="#ctx0" brushRef="#br0" timeOffset="86257.302">10914 8806 0,'-25'0'31,"50"0"47,0 0-78,24 0 16,1 0-16,0 0 16,-26 0-16,26 0 15,-25 0 1,25 0-1</inkml:trace>
  <inkml:trace contextRef="#ctx0" brushRef="#br0" timeOffset="88569.395">10418 9922 0,'0'-25'0,"74"25"109,-24 0-93,49 25-1,25-25-15,-25 0 0,-24 0 16,24 0-16,25 0 16,-25 0-16,-49 0 15,24 0-15,-24 0 16,-25 0-16</inkml:trace>
  <inkml:trace contextRef="#ctx0" brushRef="#br0" timeOffset="89901.43">10765 10616 0,'0'-24'47,"-25"24"-31,-24 0-1,24 0 1,-25 0-16,50 24 16,-24-24-16,24 25 15,-25-25-15,25 25 16,0 25-1,-25-50-15,25 24 16,0 1 0,0 0-1,25-25 17,0 0-17,24 0 1,-24 0-1,0 0 1,0 0 0,-25-25-16,49-24 15,-49-1 1,25 25-16,-25 0 16,0 1-16,50-26 15,-50-24-15,0-1 16,0 26-16,0-1 15,0 0-15,0 26 16,0-26 0,0 100 140,0-26-156,0 51 16,0-1-16,0 1 15,0-26-15,-25 26 16,25-1-16,0-24 15,0-1-15,0-24 16,0 0-16,0 0 16</inkml:trace>
  <inkml:trace contextRef="#ctx0" brushRef="#br0" timeOffset="90675.042">11137 10641 0,'0'25'31,"25"-25"47,-25-50-31,-25 50 0,25 25-32</inkml:trace>
  <inkml:trace contextRef="#ctx0" brushRef="#br0" timeOffset="91513.585">11485 10368 0,'0'-49'31,"0"74"31,0-1-46,0 26 0,0-25-16,0 0 0,0-1 15,0 1-15,0 0 16,0 0-16,0 24 16,49 1-1,-49 0 1,25-50-16,-25 24 15,25-24 1,-25 25-16,25-25 16,-1 0-1,1 0 1,-25-25 0,25 25-16,-25-24 15,50 24-15,-50-50 0,24 50 16,-24-74-16,25 49 15,-25-25-15,0 1 16,25-1-16,-25 0 16,0 1-16,0 24 15,0-25 1,0 26 0,-25 24 15,0 0 0,1 24 0,24 26-31,0-25 16,0 0-16,0-1 16,0 26-1,0 0-15,24-26 16,1-24-1,-25 25 1,50-25 0</inkml:trace>
  <inkml:trace contextRef="#ctx0" brushRef="#br0" timeOffset="95948.507">17388 6226 0,'-25'0'15,"-24"0"1,73 0 15,26 0-31,74 0 16,50 25-16,74-25 15,49 0-15,26 0 16,-1 0-16,26 0 16,-51 0-16,1 0 15,-75 0-15,-74 0 16,-75 0-16,1 0 15,-50 0-15,-25 25 63,-25-25-47,0 0-16,0 0 15,-24 0-15</inkml:trace>
  <inkml:trace contextRef="#ctx0" brushRef="#br0" timeOffset="97001.049">17537 8558 0,'-25'0'32,"75"0"61,24 0-77,25 0-16,50 0 16,25 0-16,49 0 15,25 0-15,25 0 16,0-25-16,-50 25 16,-49 0-16,-25 0 15,-25 0-15,-50 0 16,0 0-16,-24 0 15,-25 0-15,0 0 16</inkml:trace>
  <inkml:trace contextRef="#ctx0" brushRef="#br0" timeOffset="98523.323">18207 5804 0,'24'0'63,"26"0"-48,0 0-15,-1 0 16,1 0-16,-1 0 15,1 0-15,25 0 16,-26 0-16,1 0 16,-25 0-16</inkml:trace>
  <inkml:trace contextRef="#ctx0" brushRef="#br0" timeOffset="98823.201">18504 5631 0,'-49'0'15,"49"74"48,0-24-63,0-26 15,0 26-15,0 0 16,0-1-16,0 1 16,0 0-16,0-1 15</inkml:trace>
  <inkml:trace contextRef="#ctx0" brushRef="#br0" timeOffset="99263.938">19447 5904 0,'25'0'63,"24"0"-63,-24 0 16,25-50-16,24 50 15,1 0-15,-1 0 16,-24 0-16,-1 0 15,-24-25-15,25 25 16</inkml:trace>
  <inkml:trace contextRef="#ctx0" brushRef="#br0" timeOffset="99534.808">19794 5680 0,'-25'25'63,"25"25"-63,0-1 15,0 1-15,0 24 0,0-24 16,0 49-16,0-24 16,0-26-16,0 26 15,0-26-15</inkml:trace>
  <inkml:trace contextRef="#ctx0" brushRef="#br0" timeOffset="100270.51">18207 9054 0,'24'0'63,"1"0"-63,25 0 15,-1 0-15,1 0 16,-25 0-16,24 0 15,1 0-15,0 0 16,-25 0-16,24 25 0,-24-25 16,0 0-1</inkml:trace>
  <inkml:trace contextRef="#ctx0" brushRef="#br0" timeOffset="100652.363">19174 9079 0,'50'0'47,"-26"0"-31,1 0-1,25 0-15,-25 0 16,24-25-16,1 25 0,-1 0 16,-24 0-16</inkml:trace>
  <inkml:trace contextRef="#ctx0" brushRef="#br0" timeOffset="102057.673">17264 6424 0,'-50'25'63,"1"25"-48,49-25-15,-25-1 16,25 1-16,0 0 15,0 0-15,0 24 16,0 1 0,0-25-16,0 24 15,25-24-15,0 0 16,24 25-16,-24-1 16,0-24-16,0 0 15,24 49-15,-49-49 16,0 0-16,0 0 15,0 24-15,0 1 16,0 0-16,0-1 16,-25 1-16,-24-1 15,24-24-15,0 0 16,0-25-16,25 50 16,-49-50-16,24 0 31,25-25 0,25 0 0,0 25-15,-1 0 15,1 50-15,-25-26-16,0 1 15,50 25-15,-50-25 16,0 24-16,0-24 16,25 0-16,-25 0 15,0-1-15,0 26 16,0-25-16,0 24 16,0-24-16,0 0 15,0 0-15,0 0 16,0 24-16,24 1 15,-24-25 1,0 0 15,25-25-15</inkml:trace>
  <inkml:trace contextRef="#ctx0" brushRef="#br0" timeOffset="103481.966">16545 7541 0,'0'-25'16,"-25"25"-1,-25 0 1,1 25 0,-1 24-1,25 1 1,25-25-1,0 24 1,0 1 0,0-25-1,0-1 1,50-24-16,-25 0 31,24 0-31,-24 0 16,-25-49-1,25 49-15,-25-75 16,0 51-16,25-26 16,-25 0-16,0 1 15,0-1-15,0 25 16,0 1-16,0-1 16,0 0-16,0-25 15,0 26-15,0-1 16,0 0-16,0 0 15,0 0-15,0-24 16,0 24-16,0 0 31,0 50 32,0 0-48,0 0-15,0 24 16,0 1-16,0 24 16,0 1-16,0-26 15,49 26-15,-49-1 16,0 0-16,0-24 16,25 0-16,-25-26 15,0 1-15,25 25 16</inkml:trace>
  <inkml:trace contextRef="#ctx0" brushRef="#br0" timeOffset="105816.25">17214 2009 0,'-24'0'31,"-1"0"-15,25 50 0,-50-50-16,50 25 15,-25-1 1,25 1-1,-24-25-15,24 25 16,-25 25 0,25-26-1,0 26 1,-25-50-16,25 50 16,0-1-1,0 1 1,0-1-1,0-24-15,-50 25 16,50-1 0,0-24-16,0 25 15,0 0 1,0-1 0,0-24-1,0 0-15,0 24 16,0-24-1,0 25 1,50-50 0,-50 49-16,0 1 15,25-50 1,-25 25-16,25 24 16,-25 1-1,24-50 1,-24 25-1,25-25 64</inkml:trace>
  <inkml:trace contextRef="#ctx0" brushRef="#br0" timeOffset="108366.591">27409 2952 0,'-25'0'16,"25"-25"0,0 50 62,0 0-63,0-1-15,0 26 16,0 0 0,0-26-1,25-24-15,50-24 32,-26-1-32,50-50 0,50-49 15,-25-49-15,25 24 16,0-25-16,25-24 15,-26 24-15,-24 75 16</inkml:trace>
  <inkml:trace contextRef="#ctx0" brushRef="#br0" timeOffset="110089.965">26516 521 0,'-25'0'15,"75"25"63,-25-25-78,24 0 0,1 0 16,0 0-16,-26 0 16,51-25-16,-26 25 15,-24 0-15,25 0 16,-75 0 15,0 0-15</inkml:trace>
  <inkml:trace contextRef="#ctx0" brushRef="#br0" timeOffset="110726.678">26739 521 0,'0'50'63,"0"-26"-63,25 1 15,-25 50 1,25-51-16,-25 26 15,25 0 1,-25-1-16,49-24 16,-49 0-16,25 24 0,-25-24 15,25 0-15,-25 0 16,25 24 0,-25-24-1,49-25 1,-24 0 46,-25-25-46,25 1 0,-25-26-16,25 0 15,-25-24-15,74 0 16,-74-1-16,50 26 15,-50 24-15,25-25 16</inkml:trace>
  <inkml:trace contextRef="#ctx0" brushRef="#br0" timeOffset="111056.536">27161 571 0,'25'0'78,"25"0"-63,-1 0 1,-24 0 0,25 0-1,-26 0 1</inkml:trace>
  <inkml:trace contextRef="#ctx0" brushRef="#br0" timeOffset="111389.343">27533 198 0,'0'-24'15,"50"48"32,-50 1-31,0 25-16,0-25 15,0 24-15,0 1 16,0-25-16,0 24 16,-25-49-16</inkml:trace>
  <inkml:trace contextRef="#ctx0" brushRef="#br0" timeOffset="111794.184">27756 695 0,'25'0'78,"25"0"-78,-25 0 15,-1 0-15,1 0 16,0 0-16,0 0 16,24 0-1</inkml:trace>
  <inkml:trace contextRef="#ctx0" brushRef="#br0" timeOffset="112066.078">27732 918 0,'24'0'47,"1"0"-31,0 0-16,0 0 0,0 0 15,24 0-15,-24 0 16,0 0-16,24 0 16,-24 0-16</inkml:trace>
  <inkml:trace contextRef="#ctx0" brushRef="#br0" timeOffset="112649.795">28327 719 0,'0'-24'16,"0"-26"-16,0 25 15,25 0 1,0 25-1,24 0 1,1 0 0,-25 0-1,-25 75 1,0-50-16,0-1 0,0 1 16,0 0-1,0 25-15,0-26 0,-25-24 16,25 50-16,-50-50 15,50 50-15,-49-50 16,49 24-16,-25-24 31,25 25-15,74-25 15,-49 0-15,25 0-16,-1 0 15,-24 0-15,25 0 0,-26 0 16,1 0-16,0 0 16</inkml:trace>
  <inkml:trace contextRef="#ctx0" brushRef="#br0" timeOffset="113214.52">28749 571 0,'49'0'78,"-24"0"-62,25 0-16,-1 0 0,-24 0 16,25 0-16,-26 0 15,1 0 1</inkml:trace>
  <inkml:trace contextRef="#ctx0" brushRef="#br0" timeOffset="113849.232">28848 571 0,'0'24'63,"25"26"-47,-25 0-1,24-1-15,-24-24 16,25 0-16,-25 0 15,50 24-15,-50-24 16,0 0-16,25-25 16,-25 74-16,0-49 0,24 0 15,-24 24 1,0-24 0,25 0-1,25-25 79,-50-25-78,25 25-1,-25-49-15,0 24 16,25 0-16,-25-25 15,0 1-15,24-1 16,-24 1-16,0 24 16,50 25-16,-50-50 0,0 25 15,25 25 1</inkml:trace>
  <inkml:trace contextRef="#ctx0" brushRef="#br0" timeOffset="114136.093">29170 670 0,'25'0'94,"0"0"-94,25-25 0,-26 25 15,1 0 1,0 0-16,-25-25 0</inkml:trace>
  <inkml:trace contextRef="#ctx0" brushRef="#br0" timeOffset="117994.47">29195 719 0,'0'-24'16,"25"24"109,0 0-110,0 0-15,-1 0 16,1 0-16,25 0 16,-25 0-16,24 0 15,-74 0 63</inkml:trace>
  <inkml:trace contextRef="#ctx0" brushRef="#br0" timeOffset="121900.738">11088 10393 0,'0'-25'31,"0"1"16,0-1-31,0 0 15,0 0-15,0-24 15,0 24-15,0 0 15,0 0-15,-25 25-1,25-25 1,-25 25-1,25-24 1,-50 24-16,26 0 31,24-50-15,-25 50 15,0 0-15,0 0 15,0 0-15,1 0 15,-26 0-15,25 0 15,0 0-16,1 0 1,24 25 0,-25-25-16,0 0 15,25 25 1,-50-25-16,26 0 16,24 24-1,-25-24 1,25 25-1,-50-25-15,50 25 16,-25-25 0,25 25-16,-24-25 0,24 49 15,-25-49-15,25 25 16,-25-25-16,25 50 16,-50-25-1,50 49 1,-49-49-16,49 0 15,0-1-15,0 1 16,-25 25-16,25-25 16,0 24-16,0-24 15,0 0-15,0 0 16,0-1-16,0 26 16,0-25-16,0 0 15,0 24-15,0-24 16,0 0-16,50 24 15,-26 1 1,26 0 0,0-1-1,-1-24 1,26-25 0,-51 25-1,1-25-15,0 0 0,25 0 16,-26 0-1,1 0-15,0 0 0,0 0 16,0 0-16,24 0 16,1 0-1,-1 0 1,-24 0 0,25-50-1,-1 25 1,1 1-1,-25-1 1,0-25 0,-25 25-1,25 25-15,-25-49 16,0 24-16,0 0 16,49 0-16,-49-24 15,0-1-15,0 1 16,0-1-16,0 0 15,0 1-15,0-1 16,-25 25-16,25-24 16,-24 24-16,24 0 15,-25-24-15,25 24 16,-25 0-16,25 0 16,-50 25-16,50-49 0,-49-1 31,24 50-16,0 0 1,0 25 0,-24 0-1</inkml:trace>
  <inkml:trace contextRef="#ctx0" brushRef="#br1" timeOffset="127831.322">12055 10244 0,'0'-24'16,"0"-1"15,-25 25-15,25-50-1,-49 50 1,49-25 0,-25 25-1,0-24 1,0 24-1,0 0 1,-24-25 0,24 25 15,0 0-15,0 0 15,-24 0-16,24 0 17,0 0-17,-24 0 1,-1 25 0,25-25-1,25 49 1,-25-49-1,1 25 1,-1 0 0,-25 0 15,25 24 0,25 1-15,-24-50-16,24 25 15,0 24 17,-50 1-32,50-1 15,0-24 1,0 0-16,0 0 16,0 0-16,0-1 15,0 1-15,0 25 16,0-25-16,0-1 15,0 51 1,25-50-16,-25-1 16,25 26-16,-1 0 15,26-1 1,0-24 0,-1-25-1,-24 50-15,0-50 16,0 0-16,-1 24 15,26-24-15,-25 0 16,0 0-16,-1 0 16,1 0-16,25 0 15,-25 0 1,24 0 0,1 0-1,-1 0 1,-24-24-16,25 24 15,-50-50-15,25 50 16,-25-25 0,49 25-16,-49-49 0,50 24 15,0-25 1,-50 1-16,0 24 16,0 0-16,0-25 15,0 1-15,0-1 16,0 1-16,0-1 15,0 25-15,0-24 16,0 24-16,-25 0 16,25 0-16,-25-24 15,25 24-15,-50 25 0,50-50 16,-49 50 0,-1 0-1,0 0-15</inkml:trace>
  <inkml:trace contextRef="#ctx0" brushRef="#br1" timeOffset="130012.302">11286 10319 0,'-25'0'16,"25"-50"-1,-24 50 1,24-25 0,-25 25-16,-25 0 15,25-24 1,0 24 15,1-25 0,-26-25-15,25 50 0,0-25-1,-24 25 1,-1 0 0,25 0-1,1 0 16,-1 0-15,0 0 0,-25 0-1,26 0 1,-1 0 0,0 0 15,0 0 0,0 0 0,1 0-15,-26 50 15,25-25-15,0 0-1,-24 24 1,49-24 0,-25 25-1,25-26 1,-25-24 0,25 50-16,0-25 0,0 0 15,-25-1 1,25 1-16,0 25 15,0-25 1,-49 49 0,49-49-1,0 24 1,0 1 0,-25 0-1,25-26 1,0 26-1,0-25 1,0 0 0,0-1-1,0 1-15,0 0 16,0 25 0,25-50-1,-25 24-15,49 1 16,-49 0-1,25-25 1,-25 25-16,25-25 16,-25 25-1,25-25-15,0 0 16,24 49 0,-24-49-1,0 0-15,24 0 16,-24 0-16,25 0 15,-1 0 1,1-24 0,0 24-16,-26 0 15,-24-25-15,50 25 16,-25 0 0,0-25-1,-1 25 1,26-25-1,-25 25 1,-25-50-16,25 50 16,-1-24-1,-24-1 17,25 25-17,-25-25 1,50 0-1,-50-24 1,0-1 0,25 50-16,-25-25 15,0-24-15,0 24 16,0 0-16,0 0 16,0-24-16,0-26 31,0 50-31,-25 1 0,25-1 15,0 0-15,-25-25 16,25 26-16,0-1 16,-25 25-16,25-25 15,-25 0 1,1 25 0,24-49-16,-50 49 15,25 0 1,25-25-1,-49 25-15,-1 0 16,25 0 0,0 0-16</inkml:trace>
  <inkml:trace contextRef="#ctx0" brushRef="#br1" timeOffset="132095.593">4415 12700 0,'50'0'63,"-25"0"-48,-1 0-15,26 0 16,-25 0-16,24 0 16,1 0-16,-25 0 0,0 0 15,-1 0-15</inkml:trace>
  <inkml:trace contextRef="#ctx0" brushRef="#br1" timeOffset="132346.451">4440 12998 0,'25'0'15,"0"0"-15,-1 0 16,1 0-16,25 0 16,-1 0-16,1 0 15,0 0-15,-1 0 16,1-50-16</inkml:trace>
  <inkml:trace contextRef="#ctx0" brushRef="#br1" timeOffset="132663.269">4887 12378 0,'0'0'16,"24"0"0,1 0-1,0 49-15,25 1 16,-26 24-16,-24 25 15,0 25-15,0-49 16,0 24-16,-49 0 16,-1 25-16,25-49 15,-24-26-15</inkml:trace>
  <inkml:trace contextRef="#ctx0" brushRef="#br1" timeOffset="133561.902">5779 12601 0,'0'25'79,"0"-1"-79,0 1 15,0 25-15,0-1 16,0 1-1,0 0-15,0-26 0,0 26 16,0 0 0,0-26-1,0 1 17</inkml:trace>
  <inkml:trace contextRef="#ctx0" brushRef="#br1" timeOffset="134166.583">5779 12601 0,'0'0'0,"25"-99"31,25 49-31,0 50 16,-1 0 0,-24 0-1,-25 25 1,0 0-16,0-1 15,0 1-15,0 25 16,0-25-16,0-1 16,0 1-16,-50 0 15,1 25 1,98-50 62,-24 0-62,0 0-16,25 0 15,-26 0-15,26 0 16,-50 24-16,0 1 16,0 0-16,0 25 15,0-26-15,-25 26 16,0-50-1,1 50-15,-1-50 16,0 0-16,25 24 16,-50-24-16,26 0 15</inkml:trace>
  <inkml:trace contextRef="#ctx0" brushRef="#br1" timeOffset="134972.162">6896 12601 0,'0'25'63,"-25"-1"-63,25 26 16,-50 0-16,1-1 15,49-24-15,-50 25 0,50-26 16,-50-24-16,1 50 15,-1-25 1,25-25 0,1 0 15,24-25-31,0 0 16,-25 0-16,25 1 15,0-1-15,0 0 16,25-25-1,24 50 1,-24 0-16,0 0 16,0 0-16,-1 0 0,26 50 15,-25-25 1,0 0-16,-25-1 0,49 26 16,-49-25-1,25-25-15,-25 49 0,25-49 16</inkml:trace>
  <inkml:trace contextRef="#ctx0" brushRef="#br1" timeOffset="135595.886">7417 12551 0,'0'0'0,"-25"0"63,50 0-17,-1 0-30,26 0 0,0 0-16,-26 0 0,26 0 15,-25 0-15,0 0 16,-1 0 0</inkml:trace>
  <inkml:trace contextRef="#ctx0" brushRef="#br1" timeOffset="136116.639">7590 12576 0,'0'25'63,"0"49"-48,25-49 1,-25 0-16,25 24 16,-25 1-16,49 0 15,-49-26-15,50 26 16,-50-25-16,50 0 0,-50-1 15,24 26 1,-24-25 0,25-25 46,-25-50-62,0 1 16,50-1-16,-50 0 15,49-74 1,1 50-16,-50 0 16,50 24-16,-50 25 15,25-24-15</inkml:trace>
  <inkml:trace contextRef="#ctx0" brushRef="#br1" timeOffset="136394.479">7987 12502 0,'75'0'62,"-51"0"-46,-24-25-16,50 25 16,0 0-16</inkml:trace>
  <inkml:trace contextRef="#ctx0" brushRef="#br1" timeOffset="137332.148">9128 12799 0,'25'0'62,"0"0"-62,0-25 16,24-24-16,1 24 16,-1 0-16,-24-24 15,-25 24-15,50-25 16,-50 1-16,0-1 16,0 0-16,0 26 15,0-1-15,-50 0 16,1 25-1,24 0 1,-25 25 0,50 0-16,-49 24 15,49 1-15,0-1 16,0 1-16,0 0 16,0-26-16,0 26 0,0 0 15,0-1-15,0 1 16,0 24-16,24 1 15,-24-26-15,0 1 16,0-1-16,0-24 16,0 25-16,0 0 15,-49-50 1,49 24-16,-50-24 16,25 0-16,1 0 15,-1 0-15</inkml:trace>
  <inkml:trace contextRef="#ctx0" brushRef="#br1" timeOffset="137565.048">9103 12973 0,'50'-25'15,"0"0"1,-26 25 0,26-49-16,24 49 15,1-25-15,-26 25 0,26 0 16,-1-50-16,1 50 16,-26 0-16</inkml:trace>
  <inkml:trace contextRef="#ctx0" brushRef="#br1" timeOffset="138112.758">9847 12774 0,'0'25'0,"0"-50"0,-24 25 47,-1 0-32,-50 50-15,75-25 16,-24 24-1,24-24-15,0 0 16,0 0-16,0 0 0,0-1 16,49-24-1,1 0 1,-1-49 0,-49 24-1,0 0-15,25 0 16,-25 1-16,0-26 15,0 25-15,0 0 16,25 25 0,0 0-1,0 50 1,-25-25-16,49 0 16,-49-1-16,0 1 15,0 0 1,0 25-16,0-26 15,-25-48 32,25-1-31,0-50-16,0 26 16,25 24-16,-25-25 0,50 26 15,-25 24 1,0-50-16,24 50 15,26-25-15,-1 25 0</inkml:trace>
  <inkml:trace contextRef="#ctx0" brushRef="#br1" timeOffset="139531.011">10815 12799 0,'0'0'0,"25"-25"16,-25 1 15,-75 48 0,50 26-31,25-25 16,-49 24-16,49 1 15,0 0-15,0-26 16,49 26 0,1-50-16,0 0 15,-1 0-15,26-25 16,-1-24-16,-24 24 0,-1-25 16,1 25-1,-50 1-15,25-1 0,-25-25 16,-50 50 31,50 25-32,-50 0-15,50 24 16,0 1-16,0 0 16,25-50-1,25 0 1,-25 0-16,24 0 0,-49-25 15,25 25-15,-25-25 16,0-25 0,-49 1-1,24 24-15,-25 0 16,50-24 15,25 49-31,25 0 16,-26-25-16,26 25 15,0 0-15,-1 0 16,-24 0-16,0 0 16,-25 49-1,0-24-15,0 25 0,0-25 16,0-1-16,0 1 16,-25-25-1,25 25-15,0-50 47,0 0-47,0-24 16,25-1-16,-25 25 15,49 25-15,-49-24 16,25 24 0,25 24-1,-50 1-15,0 25 16,25-25-16,-1-1 15,1-24 1,0 0 0,25-24-16,-26-26 15,-24 25-15,50-24 16,-50-1-16,0 25 16,0-24-16,0 24 15,-25 25 16,-24 49-15,49-24-16,-25 0 16,25 0-16,0 0 15,0 24-15,49-49 16,1 50-16,-25-50 16,0 25-16,-1-25 15,-24 24 1,0 1-1,-24-25 1,-1 0-16,0 25 16,-25-25-16,1 0 15,-26 0-15</inkml:trace>
  <inkml:trace contextRef="#ctx0" brushRef="#br1" timeOffset="139988.795">12055 12402 0,'0'-49'0,"0"98"16,0-49 15,0 50-31,0 0 16,0 24-16,0-24 16,0 24-16,0 0 15,0-24-15,0 24 16,0-24-16,0-25 15,0 0-15</inkml:trace>
  <inkml:trace contextRef="#ctx0" brushRef="#br1" timeOffset="140507.549">11956 12725 0,'25'0'32,"-1"0"-32,26 0 15,0 0 1,-1 0-16,26-25 0,-1 25 16,1 0-16,-51 0 15,26-25-15,0 25 16,-26 0-16,1-49 15,-50 49 32,1 0-47,-26 24 16,0 26-16,26 0 16,24-1-16,-50 1 15,50-25-15,0-1 16,25-24 15,24-49-31,1 24 16,0 0-16,-1-24 15,-24 24 1,-25 50 15,0 24-15,0-24-16,0 0 15,25 0 1,24-25-16</inkml:trace>
  <inkml:trace contextRef="#ctx0" brushRef="#br1" timeOffset="141036.306">12799 12675 0,'0'25'31,"0"25"-31,0-26 16,0 1-16,0 0 15,0 0 1,0-100 31,0 26-32,50 24-15,-25 25 16,24 0 0,-49 50-1,0-1-15,50 1 16,-50-25-16,25-25 16,-25 24-16,49-24 15,-24 0-15,25-49 16,-26-1-1,-24 1-15,50-1 16,-50 0-16,25-49 16,-25 0-16,0 0 0,0 74 15,0-25 1,0 75 0,0 25-1,0 24-15,0 25 16,0-24-16,0 24 15,0-25-15,0-24 16,0-25-16</inkml:trace>
  <inkml:trace contextRef="#ctx0" brushRef="#br1" timeOffset="141229.217">13022 12700 0,'0'-50'31,"75"26"-15,-50 24-16,24-25 16,-24 25-16,0 0 15,0 0-15,24 0 16</inkml:trace>
  <inkml:trace contextRef="#ctx0" brushRef="#br1" timeOffset="142206.814">14387 12675 0,'0'-49'0,"-25"49"16,0-25 0,0 25-1,-24 0 1,-1 0-16,50 74 15,-50-49-15,50 25 16,0-26-16,0 1 16,0 0-16,0 0 15,25 24 1,0-49-16,0 0 16,0 0-16,-1-24 15,26-1-15,-25 0 16,-25 0-16,50-24 15,-50-1-15,0 0 16,0 1-16,0-26 16,0 1-16,0 0 15,0 24-15,0 0 0,-50 26 16,50-26 0,0 75 15,0 0-31,0 24 15,0 26-15,25 24 16,-25 0-16,0-25 16,0 1-16,0-1 15,0-24-15,0-1 16,0 1-16,0-25 16,0 49-1,0-49-15</inkml:trace>
  <inkml:trace contextRef="#ctx0" brushRef="#br1" timeOffset="142425.689">14684 13072 0,'25'0'31,"-25"25"-15,0 24 0,0 1-16,-49-50 15,49 25 1,-50-25-16</inkml:trace>
  <inkml:trace contextRef="#ctx0" brushRef="#br1" timeOffset="143197.32">15056 12551 0,'0'0'0,"25"0"32,-25 25 30,0 0-62,0 24 16,25-24-16,-25 0 15,0 0-15,0 0 16,50 24-16,-50-24 16,24-25-16,-24 50 15,50-50-15,-50 24 16,25-24-16,0 0 16,-1 0-1,-24-24-15,50 24 16,-50-50-1,50 25-15,-50 0 0,25-24 16,-25-1-16,0 1 16,49-1-16,-49 0 15,0 26-15,0-26 16,-25 50 0,1 0-1,-26 0 1,50 25-1,-25 0-15,25-1 16,0 26-16,0 0 0,0-1 16,0-24-1,0 0-15,0 0 0,0 24 16,25-49 0,-25 25-1</inkml:trace>
  <inkml:trace contextRef="#ctx0" brushRef="#br1" timeOffset="146937.582">7069 14362 0,'0'25'406,"0"24"-406,-49-49 16,49 50-16,-50 0 15,25-26-15,-24 1 16,24 25-16,0-50 15,-25 49-15,26-49 16,-26 50-16,25-50 16,0 25-16,1-25 15,-1 0 32,25-50 0,0 25-47,0 1 16,0-26-1,25 50 1,24 0 0,-24 0-1,0 0-15,24 0 16,-24 25-16,0 0 15,0-1-15,-25 1 16,50-25-16,-50 50 0,49-50 16,-49 25-16,25-25 15,25 49 1</inkml:trace>
  <inkml:trace contextRef="#ctx0" brushRef="#br1" timeOffset="150692.973">28724 645 0,'0'-25'47,"0"0"-16,-25-24-15,25 24 0,0 0-1,-25 25-15,25-25 16,-25 25-1,25-49 1,-24 49-16,24-25 16,-25 25-1,25-25-15,-50 25 16,25-25 0,1 25-1,-1 0 1,0 0-1,0 0 1,-24 0 15,24 0-31,0 0 16,25 25 0,-25-25-16,25 25 15,-25-25-15,25 25 16,-24-25-1,24 49-15,-50-24 16,50 25 0,-25-50-1,25 49-15,0 1 16,0-25-16,0 0 16,0-1-1,0 1-15,0 0 0,0 0 16,0 24-16,0-24 15,0 25 1,0-1 0,0-24-16,25 0 15,-25 0-15,25 24 16,0 1 0,-1 0-1,26-26 1,-25 1-1,0-25 1,-25 25 0,24-25-16,26 0 15,0 0 1,-26 0 0,26 0-1,-25 0 1,0 0-1,-1-25 1,1 0 0,25-24-1,-50 24 1,25 25-16,-25-50 16,0 1-16,24 24 31,-24 0-31,0 0 31,0 1-31,0-26 16,0 0-1,0 26 1,0-1-16,0 0 16,-24 0-16,24-24 15,-50 24-15,25-25 16,0 25-1,-24 1 1,24 24 15,0 0-15,-24 0 0</inkml:trace>
  <inkml:trace contextRef="#ctx0" brushRef="#br1" timeOffset="153771.633">7665 14585 0,'0'-25'0,"-50"25"31,50-24-15,0-26 15,0 25-31,0 0 31,25 1-15,-25-26-16,25 50 15,-25-25 1,24 25 0,1-25-1,25 25 1,-25 0 15,-1 0 0,26 0-15,-25 50 0,-25 0-1,0-1 1,0-24-1,0 0-15,0 0 16,0 24-16,0 1 16,0-25-16,0-1 15,-50 1-15,50 0 16,-25 25-16,1 24 16,-26-24-1,0-26 1,1-24-1,49 25-15,-25-25 16,75 0 78,-1 0-79,26-49-15,-1 24 16,0-25-16,-24 25 16,0 25-16</inkml:trace>
  <inkml:trace contextRef="#ctx0" brushRef="#br1" timeOffset="155529.213">7590 13469 0,'0'25'172,"25"24"-157,-25-24 1,25-25-16,-25 50 16,49-25-1,-24-25 1,25 0-16,-1 0 15,75-124 1,25-50-16,50 0 0,123-123 16,50-26-1,-24 26-15</inkml:trace>
  <inkml:trace contextRef="#ctx0" brushRef="#br1" timeOffset="156606.502">7541 15304 0,'0'25'31,"0"0"-15,0 0-16,24 0 15,26 24 1,24-49 0,-24-24-16,24-51 15,50-24-15,-24-75 0,49-24 16,-1 74-1,-73 49-15</inkml:trace>
  <inkml:trace contextRef="#ctx0" brushRef="#br1" timeOffset="158225.519">12105 14387 0,'-25'0'0,"74"0"63,1 0-48,0 0-15,-1 0 16,1 0-16,0 0 16,-26 0-16,1 0 15,25 0 1</inkml:trace>
  <inkml:trace contextRef="#ctx0" brushRef="#br1" timeOffset="158442.387">12129 14684 0,'0'0'0,"25"0"31,0 0-15,25 0-16,-1 0 15,1 0-15,24 0 16,-24 0-16,0 0 16,-26-49-16</inkml:trace>
  <inkml:trace contextRef="#ctx0" brushRef="#br1" timeOffset="158690.271">12452 14188 0,'0'-25'31,"25"25"-15,0 25-16,24 0 16,-24 25-16,-25 24 15,25 1-15,-25-26 0,0 50 16,-25 25 0,-25-24-16,26-26 0</inkml:trace>
  <inkml:trace contextRef="#ctx0" brushRef="#br1" timeOffset="163361.251">13395 14560 0,'0'-24'31,"0"73"16,0 1-47,0 24 16,0-24-16,0-1 15,0 1-15,0-25 0,0 0 16,0 24-1</inkml:trace>
  <inkml:trace contextRef="#ctx0" brushRef="#br1" timeOffset="163945.887">13395 14610 0,'0'0'16,"0"-25"-16,24-24 16,26-1-1,0 0 1,-26 50-16,1 0 15,25 25 1,-50 0-16,0 25 16,0-1-16,0 1 15,0-1-15,0 1 16,0-25-16,0 24 16,-50-49-16,50 25 0,-25-25 15,50 0 48,25 0-48,-1 0 1,-49 25 0,25 0-16,-25 24 15,0-24-15,0 0 16,0 0-16,0 24 15,-49-49-15,24 25 16,0-25-16,-25 0 16,1 0-16,24 0 15,-25 0 1,26-25 0,24 1-16,0-26 15</inkml:trace>
  <inkml:trace contextRef="#ctx0" brushRef="#br1" timeOffset="164298.13">13816 14039 0,'0'0'0,"0"-24"31,0 48-16,0 26 1,0-25-16,0 24 16,0 1-16,0 0 15,0-1-15,0 1 16,0-25-16</inkml:trace>
  <inkml:trace contextRef="#ctx0" brushRef="#br1" timeOffset="164687.912">14139 14585 0,'24'0'47,"1"0"-31,0 0-1,0 0-15,0 0 0,24 0 16,-24 0-1,0 0-15,0 0 0,0 0 16,24 0 0,-24 0 15</inkml:trace>
  <inkml:trace contextRef="#ctx0" brushRef="#br1" timeOffset="165992.872">14213 14287 0,'25'0'78,"0"0"-62,-1 0-16,1 0 0,0 0 15,0 0-15,25 0 16,-26 50-16,26-50 15</inkml:trace>
  <inkml:trace contextRef="#ctx0" brushRef="#br1" timeOffset="166931.025">14982 14387 0,'-25'0'15,"25"-25"1,0 0 0,0 0-1,0 0 1,0 1-1,50 24 1,-25 0 0,24 24-1,-49 1-15,50 0 16,-50 0-16,0 25 16,0-26-16,0 26 15,-25-25-15,25 0 0,-50-25 16,1 49-16,24-49 15,0 25-15,0-25 16,-24 0 0,74 0 77,24 0-93,1 0 0,-1 0 16,1 0 0,-25 0-16,0 0 0,24 0 15,-24 0-15,25 0 16</inkml:trace>
  <inkml:trace contextRef="#ctx0" brushRef="#br1" timeOffset="167379.846">15429 14114 0,'0'-25'31,"0"50"1,0 0-32,0-1 15,0 26-15,0 0 0,0-1 16,0 1-16,0 0 16,0-1-16,0-24 15,0 0-15,0 0 16,0 24-1</inkml:trace>
  <inkml:trace contextRef="#ctx0" brushRef="#br1" timeOffset="168022.503">15453 14238 0,'0'0'0,"0"-50"0,0 1 16,25-1-1,25 0 1,-1 50 0,-49-49-1,50 49-15,-25 0 0,-25 25 16,49-1-16,-49 1 16,0 25-16,0-1 15,0 1-15,0-25 16,0 0-16,-24 24 15,24-24-15,-50-25 16,50 25-16,-25-25 16,25 25-1,50-25 48,-1 0-48,1 0 1,-50 74 0,0-24-1,0-1 1,-25-24 0,-24-25-16,24 25 15,0-25-15,-25 0 16,26 0-16,-1 0 15,0 0-15,-25 0 0,26 0 32,24-50-32,-50 50 15</inkml:trace>
  <inkml:trace contextRef="#ctx0" brushRef="#br1" timeOffset="170266.38">1116 5259 0,'0'24'63,"0"26"-63,25-25 16,0-25-16,24 49 15,26-49-15,24 0 16,75-99-16,24-25 15,-24-25-15,24 1 16,1 23-16,-75 51 16,-75 74-16</inkml:trace>
  <inkml:trace contextRef="#ctx0" brushRef="#br1" timeOffset="191520.929">17562 496 0,'-25'0'78,"0"0"-78,-25 25 16,1-25-16,-1 25 0,1-25 15,-1 25 1,0-25-16,26 0 0,-26 49 16,50 1 187,0-25-203,0-1 15,0 1-15,25 0 16,-25 0-16,0 24 16,0-24-16,25 0 15,-25 0-15,0 0 16,0 24 0,0 1-16,0-25 15,0-1 1,0 26 31,24-50-32,1 0 17,25 0-17,-25-25-15,24 25 16,1-49-16,-1 49 15,1-25-15,-25 25 16,25 0-16,-50-25 16,49 25-16</inkml:trace>
  <inkml:trace contextRef="#ctx0" brushRef="#br1" timeOffset="192082.161">17214 893 0,'50'0'109,"49"-25"-77,-74 25-32,25 0 15</inkml:trace>
  <inkml:trace contextRef="#ctx0" brushRef="#br1" timeOffset="192831.177">18107 645 0,'25'0'94,"0"0"-94,0-25 15,0 25-15,-1 0 16,26-25-16,-25 25 16,0 0-16,-1 0 15</inkml:trace>
  <inkml:trace contextRef="#ctx0" brushRef="#br1" timeOffset="193117.284">18157 918 0,'0'0'0,"25"0"31,0 0-15,-1 0-16,1 0 16,25-25-16,-25 25 15,-1-25-15,1 25 16,0-25-16,25 25 15,-50-24-15,49 24 16</inkml:trace>
  <inkml:trace contextRef="#ctx0" brushRef="#br1" timeOffset="193605.411">18728 422 0,'24'0'93,"1"0"-77,25-50-16,-25 50 16,-1 0-16,1 0 0,-25-25 15,50 25-15</inkml:trace>
  <inkml:trace contextRef="#ctx0" brushRef="#br1" timeOffset="194219.132">18852 372 0,'0'50'32,"0"-1"-17,24 1 1,-24-25-1,25-25-15,-25 49 16,50 1-16,-1 0 16,-24-26-1,0-24 1,-25 25 0,25-25 15,-25 25-31,49-25 62,-49-25-30,25 25-32,-25-49 15,0 24-15,0 0 16,0-25-16,0 1 15,25-1-15,-25 0 16,0 26-16,0-1 0,0 0 16</inkml:trace>
  <inkml:trace contextRef="#ctx0" brushRef="#br1" timeOffset="194939.794">19149 372 0,'50'0'93,"-25"-50"-77,-1 50 0,1 0-1,-74 0 48,-1 0-48,25 0 17,0 0-1,1 0 0,-1 0 0,25 50-31,-25-50 16,50 0 78,0 0-79,-1 0-15,1-25 16,0 25-16,25-25 0,-26 25 16</inkml:trace>
  <inkml:trace contextRef="#ctx0" brushRef="#br1" timeOffset="195647.476">18827 1091 0,'25'0'46,"24"-24"-30,-24 24-16,25-50 16,24 50-16,0-50 15,1 50-15,-1-49 16,-24 49-16,-1-50 16,-24 50-16,0 0 15,0 0 16</inkml:trace>
  <inkml:trace contextRef="#ctx0" brushRef="#br1" timeOffset="196898.059">19447 1191 0,'0'24'47,"-25"-24"-32,25 50-15,-50-25 16,50 24 0,0-24-16,-24 25 15,24-25 1,0-1-16,0 1 0,0 0 15,0 0 17,49-25-17,-24 0 1,0-25 0,-25-25-1,25 26 1,-25-1-16,0-25 0,0 25 15,0-24 1,0-1-16,0 1 0,0-1 16,0 0-16,0 26 15,0-1-15,0-25 16,0 75 343,0 0-343,0 24-16,24 1 16,-24 24-16,0-24 15,25 0-15,-25-1 16,0 1-16,0-1 15,25-24-15,-25 0 16,0 0 0</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21:09.947"/>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C00000"/>
    </inkml:brush>
  </inkml:definitions>
  <inkml:trace contextRef="#ctx0" brushRef="#br0">2332 2133 0,'49'-25'47,"50"25"-32,25-49-15,25 49 16,25-50-16,49 50 16,-49 0-16,-1 0 15,1 0-15,0 25 16,-50-25-16,0 50 16,-25-50-16,-49 0 15,-1 24-15,1-24 16,-25 0-1,-50 0 32,0 0-31</inkml:trace>
  <inkml:trace contextRef="#ctx0" brushRef="#br0" timeOffset="1879.798">10319 1414 0,'0'0'0,"0"-50"16,-75 50-16,-24 0 15,74 0 1,1 0-16,-1 0 16,-25 0-16,50 25 15,-50-25-15,50 25 16,-49 49-16,49-49 15,-25 74-15,25-24 16,0-1-16,-50 1 16,50-26-16,0 1 15,0-1-15,0 1 0,0 0 16,25-26 0,25 26-16,-25-50 0,-1 50 15,1-50 1,25 0-16,-25 24 0,24-24 15,1 0-15,0 0 16,-26 0-16,1 0 16,0-49-16,25 49 15,-50-50-15,24 1 16,-24 24-16,0-25 16,25 1-16,-25-1 15,0-24-15,0-26 16,0 1-16,0 25 0,0-1 15,0 26-15,-74-1 16,49 25 0,-25 25-16,1-25 0,-1 25 15,25 0-15,1 0 16,-1 0-16,0 25 16</inkml:trace>
  <inkml:trace contextRef="#ctx0" brushRef="#br0" timeOffset="3321.968">13767 1463 0,'-25'-24'16,"-50"24"0,26-50-1,24 50-15,-25 0 16,26 0-16,-1 0 16,-25 0-16,25 0 15,1 0-15,-1 0 16,0 0-16,25 25 15,-50-25-15,50 49 16,-49-24-16,49 0 16,-50 25-16,50-1 0,-25 1 15,25 0-15,0 24 16,0-24-16,0 24 16,0-24-16,0 24 15,0-24-15,0-1 16,0-24-16,0 0 15,75 0-15,-50 24 16,-1-49-16,1 25 16,25-25-16,-1 25 0,-24-25 15,25 0-15,-25 0 16,24 0-16,-24 0 16,0 0-16,0 0 15,-1 0-15,51-50 16,-26 1-1,-49 24 1,25-25-16,-25 1 16,25-1-16,-25-24 15,0-1-15,0 26 16,0-26-16,0 1 16,-25 24-16,-24 0 15,-1 26-15,-24 24 16,24-75-16,-49 75 15,0 0-15,-1 0 0,26 0 16</inkml:trace>
  <inkml:trace contextRef="#ctx0" brushRef="#br0" timeOffset="9123.953">26789 1488 0,'0'-25'16,"0"-24"0,0 24-1,-50 0 1,26 0 0,-1 25-1,25-24-15,-25 24 16,0 0-1,-24 0 1,24 0 0,0 0-1,0 0 1,-24 49 0,-1-24-1,25 0-15,-24 24 31,49-24-15,-25-25-16,25 25 0,0 0 16,-25 24-1,25-24 1,0 0-16,0 50 16,0-51-1,0 1-15,0 25 16,0-25-16,0-1 15,50-24-15,-50 50 16,49-50-16,-49 50 16,50-50-16,-25 24 15,-1-24-15,26 25 0,-25-25 16,0 0-16,-1 50 16,1-50-16,0 0 15,25 0-15,-26 0 16,1 0-16,25 0 15,-25 0 1,-25-50 0,24 50-16,-24-25 15,25 25-15,-25-49 16,0-1-16,50 1 16,-50-26-16,0 1 15,0 24-15,0 0 16,0 26-16,-25-26 0,0-24 15,0 24 1,-24 25-16,-1 0 0,1 25 16,-1-49-16,0 49 15,-49 0-15,0 74 16,0-24-16</inkml:trace>
  <inkml:trace contextRef="#ctx0" brushRef="#br0" timeOffset="18243.511">15652 3125 0,'49'0'63,"26"0"-63,24 0 15,75 0-15,-26 0 16,51 0-16,-1 0 16,1 0-16,-100 0 0,0 0 15,-24 0-15,-26 25 16,-24-25-1,0 0 1,-50 0 31,0 0-47</inkml:trace>
  <inkml:trace contextRef="#ctx0" brushRef="#br0" timeOffset="29261.583">1042 7789 0,'0'49'78,"0"1"-78,0 49 15,0 0-15,0-49 16,0 0-16,0-1 16,0-24-16,0 0 15,0 24 1,0-73 15,25-1-15,-1-25-16,1 25 31,0 25-31,25 0 16,-1 0-1,1 0 17,-1 25-32,1-25 15,-25 0 1,24 0-1,-49-49 17,0-1-32,0 25 15,0-24 1,-24 98 31,24 1-32,0-1-15,0 1 16,0-25-16,0 0 16,0 24-1,49-49 1,-24 0 0,-25-25-1,0 1-15,0-1 16,25-25-16,-25 25 15,0-24-15,0 24 16,0 0-16,-50 25 16,50-25-16,-49 25 15,24 0-15,25 25 16,0 25 0</inkml:trace>
  <inkml:trace contextRef="#ctx0" brushRef="#br0" timeOffset="30124.188">1885 8136 0,'0'0'0,"0"-50"16,-25 26-1,-24 24 1,24 0-1,0 49-15,0-24 16,25 25-16,-49-1 16,49 1-16,0-1 15,0-24-15,0 0 16,0 0 0,49-25-1,1 0-15,-25-25 16,24-49-16,-49 49 15,0 0 1,0 0-16,0-24 16,0 73 31,0 1-47,0 25 15,-24 24-15,24 25 16,0-49-16,0 24 15,0-24-15,0 0 16,0-1-16,0-24 16,0 0-16,0 0 15,0-1-15,0 26 16,-75 0 0,26-50-16,24 0 0,0 0 15,-25 0 1,25 0-1,25-50 1,0 25 0,0-24-16,0 24 15,50 0-15,-25 0 16,25-24-16,-1 24 16,1-25-16,-1 25 15,1 1-15,-25-1 16,0-25-16,49 1 15,-49-1 1,-25 25 0,25 0-1,-25 50 48,0 25-48,0-25-15,0 24 16,0-24-16,0 0 16,0 0-16</inkml:trace>
  <inkml:trace contextRef="#ctx0" brushRef="#br0" timeOffset="30342.091">2108 8186 0,'0'0'0</inkml:trace>
  <inkml:trace contextRef="#ctx0" brushRef="#br0" timeOffset="30672.337">2480 8310 0,'0'-25'16,"-24"25"15,-26 0-15,50 49-1,-50-24-15,50 25 16,0-25-16,0 24 16,0-24-16,0 0 15,0 0-15,25 24 16,25-49 0,-25 0-16,-1 0 15,26 0-15,-25-25 0,0 1 16,-25-1-1</inkml:trace>
  <inkml:trace contextRef="#ctx0" brushRef="#br0" timeOffset="30857.257">2704 8260 0,'0'-25'16,"0"50"46,0 0-62</inkml:trace>
  <inkml:trace contextRef="#ctx0" brushRef="#br0" timeOffset="31061.695">2778 8632 0,'0'0'0,"0"25"31</inkml:trace>
  <inkml:trace contextRef="#ctx0" brushRef="#br0" timeOffset="31337.54">2902 8458 0,'25'0'32,"25"0"-17,-26 0 1,1 0-16,0 0 15,25 0 1,-1 0 0</inkml:trace>
  <inkml:trace contextRef="#ctx0" brushRef="#br0" timeOffset="35609.556">26814 918 0,'0'-50'47,"0"75"-1,25-25-30,-25 25-16,49 0 16,-49-1-1,25-24 1,-25 50-16,25 0 16,-25-1-1,0 1 1,0-1-1,0 1 1,0 0 0,0-1-1,0 1 1,49-1 0,-49 1-1,0-25 1,0 24-1,0 1 1,0-25 0,0 25-1,0-26 1,0 26 0,0 0-16,0-26 15,0 1-15,0 0 16,0 25-1,0-26-15,0 26 16,-24-25 0,24 24-1,0 1 1,-25-50-16,25 50 16,0-26-16,-25 26 15,25-25-15,-25 0 16,-24 49-1,49-49-15,-25 0 16,25-1-16,-50 26 0,1 0 16,24-26-1,0 1 17,25 25-17,0-75 63</inkml:trace>
  <inkml:trace contextRef="#ctx0" brushRef="#br0" timeOffset="37171.964">1439 1116 0,'0'-25'15,"-25"25"-15,0 25 32,25 0-32,-50 25 15,50-1 1,-24 1-16,24 24 0,-50 25 15,50 1-15,0-26 16,0 25-16,0 1 16,0-51-16,0 26 15,50-1-15,-50-24 16,49-1-16,1 1 16,-25-25-16,-1-25 0,26 49 15,-25-49 1,0 25-16</inkml:trace>
  <inkml:trace contextRef="#ctx0" brushRef="#br0" timeOffset="38343.876">8830 397 0,'-49'0'31,"-1"0"-15,1 0-16,-1 0 15,25 0-15,0 0 16,1 0-16,-26 0 16,25 0-1,25 49 126,0-24-125,0 0-16,0 0 15,0 25-15,0-26 16,0 26-16,0 0 15,0-26-15,0 1 16,0 0-16,0 0 16,0 24-1,0-24 1,25 0 0,25 25-1,-1-50 1,-24 0-16,0 0 15,0 0-15,-1-25 16,26 25-16,-25-25 16,0 25-16</inkml:trace>
  <inkml:trace contextRef="#ctx0" brushRef="#br0" timeOffset="38671.732">8508 645 0,'50'0'63,"-26"0"-48,26 0-15,0 0 0,-26 0 16,26 0-1</inkml:trace>
  <inkml:trace contextRef="#ctx0" brushRef="#br0" timeOffset="39388.368">10716 645 0,'0'0'0,"-25"0"47,0 0-47,0 0 16,0 0-16,1 0 15,24 25 1,0 0-1,0-1 1,24 26 0,1-50-1,25 0-15,-25 25 16,24 0-16,-49 24 16,0-24-1,-25 0 1,1-25-1,-1 0-15,-25 0 16,25 25-16,1-25 16,-1 0-16,0 0 15</inkml:trace>
  <inkml:trace contextRef="#ctx0" brushRef="#br0" timeOffset="39985.874">11013 744 0,'0'-25'31,"-25"50"0,25 0-31,-24 25 16,24-26-16,0 26 16,0-25-16,0 24 15,24-49 1,26 0-1,0 0 1,-26 0 0,-24-49-1,0 24-15,0-25 16,0 75 31,0 0-47,0 25 15,0-26-15,0 1 16,50-25 0,-25 0-1,0 0-15,0 0 16,24-49 0,-49-1-1,0 25-15,0-24 16,0 24-16,0-25 15,0 25-15,-49 25 0</inkml:trace>
  <inkml:trace contextRef="#ctx0" brushRef="#br0" timeOffset="40162.817">11435 769 0,'0'25'16,"0"24"-1,0-24-15,0 25 16,0-25-16,0-1 0,0 1 16,0 0-1</inkml:trace>
  <inkml:trace contextRef="#ctx0" brushRef="#br0" timeOffset="40341.717">11485 496 0,'0'0'0,"24"0"63</inkml:trace>
  <inkml:trace contextRef="#ctx0" brushRef="#br0" timeOffset="40591.602">11733 496 0,'0'25'47,"0"25"-47,0-1 16,0 1-16,0 24 0,0 1 15,0-26-15,0 1 16,0-1-16,0-24 15,0 25 1</inkml:trace>
  <inkml:trace contextRef="#ctx0" brushRef="#br0" timeOffset="40803.484">11658 843 0,'0'-24'47,"25"24"-47,0 0 15,24 0-15,-24 0 16,0 0-16,0 0 15</inkml:trace>
  <inkml:trace contextRef="#ctx0" brushRef="#br0" timeOffset="41123.339">12278 819 0,'-24'0'15,"-1"0"1,-25 0 0,25 0-1,-24 74 1,49-49-16,-25-25 16,25 74-16,0-49 15,0 25 1,25-50-16,-25 24 0,24-24 15,26 0 1,-25 0-16,0 0 0,0 0 16,-1 0-16,26-74 15,-50 49-15,50-24 16</inkml:trace>
  <inkml:trace contextRef="#ctx0" brushRef="#br0" timeOffset="41441.192">12402 719 0,'0'-49'16,"0"-1"-1,0 100 32,0-1-47,0 1 16,0 24-16,0 1 16,0-1-16,0-49 0,0 0 15,0 0 1,0-50 15,0 0-15,50-25-16,-50 1 15,25 49-15,-25-25 16,49 75 15,-49-1-31,0-24 16,25 0-16,-25 24 15</inkml:trace>
  <inkml:trace contextRef="#ctx0" brushRef="#br0" timeOffset="42427.688">13593 794 0,'0'0'0,"-25"0"31,-24 25-15,24-1 0,25 1-16,-50 0 0,50 0 15,0 24-15,25-24 16,0-25-1,24 0 1,-24 0-16,25 0 16,-50-25-1,0-24 1,0 24-16,0 0 16,-25-24-16,25 24 0,-25 25 15,25-25-15,50 25 63,-1 0-63,1 0 15,0-25-15,-1 25 16,1-49-16,-1 24 16,-24 0-16,0 0 15,-25-24-15,50 24 16,-50 0-16,0 0 15,0 0-15,0-24 0,0 24 32,-50 50 15,50-1-47,-25 26 15,25 0 1,0-1-16,0 1 0,0-25 15,0 49-15,0-24 16,0 24-16,0-24 16,0 24-16,0-24 15,0-1-15,0-24 16,0 25-16,-49-50 47,49-25-32</inkml:trace>
  <inkml:trace contextRef="#ctx0" brushRef="#br0" timeOffset="42918.458">13816 992 0,'0'0'0,"0"-25"16,50 1 15,-25 24-15,-1 0-16,26 0 15,0-25-15,-1 25 16,1-50-16,-25 50 0,-1-25 16,26 25-16,-50-24 15,25 24-15,-25-50 16,49 25-16,-49-24 16,0 24-16,25-25 15,-25 25-15,0 1 16,0-26-1,0 25 1,-25 25 15,1 0-15,-26 0 0,50 50-16,-25 24 15,25-49 1,0 25-16,0-1 15,0 1-15,0-1 16,0 1-16,0 0 16,0-1-16,0 1 15,0-25-15,0 24 16,0-24-16,0 0 16</inkml:trace>
  <inkml:trace contextRef="#ctx0" brushRef="#br0" timeOffset="43126.363">14015 992 0,'74'-49'15,"-49"49"1,24 0-16,1-25 16,0 25-16,-26 0 15,1-25-15,0 25 16</inkml:trace>
  <inkml:trace contextRef="#ctx0" brushRef="#br0" timeOffset="44106.979">15354 794 0,'0'0'0,"-25"-75"16,0 51-1,1-1 1,-1 25 0,-25 0-1,1 25 1,49-1 0,-25 1-16,25 0 15,0 25-15,0-26 16,0 1-16,0 25 15,49-25 1,1-25-16,-25 0 16,0 0-16,-1 0 15,1 0-15</inkml:trace>
  <inkml:trace contextRef="#ctx0" brushRef="#br0" timeOffset="44721.657">15627 769 0,'0'0'0,"0"-25"31,-50 25 0,50 25-31,-49 0 16,24 24-16,25-24 15,-50 0-15,50 0 16,25-25 15,0 0-15,25 0 0,-26-25-16,-24 0 15,25 0-15,-25 1 16,0-26-1,0 75 1,0 49 0,0-49-1,25-25 1,25 0 15,-26 0-15,26 0-1,0-50 1,-26 50-16,1-24 0,0 24 16,0 0-1,24 0-15,-49 74 32,0-24-17,0-26 1,-24-24-1,-26 0 1,25 0-16,-24 0 16</inkml:trace>
  <inkml:trace contextRef="#ctx0" brushRef="#br0" timeOffset="45081.028">16148 843 0,'0'0'15,"49"0"1,-24 0 0,25 0-1,-50-49-15,49 24 16,-49-25-1,-24 1 1,-1 49 0,0 0-16,0 0 15,-24 0-15,-1 49 16,0-24-16,50 25 16,-24-1-16,24 1 0,0-25 15,0 24-15,24-49 16,1 50-16,25-50 15,-1 0-15,1 0 16,-25 0-16</inkml:trace>
  <inkml:trace contextRef="#ctx0" brushRef="#br0" timeOffset="48675.786">4167 8111 0,'0'25'94,"0"25"-63,0-1-31,0-24 16,0 0-16,0 0 0,0-1 16,0 1-16,0 0 15,50 25-15,-50-26 16,0 26-1,25 0 1,-25-1 0,0-24-1,24 0 1,-24 0 0,25 24 15,25-24 16,-25-25-16,-1 0 0,1 0-15,0 0-1,0 0 1,-25-25 0,49 25-1,-49-49-15,25 24 32,-25 0-17,0 0 1,25 25-16,-25-49 15,0 24-15,0 0 16,0-25 0,0 1-1,0-1 1,0-24-16,0 49 16,0 0-16,0-24 15,0 24 1,0 0 15,-25 25-31,0 0 94</inkml:trace>
  <inkml:trace contextRef="#ctx0" brushRef="#br0" timeOffset="49339.97">5110 8657 0,'49'0'63,"-24"0"-48,25 0-15,-25 0 16,-1 0-16,26 0 15,-25-25-15,0 25 16</inkml:trace>
  <inkml:trace contextRef="#ctx0" brushRef="#br0" timeOffset="49677.777">5234 8458 0,'0'-24'31,"0"48"16,0 51-47,0-1 16,0-24 0,0 24-16,0 1 15,0-26-15,0-24 16,0 0-16,0 0 0</inkml:trace>
  <inkml:trace contextRef="#ctx0" brushRef="#br0" timeOffset="50437.169">6028 8260 0,'0'0'0,"-25"0"79,-25 0-64,25 0-15,1 0 16,-26 0-16,25 0 0,0 0 15,-24 0 1,24 0 0,25 25 93,0 0-93,25 24-1,-25 1-15,24-1 0,-24 26 16,0-1-16,0-49 16,0 25-1,0-1-15,0-24 0,0 25 16,0-1-1</inkml:trace>
  <inkml:trace contextRef="#ctx0" brushRef="#br0" timeOffset="50727.988">5829 8682 0,'0'0'0,"25"0"31,25-25-15,-1 25-1,-24 0 1,-25-50-16,74 50 16,-49 0-1</inkml:trace>
  <inkml:trace contextRef="#ctx0" brushRef="#br0" timeOffset="51198.776">6176 8731 0,'25'50'78,"-25"-1"-78,50 1 15,-50-25-15,0 0 16,0-1-16,0 1 16,25-25-16,-25 50 15,0-25 1,24-25 31,1-50-32,-25 25 1,0 0-16,50-24 16,-50 24-16,49-25 15,-49 26-15,0-26 16,25 50-1</inkml:trace>
  <inkml:trace contextRef="#ctx0" brushRef="#br0" timeOffset="51827.026">6772 8334 0,'49'0'47,"-24"0"-31,25 0-16,-1 0 16,1 0-16,0 0 15,-26 0-15,1 0 16,25 0-1</inkml:trace>
  <inkml:trace contextRef="#ctx0" brushRef="#br0" timeOffset="52104.863">6871 8607 0,'50'0'63,"-26"0"-63,26 0 0,-25 0 15,0 0-15,-1 0 16,26 0-16,0 0 16,-1-49-16,-24 49 15,0 0-15</inkml:trace>
  <inkml:trace contextRef="#ctx0" brushRef="#br0" timeOffset="53007.273">7516 8260 0,'0'-25'31,"25"25"0,-25 50 16,0-1-31,0-24-1,0 0-15,0 0 16,0 0-16,0-1 0,0 1 16,0 25-16,0-25 15,0 24 1,0 1 0,0-1-1,24-49 63,-24-24-62,50-26 0,-50 25-16,25 0 0,0-24 15,-1 49 1,-24-25-1,50 25-15,-25 0 32,0 0-17,-25 50 1,24-26 0,-24 26-1,25-50-15,-25 50 16,50-50-16,-25 24 15,-1-24 1,1-49 31,-25 24-31,0-25-16,0 1 15,0-1-15,0 1 16,0-1-16,0 0 15,0 26-15,0-26 16,0 25 0</inkml:trace>
  <inkml:trace contextRef="#ctx0" brushRef="#br0" timeOffset="54227.785">4837 7987 0,'0'-25'0,"-25"75"94,0 0-94,0-1 16,-24 1-16,-50 49 15,24-25-15,1 1 16,-1-1-16,1-24 15,24-1-15,26 1 16,-1-25-16,-25 24 16,1-24-1,24 25 1,-25-25 0,25-1-1,1-24 16</inkml:trace>
  <inkml:trace contextRef="#ctx0" brushRef="#br0" timeOffset="54792.143">3944 8682 0,'0'-25'16,"0"50"46,0-1-46,0 51 0,-25-50-16,25-1 15,0 1-15,-25-25 16,25 50-16,0-1 15,0-24 1,0 0 31,25-25-47,25 0 16,-1 0-16,26-25 15,-1 25-15,1-25 16,-1 25-16</inkml:trace>
  <inkml:trace contextRef="#ctx0" brushRef="#br0" timeOffset="56886.978">3497 9153 0,'-24'0'31,"-1"0"0,0 0-15,25 50-16,-25-50 15,25 74-15,0-49 16,0 24 0,0 1-1,0-25-15,25 49 16,25-49-1,-1-25 1,1 0 0,-25 0-1,-1-25 1,26-24 0,-50-1-1,25 25-15,-25-24 16,0 24-16,0 0 15,0 0-15,0 0 16,0 1-16,-50-26 16,1 50-1,24 0 1,-25 0-16,1 0 16,24 0-16</inkml:trace>
  <inkml:trace contextRef="#ctx0" brushRef="#br0" timeOffset="59682.904">3373 10269 0,'0'-25'31,"-24"25"-31,-1 0 32,25 50-17,-25-25-15,25 0 16,0 24-16,0-24 16,0 0-16,0 0 15,25-25 1,0 0-1,-1 0 1,26-50 0,-50 0-1,0 26 1,-25-1-16,0-25 16,1 50-1</inkml:trace>
  <inkml:trace contextRef="#ctx0" brushRef="#br0" timeOffset="60050.694">3646 10220 0,'0'0'0,"25"74"47,-25-49-31,0 24-16,0-24 16,0 25-1,0-25 1,50-50 31,-50 0-47,25-25 15,-25 1-15,24-1 16,-24 1-16,25 49 16,-25-25-16,50 25 15,-25 0 1,-25 49-1</inkml:trace>
  <inkml:trace contextRef="#ctx0" brushRef="#br0" timeOffset="60240.262">3944 10468 0,'0'0'16,"0"24"-16,0 1 0,0 0 15,-50 0-15,1 24 16,24-24-16,0 0 16,-24 25-1</inkml:trace>
  <inkml:trace contextRef="#ctx0" brushRef="#br0" timeOffset="61743.433">4986 10120 0,'-25'0'47,"-49"25"-31,49 25 0,25-1-16,-25 1 15,25 0-15,0 24 16,0 0-16,0-24 15,0-25-15,0 0 16,25-1-16,0-24 16,24 0-1,-24 0-15,0 0 0,0-24 16,24-26 0,-49 25-1,0 0-15,0-24 16,-25 49-1,-24-25-15,24 25 16,0 0-16,0 0 16,-24 0-1,49 25 1</inkml:trace>
  <inkml:trace contextRef="#ctx0" brushRef="#br0" timeOffset="62289.18">5283 10492 0,'25'0'62,"0"0"-46,-25-49-1,25 24-15,-25 0 16,49-24-16,-49-1 16,0 0-16,0 26 15,0-26-15,0 25 16,25 50 31,-25 0-47,25 49 15,-25-49 1,50 25-16,-50-1 16,0 1-16,24-1 0,-24-24 15,0 25 1,0-25 0</inkml:trace>
  <inkml:trace contextRef="#ctx0" brushRef="#br0" timeOffset="62606.048">5259 10244 0,'0'-24'31,"24"24"-15,26-25-16,-25 25 0,0 0 15,24 0-15,1 0 16,-1-50-16,-24 50 16,0 0-16,0 0 15</inkml:trace>
  <inkml:trace contextRef="#ctx0" brushRef="#br0" timeOffset="63334.683">5779 10344 0,'0'-25'16,"0"0"-1,25 25-15,-25-25 16,25 25-16,25 0 16,-1 0-1,1 25 1,-50 0 0,0 24-16,25 1 0,-25 0 15,0-1-15,0-24 16,0 0-1,0 0 1,0-50 31,0 0-31,0 0-16,0 0 15,0-24-15,49 24 16,-24 0-1,0 25 1,25-25-16,-26 25 31,26 25-31,0 50 16,-50-51 0,24 26-16,-24 0 15,0-1-15,0 1 16,0-25-16,0 24 15,0-24-15,0 0 16,0 0-16,0 24 16,0 1-1,25-50 1,-25 25-16,0-1 31,0 1-15,25 25 15</inkml:trace>
  <inkml:trace contextRef="#ctx0" brushRef="#br0" timeOffset="63947.98">6524 10344 0,'0'-25'16,"0"0"-16,24 25 15,1-50 1,25 50-1,-1 25 1,-49 25-16,50-25 16,-50-1-16,0 26 15,0-25-15,0 0 16,0-1-16,0 26 16,0 0-1,0-26 1,-25-24 15,25-49-15,0 24-1,0-25-15,0 1 0,0-1 16,50 1 0,-1-1-16,-24 25 0,0 0 15,25 1 1,-1-26-16</inkml:trace>
  <inkml:trace contextRef="#ctx0" brushRef="#br0" timeOffset="65079.943">7144 10294 0,'0'74'109,"0"-49"-109,0 25 0,0-1 16,0 1 0,0-25-16,0 0 0,25-1 15,-1 26 1,-24-25-1,25-25-15,-25 49 16,25-49 0,25 0-1,-26 0 1,1-24 0,0-1-1,25 0 1,-26-25-1,-24 26 1,25-26-16,-25 25 16,0 0-1,0 1-15,0-1 0,0-25 16,0 1 0,-25 24-1,-24 25 16,24 0 1,25 49-17,0-24-15,-25 0 16,25 0-16,0 0 16,0 24-16,0 1 15,0-25 1,25-25-16,-25 24 15,50 1 1</inkml:trace>
  <inkml:trace contextRef="#ctx0" brushRef="#br0" timeOffset="65916.681">7813 10468 0,'50'0'109,"-25"0"-93,24 0-16,1 0 15,0 0-15,-1 0 16,-24 0-16,25 0 16,-25 0-1</inkml:trace>
  <inkml:trace contextRef="#ctx0" brushRef="#br0" timeOffset="66154.748">7838 10641 0,'0'0'0,"50"0"62,-1 0-62,-24 0 0,25 0 16,0 0 0,-26 0-16,51-25 0,-26 25 15,-24 0-15</inkml:trace>
  <inkml:trace contextRef="#ctx0" brushRef="#br0" timeOffset="67042.104">8558 10294 0,'0'25'78,"0"0"-78,0-1 15,0 26-15,0 0 16,0-26-16,0 1 0,0 0 16,0 0-1,0 24 1,0-73 46,0-1-46,0 0-16,0 0 16,0 0-16,0-24 0,0 24 15,49-25 1,-24 50-1,25 0 1,-1 25 0,-49 0-16,0 0 15,0 0-15,0-1 16,0 26 0,0-25-1,0-50 48,0 0-63,0 0 0,0-24 15,25-1 1,-25 25-16,74 25 0,-49-24 16,0 24-1,25 0 1,-1 24-1,-49 51 1,50-50-16,-50-1 16,0 1-16,0 25 15,0-1 1,0-24 0,0 0-1</inkml:trace>
  <inkml:trace contextRef="#ctx0" brushRef="#br0" timeOffset="67774.684">9327 10443 0,'0'0'16,"0"-50"-16,0 25 16,-50 25 15,0 0-15,26 0-16,24 25 15,-25 50-15,25-51 16,0 26-16,0-25 15,0 24 1,25-49 0,24 0-1,-24 0-15,25-24 32,-26-26-32,-24 0 0,0 26 15,0-1 1,0 0-16,0 50 62,0 0-62,0-1 0,0 26 16,0 0-16,0 24 16,0-24-16,0-1 15,0 1-15,0-1 16,0 1-16,0 0 15,0-26-15,0 1 16,0 0-16,0 0 16,0 0-16,0 24 15,0-24-15,-49-25 0,-1 25 16,1-25-16,24 0 16,0 0-16,-25 0 15,26-25 1,24-25-1,0 26-15,0-26 16,0 25-16,0-24 16,0 24-16,24-25 15,26 1-15,-25 24 16,24-25-16,26 25 16,-26 1-16,-24 24 15,0-50-15</inkml:trace>
  <inkml:trace contextRef="#ctx0" brushRef="#br0" timeOffset="68328.246">9971 10567 0,'50'0'63,"0"0"-63,24 0 16,-24 0-16,24 0 15,1 0-15,-26 0 16,1 0-16,-1 0 15,-24 0-15,0 0 16,25 0-16</inkml:trace>
  <inkml:trace contextRef="#ctx0" brushRef="#br0" timeOffset="68607.109">11013 10418 0,'0'25'47,"0"24"-31,0 1-16,0 0 15,0-1-15,0 1 16,0-25-16,0-1 16,0 1-16,0 0 15</inkml:trace>
  <inkml:trace contextRef="#ctx0" brushRef="#br0" timeOffset="69132.818">11137 10269 0,'0'-25'0,"-49"25"16,24 0-1,-25 0 1,25 0 0,-24 50-16,-1 0 15,25-1-15,1 1 0,24-1 16,-50 1 0,50 0-16,0-1 15,0 1-15,0-1 16,0 1-16,0 0 0,0-26 15,25 1 1,0 0-16,24-25 0,1 74 16,-1-74-16,1 0 15,0 0-15,24 0 16,1-24-16,-26 24 16,26-50-16,-26 25 15,-24-24-15,0 24 16,0-25-16,-25-24 15,74-1-15,-74 1 16,0-25-16,-25 24 16,-24 26-16,-26-1 15,-49 50-15,-50-25 16,-49 25-16,74 0 16,-24 0-16</inkml:trace>
  <inkml:trace contextRef="#ctx0" brushRef="#br0" timeOffset="72080.53">5407 7268 0,'0'-25'15,"0"-25"1,0 26 0,-24 24-1,-26 0 1,25 24-1,-24 1-15,49 25 16,-50-1-16,50 1 16,0-25-16,0 24 15,0-24-15,0 0 16,0 25 0,25-50-16,0 0 15,-1 0 1,26 0-1,-50-25 1,25 25-16,-25-25 16,0 0-1,-25 25 17,-25 0-17,26 25-15,-26 0 16,50 24-16,-50-24 15,50 0-15,0 0 16,0 24-16,0-24 16,0 0-16,0 0 15,25-25-15,-25 25 16,75-25-16,-51 0 16,1 0-16,25-25 15,-25 25-15,-25-25 16,49 25-16,-49-25 15,25 25-15,-25-25 16</inkml:trace>
  <inkml:trace contextRef="#ctx0" brushRef="#br0" timeOffset="72655.616">5110 7045 0,'-25'0'16,"0"0"-1,50 0 63,49 0-62,1 0-16,-26 0 16,26-50-16,-1 50 15,-24 0-15,-25 0 16,24-25 0</inkml:trace>
  <inkml:trace contextRef="#ctx0" brushRef="#br0" timeOffset="72871.575">5432 6871 0,'0'-25'16,"25"25"15,0 0-31,0 0 15,24 25-15,-24 25 16,-25-1-16,0 26 16,0-26-16,-25 26 15,-24-1-15,24-24 16,0-1-16</inkml:trace>
  <inkml:trace contextRef="#ctx0" brushRef="#br0" timeOffset="73551.466">6201 7367 0,'0'-25'0,"-49"25"47,24 0-47,-25 25 16,50 0-16,-49 0 15,49 24-15,0 1 16,0-25 0,24-25-1,1 0-15,25 24 16,-1-24-16,-24 0 0,0 25 15,-25 0 17,0 25-17,-25-26-15,0-24 16,1 0-16,-1 0 16,-25 0-16,25 0 15,-24 0 1</inkml:trace>
  <inkml:trace contextRef="#ctx0" brushRef="#br0" timeOffset="74136.791">6449 7441 0,'0'0'0,"0"25"47,0 25-47,0-1 15,-49 1-15,49 0 16,0-26-16,0 26 15,24-50-15,1 0 32,50 0-32,-51 0 15,26 0-15,-50-50 16,25-24 0,-25 49-16,0 0 15,0 1 1,-25 48 15,25 26-31,0-25 16,0 0-16,0-1 15,25 26 1,24-50 0,1-25-1,0 25-15,-50-49 0,24 49 16,-24-50-1,0 25-15,0 0 0,0 1 16,0-1-16,0 0 16,-49-25-1,24 50 1</inkml:trace>
  <inkml:trace contextRef="#ctx0" brushRef="#br0" timeOffset="74337.675">7045 7541 0,'0'49'32,"0"26"-32,0-51 15,0 1-15,0 25 16,0-25-1</inkml:trace>
  <inkml:trace contextRef="#ctx0" brushRef="#br0" timeOffset="74503.135">7045 7317 0,'0'0'0,"0"25"79</inkml:trace>
  <inkml:trace contextRef="#ctx0" brushRef="#br0" timeOffset="74772.003">7218 7317 0,'50'50'62,"-50"24"-62,0 1 16,25 49-16,-25-50 15,0 1-15,0-1 16,0-49-16,0 0 16,0-1-1</inkml:trace>
  <inkml:trace contextRef="#ctx0" brushRef="#br0" timeOffset="74986.882">7169 7714 0,'0'-25'31,"24"25"-16,1-24-15,25 24 16,-1 0-16,1-50 16,0 50-16,-26 0 0,26 0 15,-25 0-15</inkml:trace>
  <inkml:trace contextRef="#ctx0" brushRef="#br0" timeOffset="75519.072">7689 7590 0,'50'0'31,"-100"0"-31,100-25 0,-75 25 62,0 25-62,1 0 16,24 0-16,-50 24 16,50 1-16,0 0 0,0-26 15,0 1 1,25-25-16,0 0 15,-1 0-15,1 0 16,0-25-16,25 1 16,-26-1-16,-24 0 15,50-49-15,-50 24 16,0-24-16,0-1 16,0 26-16,0-1 15,0 100 16,0 24-15,0 0-16,0 1 16,0-26-16,0 1 15,25-25-15,-25 0 16,25-25 0,24 0-1,-49-25-15,50 0 16,-50 0-16,50-24 15,-26 24 1,-24 50 15,0 24-15,25 1-16,-25-25 16,50-1-16,-25-24 15</inkml:trace>
  <inkml:trace contextRef="#ctx0" brushRef="#br0" timeOffset="76342.696">8855 7590 0,'0'0'0,"-49"0"0,24 0 32,0 0-17,25 25-15,-25 0 16,25 0-16,0 24 16,0-24-16,0 25 15,25-50 1,0 0-1,0 0-15,-1 0 16,-24-25-16,25 25 16,-25-25-16,0-25 15,0 1 1,-25 24-16,1 0 16,-26 25-16,75 0 46,24 0-30,1 0 0,24 0-16,-24 0 0,25-49 15,-26 49-15,-24-75 16,0 50-16,24-24 16,-49 24-16,0 0 15,0 0-15,0-24 16,0-1-16,0 25 15,-24-24-15,-1 49 32,0 49-17,25 1-15,0 0 16,0 24-16,0 0 16,0-24-16,0 49 0,0-49 15,0 24-15,0-24 16,0-1-16,0-24 15,0 0-15,0 25 16,-25-50 0</inkml:trace>
  <inkml:trace contextRef="#ctx0" brushRef="#br0" timeOffset="76852.26">9004 7813 0,'0'0'0,"50"-49"16,-25 49-1,-1 0-15,26-25 0,0 25 16,-1-25-16,-24 25 16,49-49-16,-49 49 15,25-50-15,-25 50 16,-1-50-16,26 26 15,-25-1-15,-25-25 16,49 1-16,-49 24 16,0-25-16,0 25 15,0-24 1,0 24 0,-24 25 15,-26 0-16,50 74 1,-25-49-16,25 0 16,0 25-16,0-1 15,0-24-15,0 25 16,0-1-16,25 1 16,-25-25-16,0 24 15,25 1-15,-25-25 16,0-1-16,0 26 15,0-25 1,-50-25 0</inkml:trace>
  <inkml:trace contextRef="#ctx0" brushRef="#br0" timeOffset="77032.161">9376 7764 0,'0'-50'16,"50"50"-1,-25 0-15,24-25 16,1 25-16,-1-24 16,1 24-16,-25 0 15,0-25-15</inkml:trace>
  <inkml:trace contextRef="#ctx0" brushRef="#br0" timeOffset="78863.222">5110 12502 0,'0'-25'0,"0"0"16,-25 0 0,-25 25 15,-24 0-15,74 25-16,-50 25 15,50-26-15,-24 26 16,24 0-16,0-1 15,0-24-15,0 0 16,0 0-16,24-25 16,-24 24-16,50-24 15,-25 0-15,24 0 16,-24 0 0,-25-24-1,0-1 1,-25 25 15,1 0-31,-1 0 16,-25 25-16,50-1 15,-49 26-15,49 24 16,0-24-16,0 0 16,0-1-16,0-24 15,24-25-15,-24 50 16,75-50-16,-50 0 15,-1 0-15,1 0 0,25 0 16,-25-25 0,-1 25-16,-24-50 0,25 50 15,-25-49-15</inkml:trace>
  <inkml:trace contextRef="#ctx0" brushRef="#br0" timeOffset="79373.978">4787 12204 0,'0'-25'0,"-25"25"15,50 0 48,50 0-48,-1 0-15,-24 0 16,49 0-16,-25 0 16,-49 0-16,25 0 15,-1 0-15,-24 0 16</inkml:trace>
  <inkml:trace contextRef="#ctx0" brushRef="#br0" timeOffset="79608.842">5184 12005 0,'0'0'0,"50"0"0,-25 0 15,49 25 1,-74 0-1,50 25-15,-50 24 0,0 1 16,0-26 0,-25 1-16,0-1 0,25 1 15,-74-25-15</inkml:trace>
  <inkml:trace contextRef="#ctx0" brushRef="#br0" timeOffset="80354.182">6226 12750 0,'0'-25'0,"0"50"0,-50-50 31,26 25-31,-26 0 16,25 0-16,0 49 0,1 1 16,24-25-1,0 0 1,24-25-1,1 49-15,25-49 16,-25 0-16,24 50 16,-24-25-1,-25-1 1,-25 1 0,0-25-1,1 0-15,-26 50 16,25-50-16,-24 0 15,-1 0-15,25 0 16,0 0-16</inkml:trace>
  <inkml:trace contextRef="#ctx0" brushRef="#br0" timeOffset="80897.894">6424 12824 0,'0'25'47,"0"0"-47,-24-1 15,24 26-15,0-25 16,0 0-16,0-1 16,24-24 15,26-24-15,0-26-1,-50 0 1,24 50-1,-24 25 17,0 0-17,0 25-15,0-26 16,50 1 0,-25-25-16,0 0 15,-1 0-15,1 0 16,25-49-16,-25-1 15,-25 0 1,0 26-16,0-1 16,0 0-16,0 0 0,0 0 15,0-24 1,-25 49-16,25 25 31</inkml:trace>
  <inkml:trace contextRef="#ctx0" brushRef="#br0" timeOffset="81076.792">6921 12774 0,'0'25'32,"0"25"-32,0-25 15,0-1-15,0 1 16,0 0-16,0 25 15</inkml:trace>
  <inkml:trace contextRef="#ctx0" brushRef="#br0" timeOffset="81248.717">6896 12452 0,'0'-50'32</inkml:trace>
  <inkml:trace contextRef="#ctx0" brushRef="#br0" timeOffset="81511.963">7119 12477 0,'0'25'47,"0"24"-32,0 26-15,50-1 16,-50 0-16,0 1 0,0-1 16,0-49-1,0 25-15,0-1 0,0-24 16</inkml:trace>
  <inkml:trace contextRef="#ctx0" brushRef="#br0" timeOffset="81744.828">7069 12799 0,'0'-25'31,"50"1"-16,-25 24 1,0 0-16,24 0 16,-24 0-16,0 0 15,0 0-15,-1 0 16</inkml:trace>
  <inkml:trace contextRef="#ctx0" brushRef="#br0" timeOffset="82387.358">7640 12750 0,'-50'-25'31,"25"25"-15,-24 0-1,24 0 1,0 0-16,25 49 15,-49-24-15,49 0 16,0 25-16,0-26 16,0 26-16,0-25 15,24 24 1,1-49-16,0 0 16,0 0-16,24 0 0,-24 0 15,0 0-15,-25-74 16,50 24-16,-50 26 15,49-26-15,-49 0 16,50-24-16,-50 24 16,0-24-16,0 24 15,0 26-15,0 73 63,0 1-63,0-1 15,0 26-15,0-26 16,0 1-16,0-25 16,0 0-16,0-1 15,0-48 17,49-1-17,-49 0-15,25 25 16,-25-50-16,25 50 15,0 0 1,0 0 0,-25 25-16,0 0 15,0 0-15,0 0 16,0-1-16,0 26 16</inkml:trace>
  <inkml:trace contextRef="#ctx0" brushRef="#br0" timeOffset="83042.028">8682 12849 0,'24'-50'32,"-24"25"-32,0 1 31,-24 24-16,-1 0 1,-50 49 0,75-24-16,-24 25 15,24-1-15,0 1 16,0-25-16,0-1 16,0 1-1,49-25-15,-24 0 16,25 0-16,-26 0 15,1 0-15,-25-25 0,25 1 16,-25-1-16,0-50 31,0 51-31,0-1 0,0-25 16,0 25 0,-25 25-16,25-24 0</inkml:trace>
  <inkml:trace contextRef="#ctx0" brushRef="#br0" timeOffset="83477.852">8880 12750 0,'25'0'0,"0"0"31,24 49-31,-49-24 15,0 0-15,0 0 16,0-1-16,0 1 16,0 25-16,0-25 15,0-75 63,0 25-78,0-24 16,0-1 0,0 0-16,50 26 0,0-1 15,24 25 1,-49 0 0,-25 25-16,49-1 15,-49 1-15,25 25 16,-25-1-16,0 1 15,0-25-15,0 0 16,0-1 0</inkml:trace>
  <inkml:trace contextRef="#ctx0" brushRef="#br0" timeOffset="92385.58">3671 14139 0,'0'49'63,"0"1"-47,0-25-16,0 24 0,0 1 15,0 0-15,0-1 16,0 1-16,50-25 15,-50 24-15,0-24 16,25-25-16,-25 50 16,24-26-1,-24 1 1,25-25 0,0 0-1,25 0 1,-50-25-16,24-24 15,1-1 1,-25 1 0,50-1-16,-50 25 15,0 0-15,25 1 16,-25-1-16,0-25 16,0 25-16,0-24 15,0-1-15,0-24 16,0 24-16,0 25 0,0-24 31</inkml:trace>
  <inkml:trace contextRef="#ctx0" brushRef="#br0" timeOffset="92926.769">4366 14486 0,'49'0'94,"-24"0"-79,0 0-15,0 0 16,24-25-16,1 25 0,-1 0 16,-24-25-1,0 25-15</inkml:trace>
  <inkml:trace contextRef="#ctx0" brushRef="#br0" timeOffset="93200.651">4614 14287 0,'0'0'0,"0"50"63,0 0-63,0-1 16,0 1-16,0 0 15,-50 24-15,50-24 16,0-26-16,0 1 15,0 0 1</inkml:trace>
  <inkml:trace contextRef="#ctx0" brushRef="#br0" timeOffset="95575.902">5432 14163 0,'-49'0'156,"-1"0"-156,0 0 16,26 0-1,24 50 1,-25-50-16,0 0 31,0 0 32,0 0-1,25 25 63,0 0-109,0-1-16,0 26 15,0 0-15,0-1 16,0 1-16,0 0 16,0-26-16,0 1 0,0 0 15,0 0 1</inkml:trace>
  <inkml:trace contextRef="#ctx0" brushRef="#br0" timeOffset="95852.744">5184 14486 0,'0'-25'15,"25"25"-15,25 0 31,-50-25-31,49 25 16,1 0 0,-1 0-1</inkml:trace>
  <inkml:trace contextRef="#ctx0" brushRef="#br0" timeOffset="98451.626">5457 14833 0,'0'25'140,"0"25"-93,25-50-15,0 0-17,24 0 1,-24 0-1,-25-25 1,25 25 0,-25-25-1,25 25 1,-25-25-16,0-24 31,0 24 0,0 0-15,-25 25 15,-25 0-15,25 0 0,-24 50-1,49-1 1,-25-24-16,25 25 15,0-26-15,0 1 16,0 25 0,0-25-1,25-1 1,24-24 0,1 0-1,-25 0-15,24 0 16,1 0-1,0 0 1,-1 0-16</inkml:trace>
  <inkml:trace contextRef="#ctx0" brushRef="#br0" timeOffset="99404.713">6127 14362 0,'25'0'78,"-1"0"-78,1 0 16,0 0-16,25 0 16,-1 0-16,-24 0 15,25 0-15,-26 0 16,-48 25 15</inkml:trace>
  <inkml:trace contextRef="#ctx0" brushRef="#br0" timeOffset="99650.576">6152 14585 0,'24'25'63,"1"-25"-63,0 0 15,0 0-15,0 0 16,-1 0-16,26 0 0,0 0 16,-1 0-1,26 0-15</inkml:trace>
  <inkml:trace contextRef="#ctx0" brushRef="#br0" timeOffset="100486.119">6995 14188 0,'0'-25'15,"0"50"48,0 25-63,0 24 15,0-24-15,0 24 16,0 1-16,0-1 16,0-49-16,0 25 15,0-1 1,50-98 31,-50 24-32,49-50 1,-49 26-16,50-1 0,-50 25 16,25 25-16,-25-49 15,49 74 17,-49-1-32,50 1 15,-50 0-15,74 25 16,-49-50-16,25 24 15,-26-24 1,26 0 0,-50-24 15,0-1-31,0-25 16,0 1-16,0-1 15,0 0-15,0 1 16,0 24-1,0 0-15,25 25 63</inkml:trace>
  <inkml:trace contextRef="#ctx0" brushRef="#br0" timeOffset="100767.961">7789 14412 0,'49'0'46,"1"0"-30,-25-25-16,-1 25 16,1 0-16,25 0 15,-25 0 1,24 0 0</inkml:trace>
  <inkml:trace contextRef="#ctx0" brushRef="#br0" timeOffset="101003.853">7962 14238 0,'-49'-25'16,"98"50"-16,-98-25 46,49 49-46,0 1 16,0 0 0,0-1-16,0 1 15,0 0-15,0-1 0,0-24 16,0 0-16</inkml:trace>
  <inkml:trace contextRef="#ctx0" brushRef="#br0" timeOffset="101883.433">8706 14238 0,'-24'0'62,"-51"0"-46,50 0-16,-24 0 15,-1 0-15,1 0 16,24 0-16,-25 0 16,75 49 124,-25 1-140,50 0 16,-50-1-16,0 26 15,0-1-15,0-24 16,0-1-16,0-24 16,0 25-16,0-25 15,0 24 1,0-24-16</inkml:trace>
  <inkml:trace contextRef="#ctx0" brushRef="#br0" timeOffset="102119.314">8434 14660 0,'49'-25'0,"1"25"16,-25 0-16,-1 0 16,1 0-16,0 0 15,0 0-15,24 0 16</inkml:trace>
  <inkml:trace contextRef="#ctx0" brushRef="#br0" timeOffset="102673.021">8731 14908 0,'0'74'94,"0"-49"-79,0 0 1,0-1-16,25 1 0,-25 0 16,0 25-1,0-26 1,50-24 15,-26-24-15,1-26-1,-25 25 1,25-24-16,-25-1 16,74 0-16,-74 26 15,25 24-15,-25-50 16,25 25 0</inkml:trace>
  <inkml:trace contextRef="#ctx0" brushRef="#br0" timeOffset="103233.737">9004 13891 0,'0'-25'16,"0"50"-1,0 24 1,0 1-16,0-1 16,0 1-16,0 0 15,0-26 1</inkml:trace>
  <inkml:trace contextRef="#ctx0" brushRef="#br0" timeOffset="106289.396">12576 4242 0,'0'49'63,"0"1"-48,0-25-15,0 24 16,0 1-16,0-1 15,0 26-15,0-1 16,-25-24-16,25 24 16,0 1-16,0-26 15,-49 26-15,49 24 16,0 0-16,0-24 0,0 24 16,-25 0-1,25 25-15,0 0 0,0 0 16,-50 0-16,50 25 15,0-25-15,0-25 16,0-24-16,0 49 16,0-25-16,0 0 15,-49 0-15,49 1 16,0-26-16,0 50 16,0 0-16,0-25 0,0 25 15,0-25-15,0 25 16,0-24-1,24-1-15,-24 0 0,0 0 16,25 1-16,-25-26 16,50 25-16,-50 0 15,49 1-15,-49-1 16,50 0-16,-50 25 16,74 0-16,-74-25 15,50 1-15,-50-1 16,74 25-16,-74 0 15,0 0-15,0 0 16,0 0-16,0 0 16,0 0-16,-24-25 15,24 25-15,0-25 0,0 1 16,-25-1-16,25 0 16,0 0-16,0-24 15,-50 24-15,50-25 16,0 1-16,-25-1 15,25-24-15,0 24 16,-49 1-16,49-1 16,0-24-16,-25 24 15,25 0-15,-50 26 16,50-51-16,-24 50 16,24-24-16,0-1 15,-50 26-15,50-1 16,0 0-16,0-25 0,0-24 15,-25 24-15,25 1 16,0-1-16,0-24 16,0 24-16,0 1 15,0-26-15,0 26 16,-49-26-16,49 1 16,0-25-16,0 24 15,0-24-15,0 0 16,0 25-16,0-26 15,0 26-15,0 0 16,0-1-16,-25 1 16,25-1-16,0 26 15,0-26-15,-25 1 0,25 0 16,0-1-16,0 1 16,0-25-1,0 24-15,0 1 0,0 24 16,0 1-16,0-26 15,0-24-15,0 25 16,0-1-16,0-24 16,0 0-16,0 0 15,0 0-15,0 24 16,-50-24-16,50 25 16,0-26-16,0 1 0,0 0 15,0 0 1,0 0-16,-24 24 15,24-24 1,0 25 0,0-26 31,-25-24-16</inkml:trace>
  <inkml:trace contextRef="#ctx0" brushRef="#br0" timeOffset="108727.179">9525 14734 0,'25'0'63,"0"0"-48,24 50-15,-24-50 16,25 0-16,-26 0 0,1 24 16,0-24-1,25 0-15,-1 25 0,1-25 16,-1 0-16,1 0 16,0 50-16,-1-50 15,1 0-15,0 25 16,-1-25-16,1 0 15,-1 0-15,-24 0 16,25 0-16,-25 0 16,-1 24-16,1-24 15,25 0-15,-25 0 16,24 0-16,1 0 0,-1 0 16,-24 0-1,25 0-15,-1 0 0,1 0 16,0 0-1,-1 0-15,1 50 0,-1-50 16,1 0-16,0 0 16,-1 0-1,1 0-15,0 0 0,-1 0 16,-24 0-16,25 0 16,-26 0-16,1 0 15,0 0-15,0 0 16,0 0-16,24 0 15,-24 0-15,0 0 16,49 0-16,-74 25 16,50-25-16,-1 0 31,1 0-31,0 0 31,-1 0-31,-24 0 16,0 0 46,0 0-30,-1 0-1,26 0-31,-25-50 31,0 50-15,0 0 109,-25-25-110,24 25 48,-24-24-48,0-1 17,-24 25-17,-1 0-15</inkml:trace>
  <inkml:trace contextRef="#ctx0" brushRef="#br0" timeOffset="110018.636">12650 4341 0,'-24'0'16,"48"0"109,1 0-125,0 0 0,25 0 15,-1 0 1,1-25-16,-25 25 0,-1 0 15,26 0-15,-25 0 16,-25-25 62</inkml:trace>
  <inkml:trace contextRef="#ctx0" brushRef="#br0" timeOffset="110300.501">12923 4068 0,'0'-25'15,"25"50"32,25 0-47,-26 0 16,-24 24-16,50 1 16,-50 24-16,0 1 15,0-26-15,0 26 0,-50-1 16,1 0-1,-1-24-15</inkml:trace>
  <inkml:trace contextRef="#ctx0" brushRef="#br0" timeOffset="114615.138">4217 13965 0,'-25'25'31,"0"24"-15,-24 26-16,-1 49 15,-24-25-15,-26 25 16,26 50-16,-25-75 16,49 0-16,-49-24 15,49 24-15,1-25 16,-1-24-16,25-1 15,25-24 17</inkml:trace>
  <inkml:trace contextRef="#ctx0" brushRef="#br0" timeOffset="115070.953">3398 15032 0,'-25'24'63,"25"1"-63,-24 0 15,24 25-15,-50-1 0,50 1 16,-25-1-16,25-24 15,-25 0-15,25 0 16,0 25 0,50-50 46,0 0-46,-1-25-16,26 25 15,-1-25-15,-24 25 16,-26 0-16</inkml:trace>
  <inkml:trace contextRef="#ctx0" brushRef="#br0" timeOffset="115625.686">3597 15701 0,'0'0'0,"-50"0"0,25 0 47,25 25 0,0 25-47,0-1 15,0 1-15,0 0 16,0-26-16,0 1 15,25-25-15,0 50 16,24-50-16,-24 0 16,25 0-1,0 0-15,-1 0 16,-24-50 15,-25 25-31,0 1 16,0-1-16,0 0 15,0-25-15,0 26 16,-50 24-16,50-25 16,-49 25-16,24 0 15,-25 0-15,25 25 16,1-1-16,-1-24 16</inkml:trace>
  <inkml:trace contextRef="#ctx0" brushRef="#br0" timeOffset="121401.888">13692 4440 0,'0'0'16,"-49"0"15,24 0-31,0 0 16,25 25-1,-25 0-15,25-1 16,0 26-16,0-25 15,0 0-15,0-1 16,25-24 15,25 0-15,-50-49 0,24 49-1,-24-50 1,50 1-16,-50 24 15,25 25 1,0 0 0,24 0-1,-49 25 1,25-25-16,-25 24 16,25-24-1,-25-24 32,0-1-31,25 0-16,24-25 15,1 50 1,-50-24 0,49 24-16</inkml:trace>
  <inkml:trace contextRef="#ctx0" brushRef="#br0" timeOffset="121565.819">14263 4638 0,'-50'124'15,"25"-74"-15,0 0 16,-24-1-16,-1 1 15,25 0-15,-24-1 16</inkml:trace>
  <inkml:trace contextRef="#ctx0" brushRef="#br0" timeOffset="125988.801">15081 4291 0,'-25'0'31,"-24"25"-15,24 25 0,25-1-1,-25 1-15,25-25 16,0 24-16,0 1 16,0-25-16,0-1 15,0 1-15,0 0 16,0 0-1,25-25-15,25 0 16,-26 0 0,1 0-16,0 0 15,25 0 1,-50-50-16,49 1 16,-49 24-16,25 0 0,-25 0 15,0-24 1,0 24-16,0 0 0,0-25 15,0 26-15,-25 24 16,25-25-16,-49 25 16,-1 0-1,50 25-15,-50-1 16</inkml:trace>
  <inkml:trace contextRef="#ctx0" brushRef="#br0" timeOffset="126243.73">15032 4514 0,'24'0'32,"26"50"-17,24 24 1,-74-24-1,25-25-15,-25 24 16,50 1-16,-25 0 16,-25-25-16,74 24 15,-24 1 1</inkml:trace>
  <inkml:trace contextRef="#ctx0" brushRef="#br0" timeOffset="128210.759">15925 4415 0,'-50'0'78,"0"0"-63,26 0-15,-26 0 16,0 0 0,26 0-1,-1 0 17,25 25 124,0 25-141,0-1-15,0-24 16,0 0-16,0 0 0,0-1 16,0 1-16,0 25 15,0-25-15,0-1 16,0 26 0,0 0-1,0-25 1,0-1-1,0 1 1,0 0 0,49-25 15,-24 0-15,25 0-1,-25 0 1,-1 0-16,1 0 0,0 0 15,25 0-15,-26 0 16</inkml:trace>
  <inkml:trace contextRef="#ctx0" brushRef="#br0" timeOffset="128687.555">15652 4738 0,'-25'0'0,"50"0"63,0 0-48,-1 0-15,26 0 16,0 0-16,-1-25 15,1 25-15,-25 0 16</inkml:trace>
  <inkml:trace contextRef="#ctx0" brushRef="#br0" timeOffset="129340.912">16495 4564 0,'25'0'109,"0"0"-93,24 0 0,1 0-1,0 0-15,-26 0 16,26 0-16,-25 0 0,0 0 15,24 0 1</inkml:trace>
  <inkml:trace contextRef="#ctx0" brushRef="#br0" timeOffset="129623.744">16570 4787 0,'24'0'62,"-24"25"-62,50-25 16,-25 0-16,0 0 15,24 0-15,-24 0 16,0 0-16,0 0 0</inkml:trace>
  <inkml:trace contextRef="#ctx0" brushRef="#br0" timeOffset="130864.797">17438 4514 0,'0'25'31,"0"25"-31,0-1 16,0 26-1,0-1-15,0-24 0,0 0 16,0-26-16,0 1 15,0-50 48,0 1-47,0-26-16,0-25 15,24 51-15,-24-1 16,0 0-16,50 25 15,-50-50-15,25 50 16,25 0-16,-1 25 16,-24 0-16,-25 0 0,25 0 15,-25 24 1,0 1-16,0-25 0,0 0 16,0-50 46,0-25-62,0-24 16,0 24-16,25 0 15,-25 1-15,49 49 16,-49-25-16,50 25 16,-25 0-16,-1 25 15,51 24 1,-75 1-16,0 0 0,0-1 15,0 1-15,0 0 16,0-26-16,0 1 16,-25 25-1</inkml:trace>
  <inkml:trace contextRef="#ctx0" brushRef="#br0" timeOffset="131508.006">18306 4589 0,'0'0'0,"0"-50"16,-50 50 15,25 0-31,25 25 16,-49 25-16,49-26 15,0 26-15,0-25 16,0 0-16,25-1 16,24-24-1,-24 0 1,0 0-16,0-24 16,-25-1-1,0-25 1,0 1-1,0 73 32,0 26-31,0 24-16,0 26 16,0-51-16,0 26 15,0-1-15,0-24 16,0 24-16,0-24 15,0-1-15,0 1 0,0-25 16,-75 24-16,50 1 16,-24-25-16,-1 0 15,1 24-15,-1-49 16,0 25-16,26-25 16,24-25 15,0-24-31,0-26 15,0 1-15,49-1 16,1 1-16,-1 0 16,1 24-16,0 0 15,-1 26-15,1 24 16,-25-50-16,-1 50 16,1-25-16</inkml:trace>
  <inkml:trace contextRef="#ctx0" brushRef="#br0" timeOffset="131944.864">18728 4762 0,'0'-24'15,"49"24"79,1-25-78,-25 25-16,24 0 15,1 0-15,-25-25 16,-1 25-1</inkml:trace>
  <inkml:trace contextRef="#ctx0" brushRef="#br0" timeOffset="132167.736">18876 4514 0,'0'0'0,"0"50"47,0 0-31,0 24-16,0 0 16,0 1-16,0-1 15,0-24-15,0 0 16,0-26-16</inkml:trace>
  <inkml:trace contextRef="#ctx0" brushRef="#br0" timeOffset="133964.703">19571 4490 0,'0'24'47,"-50"26"-31,25 0-16,25 24 16,-49 0-16,49 1 15,0-25-15,0-1 16,0 1-16,0-1 15,0-24-15,0 0 16,25-25-16,-1 0 16,26-25-1,-50-24 1,0-1 0,0 25-1,0-24 1,-50-1-1,26 50 1,24 25 0</inkml:trace>
  <inkml:trace contextRef="#ctx0" brushRef="#br0" timeOffset="134292.552">19943 4688 0,'0'0'0,"0"25"63,0 24-48,0 26 1,0-1-16,-25-24 0,25 0 16,-49-1-16,49-24 15,-25 0-15,25 0 16</inkml:trace>
  <inkml:trace contextRef="#ctx0" brushRef="#br0" timeOffset="134585.035">20017 4762 0,'25'50'63,"-25"0"-63,0-1 15,0-24 1,0 25-16,0-25 15,0-1-15,0 1 16,0 25-16</inkml:trace>
  <inkml:trace contextRef="#ctx0" brushRef="#br0" timeOffset="134876.893">19869 4713 0,'0'-25'0,"24"25"31,26 0-31,-25-25 16,0 25-16,-1 0 15,1 0-15,0 0 16,25 0-16</inkml:trace>
  <inkml:trace contextRef="#ctx0" brushRef="#br0" timeOffset="135501.56">20290 4738 0,'0'0'0,"25"-25"0,25 0 31,-50 0-15,49 25-16,-24 0 15,-25 25 1,25 0-16,-25 24 0,0 1 15,0 0-15,0-1 16,0 1-16,0-25 16,0 0-16,0 24 15,0-24 1,0-99 31,0 24-32,0 0-15,0 1 16,0-1-16,49 0 0,-49 26 16,25 24-16,-25-25 15,50 25 1,-25 0 0,-25 25-1,24 24-15,-24 26 16,0-1-16,0-24 15,0 24-15,0 1 16,0-26-16,0 1 16,0-25-16,0 24 15</inkml:trace>
  <inkml:trace contextRef="#ctx0" brushRef="#br0" timeOffset="136053.165">20861 4762 0,'0'0'0,"25"0"47,24 0-32,26 25 1,-75 0 0,49 25-16,-49-1 15,0 1-15,0 0 0,0-1 16,0-24-16,0 25 16,0-26-16,0 1 15,0 25 1,-25-50-16,25-25 47,0-25-47,0 1 15,0-26-15,25-24 16,25 0-16,-25 24 16,24 1-16,-24 24 15,25 26-15,-26 24 16,-24-25-16,50 25 15</inkml:trace>
  <inkml:trace contextRef="#ctx0" brushRef="#br0" timeOffset="139097.842">15726 3249 0,'-49'0'16,"24"0"-1,0 25 17,-25-25-17,1 0 1,-1 0 0,1 0-1,-1 0 1,50-25-1,-50 25-15,50-49 16,-49 24-16,49-25 0,-25 26 16,25-1-1,-25 0-15,25-25 0,0 26 16,0-1-16,0 0 16,0 0-16,0 0 15,0 1-15,0-26 16,-50 0-1,50 1 1,0 24 0,0-25-1,0 25 1,0-24 0,0-1-1,0 25 1,0-24-1,0 24 1,25 25-16,-25-25 0,0 0 31,25 25-31,-25-24 16,25 24 0,0-50-1,24 25 1,1 25-1,-50-25-15,50 25 16,-26-24 0,26 24-1,0 0-15,-50-25 16,49 25 0,-24 0-16,0 0 15,24 0-15,-24 0 0,0 0 16,0 0-16,0 0 15,-1 0-15,26 0 16,-25 0-16,24 0 16,1 0-16,-25 0 15,24 0-15,-24 0 16,0 0-16,0 0 16,0 0-16,-1 0 15,26 0-15,-25 0 16,24 0-16,1 0 15,0 0-15,-1 0 0,-24 0 16,0 0 0,25 0-16,-26 0 0,1 0 15,0 0-15,0 0 16,0 0-16,24 0 16,-24 0-16,25 0 15,-26 0-15,26 0 16,0 0-16,-26 0 15,51 0-15,-1-50 16,-24 50-16,-1 0 16,-24 0-16,25 0 15,-1 0-15,1 0 0,0 0 16,-1-25-16,1 25 16,-25 0-16,0 0 15,-1 0-15,1-49 16,25 49-16,-25 0 15,-1 0-15,1 0 16,0-25-16,0 25 16,24 0-1,-24 0-15,25 0 16,-25 0-16,-1 0 16,26 0-16,-25 0 15,0 0-15,-1 0 16,1 0-16,25 0 15,-25 0-15,24 0 16,1 0 0,-1 0-1,-24 0 1,0 0 15,-25 25-15,25 24-1,-25 1 1,25 0 0,-25-1-1,49-49-15,-49 25 16,0 0 0,25-25-16,-25 49 15,0 1 1,0 0-1,25-50-15,-25 49 16,0 1 0,0-25-1,0 24 1,0 1 0,0 0-1,0-26-15,0 26 31,25-25-31,-25 0 16,0-1 0,0 1-1,0 25 1,-25-50 0,25 25-16,-50-25 15,50 24-15,-74-24 16,49 50-16,0-50 15,-24 50-15,-1-50 16,-24 49-16,24-49 16,0 50-16,-24-50 15,24 49-15,1-49 16,-1 50-16,25-50 0,1 0 16,-1 0-16,-25 0 15,1 0-15,-1 25 16,0-25-16,1 0 15,-1 0-15,0 0 16,1 0-16,-1 0 16,1 0-16,-1 0 15,0 0-15,1 0 16,24 0-16,-25 0 16,1 0-16,-1 0 15,1 0-15,24 0 16,-25 0-16,25 0 15,-24 0-15,-1 0 16,25-50 0</inkml:trace>
  <inkml:trace contextRef="#ctx0" brushRef="#br0" timeOffset="141201.811">21506 4787 0,'0'50'109,"0"-25"-109,0 0 16,0 24-16,0 1 15,0-25-15,0 24 0,0-24 16,0 0 0,0 0-16,0-1 15,24-24-15,-24 50 0,25 0 32,0-26-17,25-24 16,-26 0-15,1 0 0,25-24-1,-25-1-15,24-25 32,-49-24-32,25 49 15,-25-25 1,0 26-16,0-26 0,0 0 15,0 26 1,0-1-16,0-25 16,0 25-1,0 0 1,-25 25 46,-24 0-30,49 50-17,0-25-15,-25 0 0,25 24 16,0-24-16,0 0 16,0 0-16,0 0 15,0-1-15,0 26 16,0-25-1,0 24 1</inkml:trace>
  <inkml:trace contextRef="#ctx0" brushRef="#br0" timeOffset="142436.74">16520 6375 0,'25'0'47,"0"0"-47,24 0 16,1 0-16,-1 0 15,1 0-15,-25 0 0,0 0 16,24 0-1</inkml:trace>
  <inkml:trace contextRef="#ctx0" brushRef="#br0" timeOffset="142715.897">16619 6598 0,'25'0'47,"0"0"-31,24 0-16,1 0 15,-25 0-15,24 0 16,1 0-16,0 0 16,-1 0-16</inkml:trace>
  <inkml:trace contextRef="#ctx0" brushRef="#br0" timeOffset="145268.804">17711 6276 0,'-25'0'16,"25"49"93,0-24-109,0 0 16,0 0-16,0 24 15,0-24-15,0 25 16,0-1 0,49-49-16,-49 25 15,0 25 1,0-26-1,0-73 126,0 24-125,0-25-16,0 26 15,25-26-15,0 25 16,0 25 0,-25-25-1,49 25-15,1 0 16,0 0-1,-1 75 1,-49-50 0,0-1-16,0 1 15,0 25-15,0-1 16,-25-24 0,1-25 30,24-25-30,0-24 0,0-1-16,24 1 15,-24 24-15,25 0 16,0 0 0,25 25-1,-1 25 1,-49 0-16,50 0 15,-50-1-15,0 26 0,0-25 16,0 0 0,0-1-16,0 26 15,0-25 1</inkml:trace>
  <inkml:trace contextRef="#ctx0" brushRef="#br0" timeOffset="145954.202">18529 6474 0,'0'0'16,"0"-25"-1,-25 25-15,-24 0 16,24 0 0,25 25-1,-50 25-15,50-1 16,-25 1-16,25-1 16,0-24-16,0 0 15,25-25 1,0 0-1,0 0-15,24 0 16,1-50-16,-50 1 31,0-1-31,0 25 16,0 1 0,0 48 15,0 26-16,0 0-15,0-1 16,0 26-16,25-1 16,-25 25-16,50-24 15,-50-26-15,0 1 16,0 0-16,0-1 16,0 1-16,0-1 15,0-24-15,-25 0 16,-25 25-16,25-50 15,-24 49-15,-1-49 0,25 0 16,0 0-16,1 0 16,-1 0-1,25-25 1,-50-24-16,50-26 16,0 1-16,25 0 15,0-1-15,24 26 16,-24-1-16,25 0 15,-1 26-15,1 24 16,0-50-16,-1 50 16</inkml:trace>
  <inkml:trace contextRef="#ctx0" brushRef="#br0" timeOffset="146319.045">18951 6672 0,'49'0'62,"-24"0"-62,0 0 16,0 0-16,24 0 16,-24-24-16,0 24 15,25 0-15,-26 0 16,1 0-1,-25-25 1</inkml:trace>
  <inkml:trace contextRef="#ctx0" brushRef="#br0" timeOffset="146590.923">19100 6449 0,'0'25'62,"0"25"-62,0 24 16,0 0-16,0-24 0,24 24 15,-24 1-15,0-25 16,0-1-16,0-24 16,0 0-16</inkml:trace>
  <inkml:trace contextRef="#ctx0" brushRef="#br0" timeOffset="148254.959">19621 5308 0,'-25'0'93,"50"0"-15,-1 50-78,26-50 16,0 0-16,-1 0 16,26 0-16,24 0 15,-50 0-15,26 0 16,-26 0-16,1 0 16,0 0-16,-26 0 0,1 0 15,0 0-15,0 0 16,24 0-16,-24 0 15,25 0 1,-1 0-16,-24 0 0,25 0 16,-25 0-16,-1 0 15,1 0-15,0 0 16,0 0-16,0 0 16,24 0-16,-24 0 15,0 0-15,0 0 16,0 0-16,-1 0 15,26 0-15,-25 0 16,0 0-16,-1 0 16,1 0-16,0 0 15,0 0-15,24 0 0,1 0 16,-25 0 0,0 0-1,-1 0 1,26 0-1,0 0 1,-26 0 0,26 0-1,0 0 1,-1 0 0,-24 0-16,0 0 15,0 0-15,-1 0 16,26-25-16,0 25 15,-25 0 1,-1 0 0,1 0-1,0 0 17,-50 0 93</inkml:trace>
  <inkml:trace contextRef="#ctx0" brushRef="#br0" timeOffset="150190.704">4887 11038 0,'-50'0'0,"75"0"62,0 0-62,24 0 16,1 0-16,24 0 15,25 0-15,-49 0 16,49 0-16,0 0 16,-24 0-16,49 0 15,-25 0-15,0 0 0,-24 0 16,-1 0-16,1 0 16,-26 0-1,1 0-15,-1 0 0,1 0 16,0 0-16,-1 0 15,1-25-15,24 25 16,-24 0-16,-1 0 16,1 0-16,0 0 15,-1 0-15,1 0 16,-1 0-16,-24 0 16,0 0-16,0 0 15,25 0-15,-26 0 0,1 0 16,0 0-16,0 0 15,0 0-15,-1 0 16,26 0 0,-25 0 15,0 0 0,-1 0-15,1 0-1</inkml:trace>
  <inkml:trace contextRef="#ctx0" brushRef="#br0" timeOffset="152447.581">19893 6623 0,'0'-25'16,"0"-25"0,0 75 46,0 25-46,0 24-16,0-24 15,0-1-15,0 1 0,0-25 16,0 0-16,25-25 16,-25 25-16,0-50 78,0 0-63,0-25-15,0 1 16,25-1-16,-25 0 16,25 26-16,24-26 15,-24 50 1,0 0-16,0 0 16,24 25-16,-24 24 15,-25-24-15,25 0 16,-25 0-16,0 0 15,0 24 1,0-24 0,-25-25 31,25-50-32,0 26-15,0-1 16,0-25-16,25 25 15,0-24-15,24 49 16,-24 0 0,0 0-16,25 0 15,-50 25-15,24 24 16,-24-24-16,0 25 16,0-1-16,0-24 15,0 0-15,0 25 16,0-26-1</inkml:trace>
  <inkml:trace contextRef="#ctx0" brushRef="#br0" timeOffset="153116.679">20762 6672 0,'0'0'0,"0"-49"16,0 24 15,-50 25 0,0 50-31,25-1 16,25-24-1,-24 25-15,24-1 0,0 1 16,0-25-16,0 0 16,74-25 15,-49 0-15,25-50-1,-50 0-15,0 25 16,0 1-16,0-1 15,0 0 1,0 50 15,0 0-15,0 24-16,0 1 16,0 0-16,0-1 15,0 1-15,0 24 16,0 1-16,24-26 15,-24 1-15,0-1 16,0-24-16,0 25 16,0-25-16,0-1 15,0 1-15,-74-25 16,49 25-16,0-25 16,-24 0-1,24-25 1,25-24-1,0-26-15,0-24 16,25 0-16,24 24 0,1 26 16,0-1-16,-1 25 15,1 25-15,-25-49 16</inkml:trace>
  <inkml:trace contextRef="#ctx0" brushRef="#br0" timeOffset="154085.996">16793 8285 0,'-25'0'32,"50"0"15,0 0-32,24 0-15,1 0 16,-1 0-16,-24 0 15,25 0-15,-25 0 16,24 0-16,-49 25 16</inkml:trace>
  <inkml:trace contextRef="#ctx0" brushRef="#br0" timeOffset="154343.876">16892 8508 0,'25'0'47,"0"0"-31,24 0-16,-24 0 15,0 0-15,0 0 16,-1 0-16,1 0 16,25 0-16,-25 0 15</inkml:trace>
  <inkml:trace contextRef="#ctx0" brushRef="#br0" timeOffset="154935.601">17711 8334 0,'0'-49'0,"0"-1"0,49 25 16,-49 1-16,25 24 15,-25-25-15,25 25 16,24 0 0,-24 0-16,0 0 15,-25 25-15,50-1 16,-50 26-16,0 24 15,0-24-15,-25 24 16,0 1-16,-49-26 16,24 26-16,0-50 15,26-1-15,-26 26 16,25-50-16,0 50 16,-24-50-1,49-25 16,0 0-15,0 0 0,25 25-16,24 0 15,-24-25-15,0 25 16,24 0-16,-24 0 16,25 0-16,-25 0 15,-1 0-15,26 0 0,-25 0 16,24 0-1,-24 0-15</inkml:trace>
  <inkml:trace contextRef="#ctx0" brushRef="#br0" timeOffset="155602.392">18107 8384 0,'0'0'0,"50"0"31,-25 0-15,-25 25-16,0 24 15,25 1 1,-25 0-16,0-26 0,0 26 15,0-25-15,0 0 16,-25-25 31,25-50-31,0 25-16,0-24 15,0-1-15,0 0 16,0 26-16,25 24 15,-25-25-15,24 25 16,26 0-16,-50 25 16,50 24-16,-50-24 15,0 0-15,0 0 16,0 24 0,0-74 46,0 1-62,24-26 16,-24 0-16,50 1 15,-50 24-15,50 25 16,-1 0-16,-24 0 16,-25 25-1,50 0-15,-50-1 0,25 26 16,-25-25-16,0 0 15,49-1-15,-49 26 16,25-50 0,25 0-1</inkml:trace>
  <inkml:trace contextRef="#ctx0" brushRef="#br0" timeOffset="156153.878">18926 8384 0,'0'50'0,"0"-100"0,0 0 0,0 26 16,-50 24 15,26 24-31,-26 26 16,50 0-16,-25-1 16,25 1-16,0-25 15,0 24 1,25-49-1,25 0-15,-1-25 16,-24 25-16,-25-49 16,50 49-16,-50-50 15,0 25-15,0 50 63,0 25-63,0 24 15,0 1-15,0 24 16,0 0-16,0-25 16,0-24-16,0 0 15,0-1-15,-25 1 16,25-25-16,-50 24 16,25-24-16,-24-25 15,-1 25-15,1-25 16,24 0-16,-25 0 15,50-25 1,-25-24-16,25-26 16,0 1-16,25-50 15,25 24-15,24 1 16,50 0-16,0 0 16,-49 49-16,-26 1 15,-49 24-15</inkml:trace>
  <inkml:trace contextRef="#ctx0" brushRef="#br0" timeOffset="157143.668">15354 8285 0,'0'-50'0,"-50"50"15,1 0 1,-1 0 0,25 25-16,1-25 15,-1 50-15,25-1 16,-50-24-16,50 25 15,0-1-15,0 1 16,0-1-16,0 1 16,0-25-16,50-25 0,-25 25 15,-1-25-15,1 0 16,25 0-16,-1 0 16,-24 0-1,0-75-15,0 50 0,-25-24 16,50 24-16,-50-25 15,0 1-15,0-1 16,-25 1-16,25 24 16,-50 0-16,25 25 15,0 0 1,1 50 0,24-1-1</inkml:trace>
  <inkml:trace contextRef="#ctx0" brushRef="#br0" timeOffset="157390.49">15230 8533 0,'50'49'47,"-50"-24"-31,74 25-16,-49-25 15,0 24-15,0 1 0,-25-1 16,49-24-16,26 25 16</inkml:trace>
  <inkml:trace contextRef="#ctx0" brushRef="#br0" timeOffset="158175.074">16222 8210 0,'0'-24'16,"-49"24"31,24 0-47,0 0 16,0 0-1,0 0-15,-24 0 0,24 0 16,25 24-16,-50-24 15,50 25 110,0 25-109,0-25 0,25 24-16,-25-24 15,0 0-15,0 24 16,0-24-16,0 0 16,0 0-16,-25 24 15,25-24-15,0 25 16,-24-25-16,24 24 15,0-24 1,24-25 15,1 0-15,0 0-16,25 0 16,-26 0-16,26 0 15,0-50-15,-1 50 16,-24 0-16</inkml:trace>
  <inkml:trace contextRef="#ctx0" brushRef="#br0" timeOffset="158509.935">15949 8558 0,'25'-25'47,"0"25"-47,0 0 0,24-25 15,-24 25-15,25 0 16,-1 0 0,-24 0-16</inkml:trace>
  <inkml:trace contextRef="#ctx0" brushRef="#br0" timeOffset="159530.609">14337 10269 0,'0'0'0,"25"0"62,25 0-46,-1 0-16,1 0 15,-1 0-15,1 0 16,-25 0-16,0 0 16,-1 0-1</inkml:trace>
  <inkml:trace contextRef="#ctx0" brushRef="#br0" timeOffset="159789.482">14362 10492 0,'50'0'32,"-1"0"-32,1 0 15,-1 0-15,1 0 16,0 0-16,-26-24 16,1 24-16,0 0 15,0 0-15,24-50 0</inkml:trace>
  <inkml:trace contextRef="#ctx0" brushRef="#br0" timeOffset="160332.052">14858 9996 0,'25'0'125,"24"0"-110,26 50-15,-26-50 16,-24 50-16,25-26 16,-50 1-16,0 25 15,0-1-15,0 1 16,-50 24-16,1 1 15,-26-1-15,-24 25 16,0-49-16,24 0 16</inkml:trace>
  <inkml:trace contextRef="#ctx0" brushRef="#br0" timeOffset="162269.834">16123 10120 0,'0'0'0,"-25"0"63,-24 0-48,24 0-15,-25 0 16,25 0-16,-24 0 15,24 0-15,0 0 16,0 50-16,1-50 16,24 50 171,0-26-187,0 51 16,0-50-1,24-1-15,-24 1 0,0 0 16,0 0-16,0 24 16,25-49-16,-25 25 15,0 25 1,0-1 0,0-24-1,0 25 1,50-50 31,-25 0-47,24 0 15,1 0 1,-1-25-16,1 25 0,24 0 16,-24-25-1,0 25-15</inkml:trace>
  <inkml:trace contextRef="#ctx0" brushRef="#br0" timeOffset="162816.686">15850 10492 0,'25'0'79,"25"0"-64,-1 0-15,1 0 16,24-49-16,-24 49 15,-1 0-15,26-25 0,-26 25 16</inkml:trace>
  <inkml:trace contextRef="#ctx0" brushRef="#br0" timeOffset="163197.515">16818 10368 0,'49'0'62,"-24"-49"-46,25 49-16,-1 0 16,1 0-16,-1-25 15,1 25-15,-25 0 16,0 0-16,24 0 15</inkml:trace>
  <inkml:trace contextRef="#ctx0" brushRef="#br0" timeOffset="163465.362">16892 10517 0,'0'0'0,"50"0"62,-1 0-46,-24 0-16,25 0 15,-1 0-15,-24 0 16,25 0-16,-26-25 16</inkml:trace>
  <inkml:trace contextRef="#ctx0" brushRef="#br0" timeOffset="164332.921">18132 10021 0,'0'0'0,"0"-25"0,0 0 15,0 1-15,0-26 16,25 50-16,-25-25 15,50 25-15,-50-49 16,49 49-16,-24 0 16,0 0-16,0 24 15,-25 26-15,49-25 0,-49 24 16,0 1 0,0-25-16,-25 25 0,-24-26 15,24 1-15,0 25 16,-24-25-16,24-25 15,0 24-15,0-24 16,0 0 15,50 0 16,25 0-47,-1 0 0,1 0 16,0 0-16,24 0 15,-24 0-15,-1 0 16,1 0-16,-25 0 16</inkml:trace>
  <inkml:trace contextRef="#ctx0" brushRef="#br0" timeOffset="165015.618">18728 9897 0,'49'0'31,"-49"25"-31,25 0 16,-25 24-16,0-24 15,0 25-15,0-25 16,0-1-16,0 26 16,0-25 15,0-100 16,0 26-47,0-1 15,0 0-15,0 1 16,0 24-16,25 25 16,-25-25-16,49 25 15,-24 0-15,25 0 16,-25 25-16,24 0 16,-49 0-16,25 24 15,-25-24-15,0 0 16,0 25-1,0-75 32,0 0-31,0-25-16,0 1 16,25 24-16,0-25 15,24 50 1,-24 0-1,-25 25-15,50 25 16,-50-26-16,49 1 16,-49 0-16,0 0 15,50 25-15,-50-26 16,0 26-16</inkml:trace>
  <inkml:trace contextRef="#ctx0" brushRef="#br0" timeOffset="165633.866">19596 9847 0,'0'-24'0,"0"-26"31,-25 50-31,-25 0 32,1 50-32,49-26 0,-50 26 15,50 0 1,0-26-16,0 26 0,0-25 16,50-25-1,-26 0 1,1-25-16,25-25 15,-50 1 1,0 24 0,0-25-16,0 26 15,0-1 1,0 74 15,50 1-15,-50 24-16,0 1 0,0-1 15,0 26-15,0-26 16,0-24-16,0-1 16,0 1-16,0-25 15,0 24-15,-50-24 16,0-25-16,25 25 16,-24-25-16,24 0 15,-25 0 1,50-25-1,0-25-15,0 1 16,0-1-16,25-24 16,50-1-16,-1-24 15,1 25-15,-1 24 0,-24 0 16,-1 26-16,-24 24 16</inkml:trace>
  <inkml:trace contextRef="#ctx0" brushRef="#br0" timeOffset="166334.558">18182 10542 0,'25'0'31,"49"0"-31,0 0 16,75 0-1,0 0-15,0 0 0,74 0 16,-24 0-16,-26 0 16,26-25-16,-75 25 15,-75 0-15,1 0 16,0 0-16,-26 0 16,26 0 15,-75 25 16,-24-25-47</inkml:trace>
  <inkml:trace contextRef="#ctx0" brushRef="#br0" timeOffset="166901.983">19124 10939 0,'-49'0'63,"49"25"-63,-50 24 16,50-24-16,-25 25 15,25-1-15,0 1 16,0 0-16,0-26 15,0 26-15,0-25 16,25-25-16,0 25 16,0-25-16,24 0 0,26 0 15,-26-25-15,1 0 16,0-25-16,-26 26 16,-24-1-1,50-25-15,-50 25 0,0-24 16,0-1-16,0 25 15,0-24-15,0-1 16,-25 0-16,0 50 16,25-49-16,-49 49 15,-1 0 1,50 25-16,-49-25 16,49 49-16,-25-24 0</inkml:trace>
  <inkml:trace contextRef="#ctx0" brushRef="#br0" timeOffset="167150.921">19174 11063 0,'0'49'78,"25"-49"-78,24 50 15,-24-25-15,0 25 0,0-26 16,24 1-16,-49 0 16,25 25-16</inkml:trace>
  <inkml:trace contextRef="#ctx0" brushRef="#br0" timeOffset="169188.042">1042 5209 0,'0'50'62,"0"-26"-62,0 1 16,0 0-16,0 0 16,49-25-1,-49 25-15,50-25 16,-25 0-16,49 0 16,25-50-16,25-24 15,50-50-15,49-25 0,1 0 16,24 0-1,0 0-15,-75 50 0</inkml:trace>
  <inkml:trace contextRef="#ctx0" brushRef="#br1" timeOffset="185134.047">25226 8012 0,'25'-50'78,"25"50"-62,-1-25 0,51 25-16,-1-24 0,-25 24 15,1 0-15,24 0 16,-25 0-16,1 0 16,-26 0-16,1 49 15,0-24-15,-1 25 16,-24-25-16,0-1 15,0-24-15,24 50 16,-24-50-16,0 50 16,0-50-16,24 0 15,-24 0-15,25-25 16,-26 25-16,1-25 16,0 25-16,25-50 15,-1 50-15,1-49 16,-1 49-16,1-25 15,0 25-15,24 0 16,-24 0-16,-1 0 16,26 0-16,-26 0 15,1 0-15,0 25 16,-1-25-16,1 49 16,-1-49-16,1 0 15,-25 0-15,24 0 16,-24 0-16,0-24 15,0 24-15,24-25 16,-24 25-16,0-25 16,25 25-16,-26 0 0,1 0 15,25 0-15,-1 0 16,1 0-16,0 0 16,-1 0-16,1 0 15,0 0-15,-1 0 16,-24 0-16,0 0 15,0 0-15,-1 0 16,26 0-16,-25 0 16,0 0-16,-1-25 0,1 25 15,25-25 1,-25 25-16,-1 0 0,1-49 16,0 49-16,25 0 15,-26 0-15,1 0 16,25 0-16,-25 0 15,-1 24-15,1-24 16,25 25-16,-1 0 16,-24-25-1,0 0 1,0 0 15,24-25-31,-24 25 0,25-25 31,-50 1-31,50 24 0,24 0 32,-49 0-32,0 0 0,-1 0 15,1 0-15,0 0 16,25 0 0,-26 0-1,26 0 1,24 0 15,-24 0-31,-25 0 31,24-25-31,1 25 16,0 0 0,-1 0-1,-24 0-15,25 0 31,24 0-31,-49 0 16,0 0-16,49 0 31,-24 0 1,-26 0-32,1 0 46,-50 0 17,-24 0-47</inkml:trace>
  <inkml:trace contextRef="#ctx0" brushRef="#br1" timeOffset="187618.239">27880 7714 0,'0'-25'15,"0"1"16,-24-1-15,-26-25 15,25 25-15,0 25 0,25-24-1,-24 24-15,-1 0 16,0 0-1,-25 0 1,1 0 0,-1 0-1,1 49 1,-1-24 0,25 0-1,0 24 1,25-24-1,-24-25-15,24 50 16,0-1 0,0-24-1,0 25 1,0-1-16,0-24 31,0 0-15,0 0-16,0 25 31,0-1-31,24-49 16,-24 50-16,50-25 15,-25-25 1,-25 24 0,49-24-16,-24 0 15,-25 25 1,25-25-16,0 0 15,0 0 1,-25 50-16,24-50 16,1 0-1,25 0 1,-25 0 0,-1 0-1,1 0 1,25-25 15,-25 25-15,-25-25-1,24 25 1,-24-25-16,25 25 16,-25-24-1,50-1 1,-50-25-1,0 1 1,25 49-16,-25-50 16,0 0-1,0 1 1,0 24-16,0 0 16,0 0-16,0-24 15,0 24-15,-50 0 16,0 25-16,26-50 15,-1 50-15,0-49 16,-25 49-16,26 0 0,-1-50 16,0 50-16,0 0 15,-24 25-15,24-25 16</inkml:trace>
  <inkml:trace contextRef="#ctx0" brushRef="#br1" timeOffset="189879.4">27682 8434 0,'0'-25'32,"0"50"124,0-1-156,0 26 15,0-25-15,0 0 16,0-1-16,0 1 16,0 0-16,0 0 15,0 24-15,0 1 16,0 0-16,0-1 16,0 1-1,0-25-15,0-1 16,0 1-16,0 0 15,0 0-15,0 25 16,0-26-16,0 1 0,0 0 16,0 0-16,0 0 15,0-1-15,0 26 16,0 0 0,0-1-1,0 1 1,0-1-1,0 1 1,0-25 0,0 0-1,0-1 1,0 26 0,0 0-1,0-26-15,-25-24 16,25 50-1,0 0-15,0-26 16,0 26 0,0-25-1,-49 0 1,49-1 0,0 1-1,0 0 1,-25 25-1,25-25 1,0-1 0,0 1-1,0 25 17,0-25-17,0-1 16,0 26 1,0-25-17,0 0 17,0-1-17,0 1 1,0 25-1,0-25 1,0 24 0,0 1-1,0-25-15,0 24 16,-25-49 0,25 50-16,0-25 15,0-1 16,-25-24 48</inkml:trace>
  <inkml:trace contextRef="#ctx0" brushRef="#br1" timeOffset="190321.151">27236 10592 0,'24'24'78,"-24"26"-78,25 0 15,-25-1 1,25 1-16,-25-25 0,50 24 16,-1-24-1,1-25 1,-1-25 0,1-24-16,-25-26 15,24 26-15,-24-1 16,0 25-16,0 0 15,24 1-15</inkml:trace>
  <inkml:trace contextRef="#ctx0" brushRef="#br1" timeOffset="193802.884">28178 10616 0,'0'50'125,"0"-25"-125,0 0 16,0-1-16,0 1 15,0 0-15,0 25 16,0-26-16,25 1 16,-25 25-16,25-50 15,-25 25-15,25-1 16,-25 26 15,24-50-31,26 0 47,-25 0-31,0 0 15,-1 0-16,-24-25-15,25 25 16,0-25 0,25 25-1,-50-24-15,24 24 0,-24-25 16,25 25-16,-25-50 16,25 50-16,-25-49 15,0-1 1,25 50-16,-25-50 15,0 1 1,0-1 0,0 1-1,0 24 1,-25 0 0,25 0 15,-25 25-31,-24 0 47,24 0-32,0 0 1,0 0 15,25 25-31,0 0 16,0 24-1,0 1 1,0 0 0,0-26-16,0 26 15,0 0 17,0-26-32,0 1 15,50-25 1</inkml:trace>
  <inkml:trace contextRef="#ctx0" brushRef="#br1" timeOffset="197939.306">29914 13494 0,'0'-25'0,"-24"25"141,-1 0-141,0 50 15,25-1-15,-74 26 16,74-1-16,-25 0 16,25 1-16,0-50 15,0 24-15,0 1 16,0-1-16,49 1 16,-24-50-1,25 0-15,-25 0 16,-1 0-16,1 0 15,0-25-15,25-24 16,-50-1-16,49 0 0,-49 1 16,25-1-16,-25 1 15,0-26-15,0 1 16,0 24-16,0 25 16,-50 1-1,26 24-15,-1 0 16,-25 24-16,25 1 15,25 0-15,-24 0 16</inkml:trace>
  <inkml:trace contextRef="#ctx0" brushRef="#br1" timeOffset="198218.171">29890 13742 0,'0'25'63,"24"-1"-63,-24 1 15,50 25-15,-25-1 16,24 1-16,-24 0 0,25-1 15,-25-24-15,-1 0 16,-24 0 0,50 24-16</inkml:trace>
  <inkml:trace contextRef="#ctx0" brushRef="#br1" timeOffset="199003.746">30733 13543 0,'0'-24'16,"-25"24"31,0 0-47,-24 0 15,-1 24-15,1-24 16,-1 0-16,25 25 16,0-25-16,-24 0 15,49 25 63,25-25-46,-25 25-32,24 0 31,-24 24-16,0 1-15,0-25 0,0 24 16,0-24-16,0 25 16,0-26-16,0 1 15,0 0-15,0 0 16,0 0-16,0 24 16,25 1-1,-25-25 1,25-25-1,25 0-15,-26 0 16,26 0-16,-25 0 16,0 0-16,-1 0 15,1-50-15,25 50 16,-50-25 0</inkml:trace>
  <inkml:trace contextRef="#ctx0" brushRef="#br1" timeOffset="199380.581">30510 13891 0,'0'-25'15,"25"25"16,-1 0-15,51 0 0,-50 0-16,-1-50 15,26 50-15,0 0 16,-1-25-16,-24 25 16</inkml:trace>
  <inkml:trace contextRef="#ctx0" brushRef="#br1" timeOffset="199651.43">31130 13692 0,'25'0'47,"-1"0"-31,26 0-16,-25 0 15,0 0-15,0 0 16,-1 0-16,26 0 16</inkml:trace>
  <inkml:trace contextRef="#ctx0" brushRef="#br1" timeOffset="199929.29">31179 13990 0,'0'0'16,"25"0"31,0 0-47,25 0 16,-25 0-16,-1-25 15,1 25-15,0 0 16,25 0-16,-50-25 15</inkml:trace>
  <inkml:trace contextRef="#ctx0" brushRef="#br1" timeOffset="200722.884">31651 13568 0,'0'25'47,"0"0"-32,0 0-15,0 24 16,0 1-16,0-1 16,0 1-16,0-25 15,0 0-15,0-1 16,0-48 62,0-1-78,0-25 16,0 1-16,0-1 15,49 0-15,-49 26 16,25 24-16,-25-25 16,25 25-1,0 0-15,24 25 31,-49-1-31,0 26 0,0 0 16,0-1-16,0-24 16,0 25-1,0-75 48,50 0-63,-50-49 15,74-1-15,-49 26 16,0-1-16,-25 25 16,50 25-16,-26 0 15,26 0 1,-50 50 0,0-25-16,0 24 15,0 1-15,0-25 16,0 24-1,0-24-15,0 25 16,0-26 0</inkml:trace>
  <inkml:trace contextRef="#ctx0" brushRef="#br1" timeOffset="201622.472">32519 13568 0,'0'0'0,"0"-49"0,25 49 16,-25-25-16,0 0 15,-50 25 48,25 50-63,25-26 15,-49 26-15,49 0 16,-50-1-16,50 1 16,0-25-16,0 24 15,25-49 1,0 0-1,24 0-15,-24 0 16,25 0 0,-50-49-16,25-1 15,-25 25-15,0 0 16,24 1-16,-24-1 16,-24 74 62,24 1-63,0 0-15,-50-1 16,50 1-16,0-1 16,-25 1-16,25 0 15,0-26-15,0 51 16,0-26-16,0 1 15,0 0-15,0-1 16,0 1-16,0 0 16,0-26-16,0 1 15,0 0-15,0 0 16,0 24-16,0 1 16,0-25-1,0 0 1,-25-25-1,25 49 1,-24-49-16,-26 0 16,25 0-1,-24 0 1,24 0-16,0 0 16,-25 0-1,50-25-15,0-24 16,0-1-1,0-24-15,25-1 16,0 1-16,0 24 0,24 1 16,26-1-1,-26 0-15,1 1 0,0 24 16,-26-25-16</inkml:trace>
  <inkml:trace contextRef="#ctx0" brushRef="#br1" timeOffset="203546.689">30807 15329 0,'0'-25'0,"-49"25"62,24 0-62,0 0 16,-24 0-16,24 0 16,0 50-16,0-50 15,0 0 1,-24 0-1,49 25 110,0 25-93,0-26-32,0 1 0,0 0 15,0 0-15,0 24 16,0-24-16,0 0 16,0 25-16,0-26 15,0 26 1,0-25-1,0 0 1,25-25 0,-1 0-16,1 0 15,0 0-15,25 0 16,-1 0-16,1-50 0,-1 50 16,1-50-1,-25 50-15,-25-24 0,25 24 16</inkml:trace>
  <inkml:trace contextRef="#ctx0" brushRef="#br1" timeOffset="203847.561">30559 15553 0,'25'0'47,"0"-25"-32,25 25-15,-1 0 16,26-50-16,-26 50 16,1 0-16,-25-25 15</inkml:trace>
  <inkml:trace contextRef="#ctx0" brushRef="#br1" timeOffset="204114.433">31229 15429 0,'0'-50'47,"50"50"-47,-25 0 15,-1 0-15,1-25 16,0 25-16,49 0 16,-24 0-1</inkml:trace>
  <inkml:trace contextRef="#ctx0" brushRef="#br1" timeOffset="204346.341">31328 15627 0,'25'0'47,"25"-25"-32,-25 25-15,-1-25 16,1 25-16,25-24 16,-25 24-16</inkml:trace>
  <inkml:trace contextRef="#ctx0" brushRef="#br1" timeOffset="205321.812">32097 15156 0,'0'-25'0,"0"74"62,0 1-46,0 0-16,25-1 16,-25-24-16,0 0 15,0 0 1,0-50 31,0 0-32,0 0 1,0-24-16,0-1 16,0 25-16,25 0 0,0 25 15,49 0 1,-49 0-1,0 25-15,-25 25 16,0-25-16,49 24 16,-49-24-1,0-50 32,0 0-31,0 1-16,0-26 15,25 0-15,-25 26 16,50 24-16,-50-50 16,25 50-16,24 25 15,1 49 1,-50-49 0,0 0-16,25 0 15,-25-1-15,0 26 16,49-50 15</inkml:trace>
  <inkml:trace contextRef="#ctx0" brushRef="#br1" timeOffset="205884.521">32767 15255 0,'74'-223'31,"-148"446"-31,148-496 31,-98 273-15,-26 50 0,50-1-16,-50 1 15,50-1-15,0-24 16,0 25 0,50-50-1,0-25 1,-26-49-1,-24 49 17,0-25-32,0 100 62,0-1-62,0 26 16,0-1-16,0-24 15,50 24-15,-50 1 16,0-26-16,0 1 16,0-25-16,0 0 0,0 24 15,-25-49 1,0 25-16,-24-25 16,-1 0-16,1 0 15,24 0-15,0 0 16,25-25-1,0-24-15,0-26 16,0 26-16,50-1 16,-1-24-16,1 49 15,24 0-15,-24 25 16,24-50-16,-49 50 16</inkml:trace>
  <inkml:trace contextRef="#ctx0" brushRef="#br1" timeOffset="206669.146">32196 15825 0,'25'0'93,"75"0"-77,24-24-16,0 24 16,24-50-16,1 50 15,25-50-15,-75 50 16,25-24-16,-99 24 16,24 0-16,-24 0 15,0 0-15,-25-25 16</inkml:trace>
  <inkml:trace contextRef="#ctx0" brushRef="#br1" timeOffset="207476.765">32841 15801 0,'-24'0'16,"-26"0"-1,50 49 1,-25-49-1,25 25 1,-25-25-16,25 25 16,-24 0-16,24-1 0,-25 26 15,25-25-15,-50 0 16,50 24-16,0 1 16,0-1-16,0-24 15,0 0-15,0 0 16,25 24-1,25-49 1,-26 0-16,26 0 16,-50-24-16,50-1 15,-50 0-15,49 0 16,-49-24-16,25-1 16,-25 0-16,0 1 15,0-1-15,0 1 0,0 24 16,0 0-1,-25 25-15,-24 0 16,49 25 0,-25-25-1</inkml:trace>
  <inkml:trace contextRef="#ctx0" brushRef="#br1" timeOffset="207708.667">32742 16024 0,'0'25'47,"25"24"-31,-25-24-1,50 25-15,-50-26 16,74 26-16,-49 0 15,-25-26-15,49 26 16,1-25 0</inkml:trace>
  <inkml:trace contextRef="#ctx0" brushRef="#br1" timeOffset="209577.772">27632 8136 0,'-24'0'15,"-1"0"1,25 50-1,0-1 1,0-24 0,25-25 15,24 0-15,1 0-1,-50-50 1,25 1-1,-25 24 1,0-25 0,0 1-1,-25 49 1,0 0 0,25 25-16,-50-1 15,50 1-15,0 0 16,0 0-16,0 0 15,0 24 1,25-49 0,25 0-1,-1 0 1,-24 0-16,-25-49 16,0-1-1,0 0 1,0 26-16,0-1 15,-25 25-15,-24-25 0,24 25 16,0 0 0,0 0-16,1 25 0,-26 24 15,50-24-15,0 25 16,0-25-16,0 24 16,74-49 15,-49 0-31,0 0 15,25 0-15,-26 0 16,-24-49 0,0-1-16,0 25 15,-24-49 1,-1 74 0,25-25-16,-25 50 31,25 0-31,-25-1 15,25 1-15,0 0 16,0 25-16</inkml:trace>
  <inkml:trace contextRef="#ctx0" brushRef="#br1" timeOffset="211251.205">27062 11013 0,'-25'0'16,"0"0"31,25 50 140,-25-50-124,25 25-17,25-1-30,0-24 0,50 25-16,-1-25 0,0 0 15,26 50-15,24-50 16,0 0-16,24 0 16,1 50-16,75-50 15,-51 0-15,1 0 16,24-25-16,-49 25 15,0 0-15,0-50 16,-25 50-16,0 0 16,0-50-16,-25 50 15,-49 0-15,-1 0 16,1 0-16,-25 0 16,-1 0-1,1 0 1,-50 0 46,1 0-46,-1 0-16</inkml:trace>
  <inkml:trace contextRef="#ctx0" brushRef="#br1" timeOffset="213270.397">29964 11088 0,'-50'0'31,"26"0"31,24 49-62,0 1 16,0-25 0,49-25 15,-24 0-15,25 0-1,-50-50-15,0 25 31,0-24-31,-25-1 32,0 50-32,0 0 0,0 0 15,1 0 17,24 50-17,0-26 1,24-24 15,-24-24 47</inkml:trace>
  <inkml:trace contextRef="#ctx0" brushRef="#br1" timeOffset="214568.897">30063 11137 0,'-25'0'16,"25"-25"15,-24 25-16,24-24 79,0-26-78,24 0-1,-24 1 1,50-1-16,-50 25 16,0 1-16,0-1 15,0-25-15,25 1 16,-25-26-16,0 26 16,0-26-16,0 1 15,0 24-15,0 1 16,0-26-16,0 1 15,-25-1-15,25 26 16,0-26-16,-25 26 16,25-1-16,0-24 15,0 24-15,-25-24 0,25 24 16,0 0-16,0 1 16,0-1-16,0 1 15,-49-1-15,49 0 16,0 1-16,0-1 15,-25 1-15,25-1 16,0 25-16,0-24 16,-25-1-16,25 0 15,0 1-15,-49-1 16,49 25-16,0-24 16,-25 24-16,25 0 0,0-25 15,-25 26-15,25-26 16,0 25-16,-50-24 15,50 24-15,0 0 16,-24 0-16,24-24 16,-25 49-1,25-50-15,-25 50 16,25-50-16,-25 1 16,25-1-1,-49 50 1,49-49-16,-25-1 15,25 25 1,-25 25 0,25-25-16,0 1 15,-25 24 1,25-25 0,-25 25 109,25-50-110,-49 50 32</inkml:trace>
  <inkml:trace contextRef="#ctx0" brushRef="#br1" timeOffset="-214515.992">29418 8186 0,'0'-50'93,"25"0"-77,-25 26 0,0-26-16,25 25 15,-25 0-15,0 0 16,50 25 31,24 0-32,-49 0-15,24 75 16,1-25-16,24-26 16,-24 1-16,24 25 15,-24-50-15</inkml:trace>
  <inkml:trace contextRef="#ctx0" brushRef="#br1" timeOffset="-213536.441">30510 8880 0,'0'-50'16,"0"26"-1,-25-1 1,0 25 15,-24 0-15,24 25-1,25 24-15,-50 1 16,50-1-16,0 1 16,-25 0-16,25-1 15,0 1-15,0-25 16,0 0-16,25-25 16,-25 24-16,50-24 15,-25 0-15,-1 0 16,1 0-16,25 0 15,-25 0-15,24-74 16,-49 49 0,25 0-16,-25-24 15,0 24-15,0-25 0,0 1 16,0 24-16,0-25 16,0 1-1,-25 49-15,0 0 16,1 0-1,24 24 1,-50 1-16</inkml:trace>
  <inkml:trace contextRef="#ctx0" brushRef="#br1" timeOffset="-213280.6">30411 9004 0,'0'0'16,"0"25"31,24-25-31,-24 50-16,50-1 15,-50-24-15,74 0 16,-74 0-16,75 24 15,-50-24-15,24-25 0,1 50 16,-25-50 0</inkml:trace>
  <inkml:trace contextRef="#ctx0" brushRef="#br1" timeOffset="-210231.529">30237 8731 0,'-25'0'16,"25"75"93,0-51-109,0 1 16,0 25-16,0-1 15,0-24-15,0 25 0,0-25 16,0 24-1,25-24-15,-25 0 16,0 0-16,0 0 16,50-25-16,-50 24 0,0 26 15,0-75 110,0-24-109,0-1 0,0 25-1,0-24-15,0 24 16,0 0-1,24 0-15,-24 0 0,0 0 16,50-24-16,-50 24 16,25 25-16,-25-50 15,49 50-15,-49-49 16,25 49-16,-25-25 16,25 25-16,25 0 31,-1 0-16,-24 0 1,25 50 0,-50-1-1,24 1-15,-24-1 16,25-24 0,-25 0-16,0 25 15,0-1 1,0-24-1,0 0 17,0-75 77,0 26-93,0-1-16,0-25 15,0 25-15,0-24 16,0-1 0,25 50-1,-25-25-15,50 25 0,-50-25 16,74 25-16,-24-24 31,-26 24-31,1 0 16,25 0-16,-25 0 15,-25 49 1,0-24-16,49 0 16,-49 0-16,0 24 15,0-24-15,0 0 16,0 0-16,0 24 15,0-24 1,0 25 0,0-25-16,-25-25 31,25 24-31</inkml:trace>
  <inkml:trace contextRef="#ctx0" brushRef="#br1" timeOffset="-209559.895">31403 8855 0,'0'0'0,"0"-99"47,-50 99-31,25 0-1,-24 50-15,49 24 16,-50 0-16,50 1 16,0-25-16,0-26 15,0 1 1,50-25 15,-1-25-31,-24-24 31,-25-26-31,0 50 16,0 1-16,0-1 16,0 74 30,0 1-30,0 0-16,0-1 16,50 26-16,-50-1 15,25 1-15,-25-26 16,49 1-16,-49-1 16,0-24-16,0 0 15,0 0-15,0 0 0,-25 24 16,-24-24-16,24 0 15,0-25-15,0 25 16,-24-25-16,24 0 16,25-25-1,-25-25 1,25 1-16,0-26 16,0 1-16,50-1 15,-25 1-15,24 24 16,26 1-16,-26 24 15,-24 25-15,-25-50 16</inkml:trace>
  <inkml:trace contextRef="#ctx0" brushRef="#br1" timeOffset="-208997.187">30262 9947 0,'25'0'31,"24"0"-15,26 0-16,24-25 15,25 25-15,49-50 16,-24 50 0,25-49-16,-75 49 0,50-50 15,-99 50-15,-1 0 16,-24 0-16,25 0 15,-50-25 1,-25 25 31,0 0-47</inkml:trace>
  <inkml:trace contextRef="#ctx0" brushRef="#br1" timeOffset="-208447.499">31006 10120 0,'0'0'0,"-25"0"31,0 0-31,0 0 16,25 50 0,-49-25-16,49 24 15,0 1-15,-25-25 16,25 24-16,0-24 15,0 0-15,0 0 16,0 0-16,0 24 16,50-49-1,-26 0-15,1 0 16,25 0-16,-25 0 16,-1 0-16,1 0 15,0-25-15,25-24 16,-50 24-16,49 0 0,-49 0 15,0-24-15,0-1 16,0-24-16,0 24 16,0 1-16,0 24 15,-49 25 1,-26 0 0,50 0-16,-24 25 15,24-1-15,25 26 16,-25-50-16</inkml:trace>
  <inkml:trace contextRef="#ctx0" brushRef="#br1" timeOffset="-208225.59">30931 10269 0,'0'0'15,"25"0"16,-25 25-31,25-25 16,-25 50-16,50-26 16,-26 26-16,26-25 15,-25 0-15,0-1 16,24 26-16,-24-25 16,25 0-1</inkml:trace>
  <inkml:trace contextRef="#ctx0" brushRef="#br1" timeOffset="-206827.978">29542 7739 0,'0'25'47,"0"0"0</inkml:trace>
  <inkml:trace contextRef="#ctx0" brushRef="#br1" timeOffset="-205847.444">29518 7838 0,'24'-25'141,"1"-24"-141,50-26 16,-26 26-1,-24-1 1,-25 1 0,25 49-1,-25-50-15,0 0 16,0 26-1,0-1-15,25-25 16,-25 25-16,0 1 16,0-1-16,0 0 15,0-25-15,0 26 16,0-26-16,0 0 16,0 26-16,0-26 15,0 0-15,0-24 0,0-1 16,0 26-16,0-26 15,0 26-15,0-1 16,0 1-16,0-26 16,-25 26-16,25-26 15,-50 1-15,50-1 16,-49 1-16,49 0 16,-75-50-16,75 49 15,-74-24-15,49 24 16,-25 1-16,26 24 15,-1 1-15,25 24 16,-75-49-16,75 49 16,-49 0-16,49 0 15,-25 0-15,0-24 16,25 24 0,-25 25-16,25-25 15,-24 25 1,24-25-1,-50 25 1,50-24-16,-25 24 16,25-50-16,-25 50 15,25-25-15,-25 25 16,25-49-16,-24 49 0,24-50 16,-25 50-1,25-25-15,-50 25 16,50-49-16,-25 49 15,25-25 1</inkml:trace>
  <inkml:trace contextRef="#ctx0" brushRef="#br1" timeOffset="-205242.697">29146 4762 0,'-25'0'109,"-25"0"-109,25 0 16,0 0-16,1 0 15,-1 0-15,-25 0 16,25 0-16,1 0 16,-1 0-1,25 25 79,0 0-94,0 25 16,0 24-16,0-24 15,0 24-15,25 25 16,-25 1-16,0-51 16</inkml:trace>
  <inkml:trace contextRef="#ctx0" brushRef="#br1" timeOffset="-203532.211">30584 4614 0,'0'74'63,"0"-24"-63,0-1 15,0-24-15,0 25 16,0-1-16,0 1 16,0-25-16,0 24 15,0-24-15,0-74 78,0 24-62,0-25-16,0 1 16,0-1-16,25 25 15,-25 0-15,25 25 16,24-49-16,-24 49 16,25 0-16,-1 0 0,-24 24 15,0 1-15,-25 0 16,25 25-16,-25-1 15,0-24-15,0 0 16,0 0-16,0 24 16,0-98 62,0-1-78,0 1 15,25-26-15,-25 25 16,49 1-16,-24 24 16,25 25-1,-26 0-15,1 0 16,0 0-16,-25 25 16,50 0-16,-50 24 0,0 1 15,0 0-15,0-26 16,0 1-16,0 25 15,0-25 1</inkml:trace>
  <inkml:trace contextRef="#ctx0" brushRef="#br1" timeOffset="-202839.025">31676 4688 0,'0'0'0,"0"-50"16,0 26-1,-50 24 1,0 0-1,26 24-15,-1 26 16,-25 0-16,25-1 16,25-24-16,0 25 15,0-1-15,0-24 16,25-25 0,0 0-1,0 0-15,24-25 16,-49 1-1,25 24-15,-25-75 16,0 50-16,0 0 16,25 25-16,-25-24 15,0 48 17,0 1-17,0 25-15,0 0 16,0 24-16,0 25 15,0-24-15,0-1 16,0 0-16,0 1 16,0-50-16,0 24 15,0 1-15,0-25 16,0-1-16,0 1 16,-74-25-16,49 25 15,0-25-15,0 0 16,-24 0-1,-1-25 1,50 0-16,0-24 0,0-1 16,0 1-1,50-26-15,-26 1 0,26 24 16,0-24-16,-1 49 16,1 25-16,-1-25 15</inkml:trace>
  <inkml:trace contextRef="#ctx0" brushRef="#br1" timeOffset="-202294.216">30634 5655 0,'74'0'94,"25"0"-94,50 0 16,0-49-16,0 49 15,49 0-15,-24-50 16,-25 50-16,-25 0 16,-50 0-16,-24 0 0,-25 0 31,-50 0 0,-25 0-31</inkml:trace>
  <inkml:trace contextRef="#ctx0" brushRef="#br1" timeOffset="-201830.902">31428 5953 0,'-50'0'16,"-24"124"15,24-74-31,50-1 16,-50 1-16,50 0 15,0-1-15,0-24 16,0 25-16,0-1 0,25 1 31,0-50-31,25 0 16,-1 0-16,-24 0 0,25-25 15,-26-25 1,26 1-16,-25-1 16,-25 1-16,74-1 0,-74-24 15,0 24-15,0-24 16,-49 24-16,24 25 16,0 25-16,0 0 15,0 0-15,-24 0 16,24 25-16</inkml:trace>
  <inkml:trace contextRef="#ctx0" brushRef="#br1" timeOffset="-201617.014">31328 6152 0,'25'49'31,"74"26"-15,-74-51 0,0 26-16,0-25 15,24 0-15,-24 24 16,0 1-16,-25-25 16</inkml:trace>
  <inkml:trace contextRef="#ctx0" brushRef="#br1" timeOffset="-200401.601">30336 9153 0,'0'25'31,"-25"-25"48,25-50-1,0 25-63,0 1 1,0-26-16,0 25 0,50 0 16,-25 25-16,-25-49 15,49 49-15,-49-25 16,50 25-16,-25 0 47,0 0-16,-1 0-15,-24 25-1,25-25 1,-25 24-1,0 1-15,0 25 32,0 0-32</inkml:trace>
  <inkml:trace contextRef="#ctx0" brushRef="#br1" timeOffset="-199281.19">31155 7615 0,'-25'0'16,"50"0"31,-1 0-47,26 0 15,0-25-15,-1 25 16,1 0-1,-25-25-15,0 25 0</inkml:trace>
  <inkml:trace contextRef="#ctx0" brushRef="#br1" timeOffset="-199048.329">31378 7392 0,'0'49'0,"0"-98"0,-25 49 0,25-50 31,-25 50-15,25 25 0,-49 25-16,49-1 15,0 26-15,0-1 16,0 0-16,0 26 15,25-1-15,-25-25 16,0-24-16</inkml:trace>
  <inkml:trace contextRef="#ctx0" brushRef="#br1" timeOffset="-197736.068">29989 11559 0,'0'0'0,"-25"0"31,25 25-31,-25-25 0,50 0 47,25-50-47,98-24 16,51-50-16,49-25 15,25 0-15,74-25 16,0-49-16,75 0 16,-149 74-16,-25 25 0,-50 0 15,-24 25-15,-50 49 16,-50-24-16,-24 74 15,-50-25-15,25 25 16,-50 0 31,-25 0-47,1 25 16,24-25-16</inkml:trace>
  <inkml:trace contextRef="#ctx0" brushRef="#br1" timeOffset="-196421.128">30956 11708 0,'0'-25'16,"-25"0"-1,25 0-15,0-24 16,0-1-1,25 50 1,-25-49-16,50 49 16,-1-25-1,-24 25-15,0 25 16,-25 24 0,0 1-16,0 24 15,-25-24-15,25 24 16,-49 1-16,49-1 15,-75-24-15,75-1 16,-49-24-16,49 25 16,24-50 31,26 0-47,0-25 15,-1 0-15,1-25 16,-1 26-16,1-1 15,-25 25-15,0-50 16</inkml:trace>
  <inkml:trace contextRef="#ctx0" brushRef="#br1" timeOffset="-195758.457">31378 11509 0,'0'25'63,"25"25"-63,-25-25 15,0 24-15,0 1 16,0-25-16,0-1 0,0 26 31,0-75 16,0-24-47,0-1 16,0 0-16,0 1 15,25 24-15,-25-25 16,49 50 0,1 25-1,-1 50 1,-49-51-16,0 26 16,0-100 62,0 26-78,0-1 15,0 0-15,50 0 16,-25 25-16,-25-25 16,49 25-16,-24 0 15,25 50 1,-50-25-16,49 0 15,-49-1-15,25 26 16,-25 0-16,0-26 16,25-24-16,-25 25 0</inkml:trace>
  <inkml:trace contextRef="#ctx0" brushRef="#br1" timeOffset="-195183.79">31998 11435 0,'25'-174'31,"-25"125"0,-25 272-31,0-397 32,25 224-32,0 0 15,0-1 1,-25 1-16,25-25 0,0 24 15,50-49 1,-25 0 0,-25-25-1,49 25-15,-49-49 16,0-26 0,0 51-16,0-1 15,0 0 1,0 50 15,0 24-31,0 1 16,50 0-16,-50 24 15,50 0-15,-50 1 0,24-26 16,-24 1-16,0 0 16,0-26-16,0 1 15,-24 25-15,-1-25 16,0 24-16,0-49 15,-24 25-15,24-25 16,0 0 0,0-50-1,25-24 1,0 0-16,0 24 16,0-24-16,50-1 15,-25 26-15,24-1 0,1 0 16,-25 26-1,24-1-15</inkml:trace>
  <inkml:trace contextRef="#ctx0" brushRef="#br1" timeOffset="-194826.969">32569 10939 0,'0'0'0,"0"25"47,0 49-32,0 25-15,-25 50 16,25 0-16,-50 0 16,50-25-16,-49 0 15,49-25-15,0 0 16,0-49-16,0-25 16,0-1-16,0 1 15</inkml:trace>
  <inkml:trace contextRef="#ctx0" brushRef="#br1" timeOffset="-194348.246">32742 11485 0,'0'0'0,"0"-25"31,0 74 16,0-24-47,-25 50 16,25-1-16,0 0 15,0-24-15,0 0 16,0-1-16,0 1 16,0-25-16,50-25 15,-50 24-15,50-24 16,-26 0-16,1 0 16,0-24-16,25-1 15,-50-25-15,49 1 16,-49-1-16,0-24 0,0-1 15,0 26 1,0-26-16,-49 1 16,24 24-16,0 25 0,0 25 15,-24 0 1,24 0-16,25 25 16,-50 25-16,50-1 15,0-24-15</inkml:trace>
  <inkml:trace contextRef="#ctx0" brushRef="#br1" timeOffset="-194134.365">32693 11658 0,'49'0'31,"26"0"-16,-51 50-15,26-1 16,0 1-16,24 0 16,-24 24-16,-1-24 15,-24-1-15,-25-24 16</inkml:trace>
  <inkml:trace contextRef="#ctx0" brushRef="#br1" timeOffset="-181904.929">24135 372 0,'0'0'0,"0"-25"16,0 50 47,0 0-63,0 24 15,0 1-15,0-25 16,0 25-16,0-1 15,0 1-15,0-25 0,0-1 16,0 1 0,0 25-16,0-25 0,0-1 15,25-24-15,-25 50 16,0 0 0,25-50-16,-25 24 15,24-24 1,-24 25-1,25-25 1,25 0 0,-25 0-1,-25-25 1,24 25-16,-24-24 16,25 24-16,-25-25 0,25-25 15,25 1 1,-50 24-1,0-25-15,24 25 16,-24 1-16,0-26 16,0 0-16,0 1 15,0-1-15,0 25 16,0 0-16,0-49 16,0 24-1,0 26 1,-24 24-1</inkml:trace>
  <inkml:trace contextRef="#ctx0" brushRef="#br1" timeOffset="-181282.262">24879 719 0,'75'0'63,"-51"0"-63,1-24 15,25 24-15,-25 0 16,-1 0-16,26 0 16</inkml:trace>
  <inkml:trace contextRef="#ctx0" brushRef="#br1" timeOffset="-181037.398">24879 943 0,'75'0'47,"-51"0"-31,26 0-16,0 0 15,-1 0-15,1-25 16,-25 25-16,24-50 16</inkml:trace>
  <inkml:trace contextRef="#ctx0" brushRef="#br1" timeOffset="-176327.317">25673 446 0,'0'25'78,"0"50"-62,0-50-16,25 24 16,-25-24-16,0 0 15,0 0-15,0-1 16,0 1-16,0 0 15,0 25 1,0-1 0,0-24-1,0-75 79,0-24-78,0 49-16,0 0 15,0-24-15,49 24 16,-49 0-16,50 25 16,-50-49-16,49 49 15,1-25 1,0 25-16,-1 0 15,-24 49 1,-25-24-16,0 0 16,0 25-1,0-1 1,0-24 0,-25-25 30,25-25-30,0 0 0,0 1-16,0-1 0,0 0 15,0 0 1,50-49-16,24 74 16,-24 0-1,-25 0-15,0 0 16,-1 25-1,-24-1-15,0 1 16,0 0-16,0 0 16,0 24-16,0-24 15,0 0-15,0 0 16,0 0 0,-24-25-1</inkml:trace>
  <inkml:trace contextRef="#ctx0" brushRef="#br1" timeOffset="-175902.539">26343 248 0,'0'-25'31,"24"25"-15,-24 25 46,0 0-62,0 0 16,0-1-16,0 1 0,0 0 15,0 0 1,0 49-16,0-49 16</inkml:trace>
  <inkml:trace contextRef="#ctx0" brushRef="#br1" timeOffset="-175095.969">26739 422 0,'0'0'16,"0"-75"-1,-49 75 48,49 25-63,-50 25 16,50-1-16,-49 1 15,49-25-15,0 0 0,0 24 16,24-49 15,1 0-15,25 0-1,-1-74 1,-49 49 0,0-25-1,0 25 1,0 50 31,0 0-32,0 0 1,0 25-16,0-1 16,0 1-16,25-1 0,-25 1 15,0 0-15,0-1 16,0-24-16,0 0 15,0 0-15,0 24 16,0-24-16,0 0 16,0 24-1,-25-24-15,-24 25 16,-1-50 0,25 49-16,1-49 15,-26 0-15,25 0 16,0-24 15,25-26-15,0 25-1,25-49-15,0 24 0,25-24 16,24-1-16,25 1 16,-49 0-16,-25 49 15</inkml:trace>
  <inkml:trace contextRef="#ctx0" brushRef="#br1" timeOffset="-171827.927">27434 719 0,'-25'0'15,"25"-24"1,50 24 46,-1 0-62,-24 0 16,25-50 0,-1 50-16,1 0 0,-25 0 15,0 0-15,-25 25 16</inkml:trace>
  <inkml:trace contextRef="#ctx0" brushRef="#br1" timeOffset="-171559.08">27409 1042 0,'25'0'31,"0"0"-15,0 0-16,24 0 0,-24 0 15,25 0-15,-26 0 16,1 0-16,0 0 15,25 0-15</inkml:trace>
  <inkml:trace contextRef="#ctx0" brushRef="#br1" timeOffset="-170414.468">28327 322 0,'0'0'0,"-25"50"78,0-25-78,25 0 16,-49-1-16,49 26 15,-25-25-15,25 0 16,0 0 0,25-25 77,24 0-93,1 0 16,0 0 0,-26 0-1,1 0 1,0-25 15,-25 0-15,0-25-1,50 1 1,-50 24 0,0 74 31,-25 1-47,25 25 15,0-1-15,0-49 16,0 24-16,0 1 15,0-25-15,0 0 16,0 24 0</inkml:trace>
  <inkml:trace contextRef="#ctx0" brushRef="#br1" timeOffset="-170079.395">28153 992 0,'0'0'0,"25"0"31,0 0-15,25 0-1,-1 0-15,-24 0 16,49-25-16,-49 25 16,25 0-16,-25 0 0,-1 0 15,1 0-15,0 0 16</inkml:trace>
  <inkml:trace contextRef="#ctx0" brushRef="#br1" timeOffset="-169453.709">28377 1240 0,'0'-25'31,"0"-24"-15,0-1-16,49 50 15,-24 0 1,-25 25 0,0 0-16,0 0 15,0-1-15,0 1 16,0 0-16,0 25 15,-50-50-15,50 24 16,-24-24 0,48 0 31,1 0-47,25 0 0,-25 0 15,24 0 1,-49 25-1,0 50 1,-25-51-16,-24-24 16,24 50-16,0-50 15,0 25-15,-24-25 16,24 0-16,-25 0 16,26 0-1,24-25 1,0 0-16</inkml:trace>
  <inkml:trace contextRef="#ctx0" brushRef="#br1" timeOffset="-169109.653">28773 670 0,'0'0'16,"0"25"46,0-1-62,0 26 16,0 0-16,0-1 15,0-24-15,0 25 16,0-26 0</inkml:trace>
  <inkml:trace contextRef="#ctx0" brushRef="#br1" timeOffset="-168870.763">29021 521 0,'-49'50'15,"98"-100"-15,-49 75 16,0 0-1,0 24-15,0 1 16,0-1-16,0-24 16,0 0-16,0 0 15,-49-25-15,49 49 0</inkml:trace>
  <inkml:trace contextRef="#ctx0" brushRef="#br1" timeOffset="-168591.926">28674 571 0,'25'-50'32,"25"25"-17,-26 25-15,26-25 16,-25 25-16,0 0 16,-1 0-16,1 0 0,25 0 15,-25 0-15</inkml:trace>
  <inkml:trace contextRef="#ctx0" brushRef="#br1" timeOffset="-168111.104">29220 521 0,'25'0'31,"0"0"-15,24 0-1,-49 50 1,50-1-16,-50 1 15,0 24-15,0 1 16,0-26-16,0 1 16,0-25-16,0-1 0,-25 1 15,0-25 17,25-49-1,0 24-31,0-50 15,0 1-15,0 0 16,50-26-16,-50 76 16,49-26-16,-24 50 15,-25-50-15,50 50 16,-1-25 0</inkml:trace>
  <inkml:trace contextRef="#ctx0" brushRef="#br1" timeOffset="-167551.428">29741 174 0,'0'0'0,"0"-25"15,0 0 1,25 25-16,-25-25 0,49 25 16,1 0-1,-50 25-15,0 0 16,0 24-16,0 1 15,0 0-15,-25-1 16,25-24-16,-50 0 16,26 24-1,24-73 32,24 24-47,-24-25 0,25 25 16,25 0-1,-1 0 1,-49 49 0,0-24-16,0 0 15,0 0-15,-49 25 16,24-50 0,0 24-16,0-24 15,1 0-15,-26 0 16</inkml:trace>
  <inkml:trace contextRef="#ctx0" brushRef="#br1" timeOffset="-166814.772">30237 571 0,'0'24'78,"0"26"-78,0 24 15,0 1-15,0-26 16,0 1-16,0-25 16,0 24-1,25-24 1,24-25 0,1 0-1,-25-49 1,-25 24-16,0-25 15,0 25-15,0-24 16,0-1-16,-25 1 16,25-1-16,-50 50 15,26-50-15,-26 50 16,50-24 62,50 24-62,-26 0-16,1 0 15,25-25-15,-25 25 16,24 0-16,-24 0 16,0 0-16,24 0 15,-24 0-15,25 0 16</inkml:trace>
  <inkml:trace contextRef="#ctx0" brushRef="#br1" timeOffset="-166514.873">30683 744 0,'50'0'110,"-25"0"-95</inkml:trace>
  <inkml:trace contextRef="#ctx0" brushRef="#br1" timeOffset="-165832.219">31279 521 0,'0'-25'16,"0"0"0,0 0-16,-50 25 15,25 0 1,0 0-16,1 0 15,-1 0-15,25 25 16,-50 25-16,50 0 16,0-1-16,-49 1 15,49-25-15,0-1 16,24 26 0,26-50-1,-25 0-15,-25-25 0,49 25 16,-49-25-1,25 25-15,-25-49 0,0-1 16,25 50-16,-25-25 16,0 50 46,0 25-46,0-1-16,-25 26 15,25-1-15,0 1 16,0-26-16,-25 26 16,25-26-16,0 1 15,-24-25-15,24 24 0,-50-24 16,50 0 0,-25-25-16,25 49 0,-49-49 15,-1 25 1,0-25-1,26 0 1,24-25 0,0-24-1,0-1-15,0 1 16,49-51-16,1 26 16,-1 0-16,51-1 15,-51 50-15,-24 25 0,25-49 16</inkml:trace>
  <inkml:trace contextRef="#ctx0" brushRef="#br1" timeOffset="-164814.02">30708 769 0,'0'25'125,"25"-25"-78,0 0-15,-25-25-17,0 0 1,0 0-1,-25 25 17,-25 25-17,50 25 1,0-1 0,0-24-1,50-25 32,-25 0-31,-25-49-1,0 24 1,0 0 0,-50 25 15,25 0-16,25 25-15</inkml:trace>
  <inkml:trace contextRef="#ctx0" brushRef="#br1" timeOffset="-162527.545">30683 397 0,'0'-25'16,"0"0"15,0 0-16,-24 25 1,-1-49 0,-25 49-16,1-50 15,24 50 1,0 0 0,0 0-1,-24 0 1,-1 0-1,0 0 1,1 0 0,24 50-1,0-25 1,-25-1 0,26-24-1,24 50-15,-25-25 16,25 24-1,-25-24 1,25 0 0,0 0-1,0 25 1,-25-50 0,25 49-16,0 1 15,0-1 1,0 1-1,0-25 1,0 0 0,0-1-1,0 1 1,0 25-16,0-25 16,0-1-1,0 1 1,0 0-1,25 0 1,-25 24 0,25-49-1,-25 25 1,25-25-16,-25 25 16,24-25-16,26 25 15,-25-25 1,-25 25-16,25-25 15,0 0-15,-1 0 32,26 0-17,-25 0 1,0 0 0,-1 0-1,1 0 1,0 0-1,25-25 1,-26 25 0,-24-25-1,25 25 1,-25-25-16,25-24 16,-25 24-1,25 25-15,-25-50 16,49 25-1,-49 1 1,25-1 0,-25-25-1,0 25 1,25 1 0,-25-1-1,0 0 1,0-25 15,0 26-15,0-26-1,0 0-15,0 26 0,0-1 16,0 0 0,-25 25-16,25-50 0,-25 50 15,25-25 1,-49 25-16,24 0 15,-25 0 1,26 0 0</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26:13.894"/>
    </inkml:context>
    <inkml:brush xml:id="br0">
      <inkml:brushProperty name="width" value="0.05292" units="cm"/>
      <inkml:brushProperty name="height" value="0.05292" units="cm"/>
      <inkml:brushProperty name="color" value="#C00000"/>
    </inkml:brush>
  </inkml:definitions>
  <inkml:trace contextRef="#ctx0" brushRef="#br0">2803 2133 0,'-25'0'15,"25"-25"1,-25 25 15,100 0 79,24 0-95,25 0-15,50 0 16,-1-49-16,-24 49 16,0 0-16,-25 0 15,0 0-15,-25 0 16,0-25-16,-24 25 15,-26 0-15,26 0 16,-26 0-16,-24 0 0,0 0 16,0 0-16,24 0 15,-24 0-15,0 0 16,0 0-16,0 0 16,-1 0-16,1 0 15,25 0-15,-25 0 16,24 0-1,1 0 1,0 0 0,-26 0-16,26 0 15,0 0 1,-26 0-16,1 0 0,0 0 16,0 0-16,0 0 15,-1 0-15,26 0 16,-25 0-16,0 0 15,-1-50-15,1 50 16,0 0-16,25 0 16,-26 0-16,1 0 15,0-24-15,0 24 16,24 0-16,-24 0 16,25 0-16,-25 0 15,24 0-15,-24 0 16,0 0-16,0-25 0,-1 25 15,26 0-15,-25 0 16,0 0-16,0 0 16,-1 0-1,1 0-15,0 0 16,25 0-16,-26 0 0,26 0 16,24 0-1,-49 0 1,0 0-16,25 0 15,-26 0-15,1 0 16,0 0-16,0 0 16,0 0-16,24 0 15,-24 0-15,0 0 0,0 0 16,-1 0-16,26 0 16,-25 0-1,0 0-15,-1 0 0,26 0 16,-25 0-16,0 0 15,-1 0-15,26 0 16,0 0-16,-25 0 16,-1 0-16,1 0 15,25 0-15,-25 0 16,-1 0-16,1 0 16,0 0-16,0 0 15</inkml:trace>
  <inkml:trace contextRef="#ctx0" brushRef="#br0" timeOffset="3578.591">13940 819 0,'0'-25'0,"25"25"78,-25 25-62,0 24-16,0 1 15,0-1-15,0 1 16,0-25-16,0 0 16,0 24-16,0-24 15,0 0 17</inkml:trace>
  <inkml:trace contextRef="#ctx0" brushRef="#br0" timeOffset="4181.466">13965 744 0,'0'-25'31,"50"25"47,-50 50-78,49-50 16,-24 74-16,25-49 16,-26 25-16,1-25 15,-25-1-15,50-24 0,-50 75 16,25-75-16,-25 49 16,49-49-16,-49 25 15,25-25-15,-25 25 16,50-25-1,-50-25 32,0-24-31,0-1-16,0 0 16,0-24-16,0 24 15,0 1-15,0-1 0,0 25 16,0 1-1</inkml:trace>
  <inkml:trace contextRef="#ctx0" brushRef="#br0" timeOffset="4631.06">14734 893 0,'25'0'63,"24"0"-48,-24 0 1,50-50-16,-51 50 16,1 0-16,0 0 15,25 0 1,-26 0-1</inkml:trace>
  <inkml:trace contextRef="#ctx0" brushRef="#br0" timeOffset="5009.879">14883 1141 0,'0'0'15,"49"0"48,-24 0-47,0 0-16,0 0 15,0 0-15,-1 0 16,26 0-16,-25 0 15,0 0-15,24 0 16</inkml:trace>
  <inkml:trace contextRef="#ctx0" brushRef="#br0" timeOffset="9640.542">15304 769 0,'25'0'47,"0"0"-15,-25-25-32,50 25 15,-50-25-15,25 1 16,-25-1-1,24 25 1,-24 25 78,0-1-79,0 1-15,0 25 16,25-1-16,-25-24 16,0 25-16,0-25 0,0-1 15,0 1 1,0 25-16,0-25 16</inkml:trace>
  <inkml:trace contextRef="#ctx0" brushRef="#br0" timeOffset="10062.3">15429 1067 0,'-25'0'31,"50"0"63,-1 0-79,1 0-15,0 0 0,25 0 16,-26 0-16,1 0 15,0 0-15,-25-25 16,25 25-16</inkml:trace>
  <inkml:trace contextRef="#ctx0" brushRef="#br0" timeOffset="12863.339">23589 943 0,'0'-25'16,"0"-25"0,0 25-1,25 1 1,25-1 0,-1 25-1,26 0 1,-51 0-16,1 25 15,-25-1-15,50 26 16,-50-25-16,0 24 16,0-24-16,0 0 15,0 0-15,-25 24 16,-25-24 0,50-50 30,0-49-30,0 24-16,0-24 16,25 24-16,-25 1 15,75-1-15,-26 25 16,1-24-16,-25 49 16,0-25-16,24 25 15,-24 0 1</inkml:trace>
  <inkml:trace contextRef="#ctx0" brushRef="#br0" timeOffset="14852.352">25177 1414 0,'0'-25'31,"-25"25"-15,0 0 0,-24-25-1,24 25-15,0 0 0,0 0 16,0 0-16,-24-49 15,24 49-15,0 0 16,0 0-16,0-25 16,-24 25-16,24 0 15,-25 0-15,26 0 16,-26 0-16,25 0 16,0 0-16,1 0 15,-1 0-15,0 0 16,-25 0-16,26 0 15,-1 0-15,-25 0 16,1 0-16,-1 0 16,25 0-1,0 0 1,1 0 0,-26 0-1,50 49 1,-25-49-16,-24 0 15,-1 25 1,25-25 15,0 0 1,-24 25-1,-1-25-16,25 25 1,0-25 15,1 0 1,24 49-17,-25-49-15,-25 25 16,25-25-1,25 25-15,0 0 16,-24-25 0,24 25-16,0-1 15,-25-24 1,25 50-16,0 0 16,0-25-1,0 24-15,0 1 16,0-1-1,0-24-15,49 0 16,1 25 0,0-1-1,-1 1 1,1-25 0,0-25-16,-50 24 0,49-24 15,-49 25-15,25-25 16,25 50-16,-26-50 15,1 0-15,0 0 16,0 25-16,24-25 16,1 0-16,-25 0 15,0 0-15,24 0 16,-24 0-16,0 0 16,24 0-16,-24 0 15,0 0-15,0 0 16,24 0-16,-24 0 15,0 0-15,0 0 0,0 0 16,49 0 0,-49 0-16,0-50 15,24 50 1,1 0-16,-25 0 16,0-25-16,-1 25 15,1 0-15,0 0 16,25-25-16,-26 25 15,51 0 1,-50-49-16,-1 49 16,26 0-1,-50-25-15,74 25 16,-49 0-16,25-25 16,-1 25-1,-49-25-15,25 25 16,0-49-1,-25 24 1,25 25-16,-25-25 16,49 0-1,-49 1 1,25-26 0,-25 25-1,0-24 1,0 24-16,0 0 15,0 0-15,0 0 16,-25 25-16,25-49 0,-49 49 16,24-50-16,0 50 15,-24 0-15,-1-50 16,0 50-16,1 0 16,-1 0-16,1 0 15,-1 0-15,25 0 16,0 0-16</inkml:trace>
  <inkml:trace contextRef="#ctx0" brushRef="#br0" timeOffset="19811.153">29939 843 0,'25'0'93,"25"-49"-77,-1-1 0,1 1-1,-50-26 1,25 50 0,-25-24-1,0 24-15,0-25 16,0 1-1,-25 49 17,-25 0-1,25 0-15,1 0-1,24 24-15,-25 26 16,25-25-16,-50 49 15,50-49 1,0 0-16,0 0 16,0 0-16,0 24 15,0 26 1,0-1 0,25-74-16,-25 50 15,25-1-15,-25-24 16,0 25-1,25-50-15,-25 49 16,0-24 0,-25-25-16,0 50 15,0-50-15,-24 24 16,-1-24-16,0 0 0,1 0 16</inkml:trace>
  <inkml:trace contextRef="#ctx0" brushRef="#br0" timeOffset="21737.533">30212 1339 0,'0'-24'31,"-50"24"16,1 0-16,24 0-31,0 0 0,0 0 16,1 0-16,-1 0 16,-25 0-16,25 49 15,1-49-15,24 25 16,-25-25-16,25 25 16,-25-25-16,25 49 15,-50-49-15,50 25 16,-24-25-16,24 25 15,-25 25 1,25-1 0,-25 1-16,25 0 15,0-1 1,0-24 0,0 0-16,0 0 15,0-1-15,25 26 16,-25-25-16,0 24 15,25-49 1,-25 25-16,49 0 16,-24 0-1,0 24 1,24-24 0,1 0-1,0 25 1,-1-50-1,-49 24-15,75-24 16,-51 0-16,1 0 16,0 25-16,25-25 15,-25 0-15,-1 50 16,1-50-16,0 0 16,0 0-16,24 0 15,1 25-15,0-25 16,24 0-16,0 0 15,-24 0-15,24 0 16,-24 0-16,24 0 0,1 0 16,-1 0-1,1-25-15,-1 25 0,-24 0 16,24 0 0,1 0-16,-1-25 0,-49 25 15,24 0 1,-24 0-16,25-25 0,-1 25 15,1 0-15,0-49 16,-1 49-16,1-25 16,-25 25-16,-1-25 15,1 25-15,0-50 16,25 50-16,-50-24 16,49 24-16,-49-25 0,25 25 15,-25-25 1,50 25-16,-50-50 15,24 50-15,-24-49 0,25-1 16,-25 25 0,0 1-16,0-1 15,0 0-15,0-25 16,0 26-16,0-1 16,0-25-16,0 25 15,0 0-15,0 1 16,-25-26-16,25 25 15,-49 0-15,24 25 16,0-49-16,-24 49 16,24-25-16,0 25 0,-25 0 15,1-50-15,-26 50 16,26 0-16,-1 0 16,-24 0-16,-1 0 15,26 0-15,-1 0 16,1 0-16,24 0 15,-25 0-15,1 0 16,-1 0-16,-25 25 16,1-25-16,24 0 15,-24 0-15,0 25 16,-1-25-16,26 50 16,-1-50-16,0 0 0,26 24 15,-1-24-15,-25 25 16,1-25-1</inkml:trace>
  <inkml:trace contextRef="#ctx0" brushRef="#br0" timeOffset="25767.386">1612 2902 0,'75'0'94,"-26"25"-78,1-25-16,24 0 15,1 50 1,-1-50-16,-24 0 16,49 0-16,0 24 0,0-24 15,-49 0-15,24 0 16,1 0-16,-1 50 15,-24-50-15,24 0 16,1 0-16,-26 0 16,1 0-16,24 0 15,26 0-15,-51 0 16,26-25-16,-26 25 16,1 0-16,-1-25 15,1 25-15,0 0 16,-26-24-16,1 24 0,0 0 15,25 0 1,-26-50-16,1 50 0,0 0 16,-25-25-1,50 25-15,-25 0 16,-25-25-16,49 25 16,-24 0-16,-25-24 15,50 24-15,-1-25 16,-24 25-1,25-50 1,-1 50 0,-24 0-1,0 0 17,-25-25-17,25 25-15,-1 0 16,1 0-1,-25-24 1,25 24-16,25 0 16,-50-25-1,49 25-15,-24 0 32,-25-25-17,25-25 1,-25 25-1,25 25-15,-25-49 16,24 49-16,-24-25 16,0 0-1,0 0 1,0-24 0,0-1-1,0 25-15,0 1 16,0-26-1,0 25 1,0 0-16,-24 25 16,24-49-1,-50 49-15,50-25 0,-50 25 16,1-25 0,-1 25-1,25-25-15,1 25 16,-26 0-16,0 0 15,-24-49-15,-25 49 16,49 0-16,1 0 16,-1 0-16,25 0 15,-25 0-15,1 0 16,24-25-16,-25 25 16,26 0-16,-1 0 15,0 0-15,-25 0 16,1 0-16,-26 0 0,26 0 15,-26 0-15,1-50 16,24 50-16,1 0 16,-1 0-16,1-24 15,-1 24-15,0 0 16,26 0-16,-26 0 16,0-25-16,1 25 15,-1 0-15,0 0 16,26 0-16,-26-50 15,25 50-15,0 0 0,-24-25 32,24 25-32,0 0 0,0 0 15,-24 0 1,24 0 0,-25 0-16,26 0 0,-1 0 15,-25 0 1,25 0-16,1 0 15,-51 0 1,26 0-16,24 0 16,0 0-16,-25 50 15,1-50-15,-1 25 16,25-25-16,-24 25 16,24-25-16,0 0 15,25 49-15,-50-49 0,1 25 31,24-25-31,0 25 0,-24 24 32,24-49-32,-25 50 0,50-25 15,-49-25-15,49 49 16,0-24-16,-25-25 16,25 50-16,0-1 15,-25 1-15,25 0 16,0-26-16,0 1 15,0 25-15,0-1 16,0 1-16,0 0 16,0-25-16,25 49 15,-25-49-15,49 24 0,-49-24 16,75 0 0,-50 25-16,-1-26 0,26 1 15,-25 25-15,24-50 16,1 25-16,24-25 15,-24 0-15,25 0 16,-1 24-16,-24-24 16,-1 0-16</inkml:trace>
  <inkml:trace contextRef="#ctx0" brushRef="#br0" timeOffset="26883.939">6896 3051 0,'0'0'15,"0"-25"1,25 25 15,24 0-15,26 0-16,-1 0 16,100 0-16,-1 0 15,1 0-15,24 0 16,1 0-16,-50 0 15,-25 0-15,-50 0 16,0 0-16,-24 0 16,-25 0-16,0 0 15,-25 25 17,-25-25 46</inkml:trace>
  <inkml:trace contextRef="#ctx0" brushRef="#br0" timeOffset="30131.979">7590 3150 0,'0'50'62,"0"-1"-46,25-24-16,-25 0 0,50 0 15,-26-25-15,1 49 16,0-49-16,25 0 16,-1-24-16,50-26 15,26-49-15,23-50 16,51-25-16,-26 26 15,1-1-15,-75 49 16,-24 51-16,-51-1 16</inkml:trace>
  <inkml:trace contextRef="#ctx0" brushRef="#br0" timeOffset="33247.107">893 8483 0,'0'-25'0,"0"50"0,0-99 16,0 49 0,0 50 46,0 24-46,0 51-16,0 24 15,0-50-15,-25 50 16,25-74-16,0-1 0,-49-24 16,98-50 46,1 25-46,-1 0-1,1 0 1,0 25 0,-26-25-16,1 25 15,0-25-15,0 0 16,0 0-16,24 0 0,1 0 16,-25 0 15,-25-50-31,0-24 15,0 49 1,0 0-16,0 50 63,-50 25-63,50-1 15,0-24-15,0 0 16,0 0-16,0 0 0,50-25 15,-1 0 1,-24 0 0,25-50 15,-50 0-31,0 25 16,0 1-16,-25-26 15,25 25-15,-25 25 16</inkml:trace>
  <inkml:trace contextRef="#ctx0" brushRef="#br0" timeOffset="34309.621">1761 9004 0,'0'-25'15,"-49"25"32,24 50-47,-25 0 16,50-1-1,-50 1-15,50-1 0,0-24 16,0 0 0,25-25-1,0 0 1,50 0-16,-26-50 15,-49 26 1,0-26-16,25 25 16,-25 0-16,0-24 15,0 123 48,0-24-63,0-1 0,0 26 15,0-1 1,0 1-16,0-1 0,0 0 16,0-24-16,0 0 15,0-26-15,0 1 16,0 25-16,-25-25 16,25-1-16,-74 26 15,24-25 1,25-25-1,-24-25 1,24-49 0,25 24-16,0 25 0,0 0 15,0 1-15,0-26 16,0 25-16,49 0 16,-24-24-16,0-1 15,25 1-15,-1-1 16,26 0-16,-26 1 15,-24-1-15,0 25 16,-25 1-16,25-1 16,-25-25-1,0 1 1,49 49-16,-49-25 16,0 50 30,0-1-46,0 26 16,0 0-16,0-1 16,0-24-16,0 0 15,0 24 1</inkml:trace>
  <inkml:trace contextRef="#ctx0" brushRef="#br0" timeOffset="34515.501">2009 8880 0,'25'0'47</inkml:trace>
  <inkml:trace contextRef="#ctx0" brushRef="#br0" timeOffset="34812.331">2381 9079 0,'0'-25'15,"-25"25"1,-49 25 0,49-25-16,-24 49 15,49-24-15,-25 0 16,25 0-16,0 24 15,0 50 1,0-74-16,25-25 16,-25 50-16,49-50 0,-24 0 15,0 0-15,0 0 16,24 0-16,-24 0 16</inkml:trace>
  <inkml:trace contextRef="#ctx0" brushRef="#br0" timeOffset="35010.221">2704 8905 0,'0'25'78</inkml:trace>
  <inkml:trace contextRef="#ctx0" brushRef="#br0" timeOffset="35214.127">2778 9426 0</inkml:trace>
  <inkml:trace contextRef="#ctx0" brushRef="#br0" timeOffset="35446.018">2902 9203 0,'0'-25'16,"50"25"15,-1-25-15,-24 25-16,0 0 16,25 0-16</inkml:trace>
  <inkml:trace contextRef="#ctx0" brushRef="#br0" timeOffset="39660.236">4837 8533 0,'0'0'0,"0"-50"0,0 25 31,0 1-15,-50 24-16,1 0 16,24 0-1,0 0-15,-25 74 16,50-49-16,-24 24 16,24 1-16,0 0 0,0-1 15,0-24 1,0 0-16,24-25 0,-24 49 15,50-49 1,0 0-16,-26 0 16,1 0-1,-25-24 17,0-1-17,0-25 16,-25 50-31,25 25 16,-49 0-16,49 0 16,-25 24-16,25 1 15,0 24-15,0-24 0,0 0 16,0-26 0,0 26-16,0-25 0,0 0 15,50-25 1,-26 0-16,1 0 15,0 0-15,25 0 16,-25 0-16,-1-50 16,1 50-16,-25-50 15,25 50-15</inkml:trace>
  <inkml:trace contextRef="#ctx0" brushRef="#br0" timeOffset="40295.016">4589 8235 0,'-25'-49'32,"0"49"-32,-24 0 15,24 0 1,0 0 15,75 0 32,24 0-48,0 0-15,26 0 16,-26-25-16,1 25 15,-26 0-15,-24 0 16,0 0 0</inkml:trace>
  <inkml:trace contextRef="#ctx0" brushRef="#br0" timeOffset="40498.923">4911 8037 0,'50'0'47,"-50"25"-47,25 24 15,-25-24-15,0 25 0,0-1 16,-25 1-1,0-1-15,-24 1 0,24 0 16</inkml:trace>
  <inkml:trace contextRef="#ctx0" brushRef="#br0" timeOffset="41442.448">5879 8731 0,'0'0'0,"0"-25"15,0 1 17,-25 24-1,-25 0-15,25 24-16,1 1 15,24 25-15,-25-50 16,25 25-16,0 24 15,0-24 1,49-25 0,-24 25-16,0-25 15,0 0-15,-25 49 16,50-24 0,-50 25-1,0-25 1,-50-25-16,0 25 15,25-25-15,1 0 16,-1 0-16,0 0 16,-25 0-1,26 0 1,24-25 0</inkml:trace>
  <inkml:trace contextRef="#ctx0" brushRef="#br0" timeOffset="42008.201">6102 8781 0,'0'0'31,"0"25"-15,0 24-1,0 1-15,-50-25 16,50-1-16,0 1 16,0 25-1,50-50 1,-25 0-1,0 0 1,-25-50 0,0 25-16,0 1 15,24-26-15,-24 25 16,0 75 15,0-25-31,0-1 16,0 26-1,0-25-15,50-25 32,-25 0-32,24 0 15,-49-50 1,25 1 0,-25-1-16,0 25 15,0 0-15,0 1 16,0-1-1</inkml:trace>
  <inkml:trace contextRef="#ctx0" brushRef="#br0" timeOffset="42184.096">6474 8806 0,'0'24'31,"0"26"-31,0-25 16,0 24-1,0-24 1</inkml:trace>
  <inkml:trace contextRef="#ctx0" brushRef="#br0" timeOffset="42359.993">6449 8632 0,'0'0'0,"0"-50"0,0 100 47,0-25-32</inkml:trace>
  <inkml:trace contextRef="#ctx0" brushRef="#br0" timeOffset="42681.832">6796 8508 0,'0'-25'15,"0"50"32,50 49-31,-50 50-16,0 0 15,0-24-15,0-51 16,0 26-16,0-26 16,0-24-16,0 25 15</inkml:trace>
  <inkml:trace contextRef="#ctx0" brushRef="#br0" timeOffset="42894.304">6747 8954 0,'0'-49'31,"25"49"-15,-1 0-16,26 0 15,-25 0-15,25 0 16,-1 0-16,-24 0 16</inkml:trace>
  <inkml:trace contextRef="#ctx0" brushRef="#br0" timeOffset="43480.966">7317 8806 0,'0'0'0,"-24"0"32,-26 0-17,0 24 1,26-24-16,24 50 16,-50 0-16,50-26 15,0 1-15,0 0 0,0 0 16,0 25-16,0-26 31,25-24-31,24 0 0,-24 0 16,25 0-16,-25-24 15,-1-1-15,26-25 16,-25 25-16,-25 0 16,49-24-16,-49-26 15,0 1-15,0 0 16,25-1-16,-25 26 15,0 24 1,0 74 15,0 1-31,0 49 0,0 0 16,0-49 0,0 0-16,0-1 0,0-24 15,0 0 1,50-25 15,-50-50-15,25 1-16,-25 24 15,49 25-15,-49-25 16,25 25 0,-25 25-1,0 0 1,0 24-16,0-24 15,50 0-15</inkml:trace>
  <inkml:trace contextRef="#ctx0" brushRef="#br0" timeOffset="44258.931">8558 8830 0,'0'0'0,"0"-49"0,0 24 16,-25 25 31,-25 50-32,50-1-15,-25 1 0,25-1 16,0 1-16,0 0 16,0-1-1,0-24 1,25-25-16,50 0 15,-26 0 1,-24-49 0,-25-1-1,0 25 1,0-25-16,0 1 16,0-1-16,-50 25 15,26 1 1</inkml:trace>
  <inkml:trace contextRef="#ctx0" brushRef="#br0" timeOffset="44627.416">8682 8806 0,'24'0'16,"26"0"15,-50 24-31,25 26 16,-25-25-16,0 0 0,0-1 15,0 26 1,0-25 0,0-50 46,0 0-62,0-24 16,25-1-16,-25 25 15,49 25-15,-24-49 16,0 49-16,0 0 16,24 24-16,-49 26 15,25 0-15,-25-1 0,0 1 16,0-25-16,0 0 15,0 24 1</inkml:trace>
  <inkml:trace contextRef="#ctx0" brushRef="#br0" timeOffset="46529.029">9922 9079 0,'0'-25'15,"-50"25"17,1 0-17,49 25 1,-50-1-16,50 26 15,-25 0-15,25-1 0,0-24 16,0 25 0,25-1-16,0-49 15,24 25-15,26-25 0,-1 0 16,1 0 0,24-50-16,0 1 15,-24 24-15,-1-25 0,-49 1 16,-25 24-16,25-25 15,-25 26-15,0-1 16,0 0-16,-25 25 47,25 25-47,-50 24 16,50 1-1,0-25-15,0 0 16,0 24-16,25-49 15,0 0 1,24 0-16,-24 0 16,0 0-16,-25-25 15,50 25-15,-50-24 16,0-26 0,0 25-16,-25-49 15,0 74 1,-25 0-16,26 0 15,-1 0-15,25 25 16,49-25 15</inkml:trace>
  <inkml:trace contextRef="#ctx0" brushRef="#br0" timeOffset="47490.003">10716 9054 0,'0'0'0,"0"-25"0,49 25 16,-24 0-1,0 0 17,-25 25-32,0 0 15,0-1-15,0 1 16,0 25-16,0-25 16,25-100 46,-25 50-46,24 25-16,-24-49 15,25 49 1,0 0 0,-25 25-16,25 24 15,-25 1-15,49-25 16,-49-1-16,50-24 15,-50 25-15,50-25 16,-26 0-16,26 0 16,-25-25-16,0 1 15,24-1-15,-24-25 16,-25 1 0,25-1-16,-25 25 0,0 0 15,0 0 1,-25 50 15,-24 25-15,24 0-16,25-1 15,-25-24-15,25 0 16,0 0-16,0 24 16,50-49-1,-1-25 1,-24 1-1,0-1 1,24-25-16,-49 1 16,50-1-16,-50-25 0,0-24 15,0 25-15,0-25 16,0 24-16,0 26 16,0-1-16,0 124 46,-50-24-30,50 49-16,0 25 16,0 0-16,0-24 0,0-51 15,25 1 1,-25-25-16,50-25 0,-25 0 16,-1 0-16,26 0 15,-25 0-15,0-25 16,-1 0-16,-24 0 15,50 0-15,-50 1 16,50 24 0,-50-50-16,0 75 31,0 0-31,0 24 16,0-24-16,0 0 15,0 0-15</inkml:trace>
  <inkml:trace contextRef="#ctx0" brushRef="#br0" timeOffset="47629.924">11683 8706 0,'0'0'0,"-25"0"0</inkml:trace>
  <inkml:trace contextRef="#ctx0" brushRef="#br0" timeOffset="47863.417">11931 8607 0,'0'25'32,"0"25"-17,25-1-15,-25 26 16,0-1-16,0 25 16,0-24-16,0-26 15,0 1-15,0-25 0,0 24 16,0-24-1</inkml:trace>
  <inkml:trace contextRef="#ctx0" brushRef="#br0" timeOffset="48153.248">11881 9029 0,'25'-25'15,"50"-49"1,-51 74 0,26-50-16,0 50 0,-26 0 15,1 0-15,25 0 16,-25 25 0,-25 0-1,0 24-15,0 1 16,0 0-16,0-26 15,0 26-15,0 0 16,0-26 0</inkml:trace>
  <inkml:trace contextRef="#ctx0" brushRef="#br0" timeOffset="48311.157">12204 8781 0,'0'-50'31,"25"50"-15,0 25 0</inkml:trace>
  <inkml:trace contextRef="#ctx0" brushRef="#br0" timeOffset="48777.943">12551 8930 0,'0'0'15,"0"49"-15,0 1 16,0-25 0,-25-25-16,25 25 15,-24-25-15,-26 0 16,50-25 31,0-25-47,0 0 15,0 1-15,0 24 16,50 25-16,-26-25 0,1 25 16,0 0-1,25 0-15,-50 25 16,49 25-16,-49-26 0,0 1 15,0 0 1,25-25 15,0-25-15,-25 0-16,49-24 16,-49-1-16,50 1 15,-25 49 1,0 0-1,-25 24-15,24 26 16,-24 0-16,0-1 0,0-24 16,0 0-16</inkml:trace>
  <inkml:trace contextRef="#ctx0" brushRef="#br0" timeOffset="50946.274">5879 10368 0,'0'-24'0,"0"73"93,0-24-93,0 25 16,0-1 0,0 1-16,0-25 0,0-1 15,0 1-15,0 0 16,0 0-16,49-25 15,-49 49-15,50-49 16,0 0 0,-26 0-1,1 0 1,-25-24-16,50-1 0,-50 0 16,49 0-1,-49-24-15,25 24 0,-25-25 16,0 1-16,0-1 15,0 0-15,0-24 16,0 24-16,0 1 16,0 24-1,0 0-15,-49 25 32,49 25-32</inkml:trace>
  <inkml:trace contextRef="#ctx0" brushRef="#br0" timeOffset="51422.079">6276 10517 0,'0'-49'15,"0"24"48</inkml:trace>
  <inkml:trace contextRef="#ctx0" brushRef="#br0" timeOffset="52165.888">6921 10542 0,'-25'0'0,"25"-25"31,-25 25-31,75 0 78,24-49-62,-24 49-16,24 0 15,0 0-15,-24 0 0,0 0 16,-26 0 0</inkml:trace>
  <inkml:trace contextRef="#ctx0" brushRef="#br0" timeOffset="52423.561">7119 10269 0,'0'0'0,"0"25"47,0 0-47,0 0 15,0 24 1,0 1-16,0-1 0,25 1 16,-25 0-16,0-1 15,25 1-15,-25-25 16</inkml:trace>
  <inkml:trace contextRef="#ctx0" brushRef="#br0" timeOffset="53029.305">8037 10120 0,'0'0'15,"0"-49"1,0 24 15,-25 25 0,0 0-31,-25 0 16,1 0-16,-1 25 16,1-25-16,24 0 15,0 0 1,25 49 93,25 1-93,-25 0 0,49-1-16,-49 1 0,0 24 15,0-24-15,25 24 16,-25-24-16,0-1 15,0 1-15,0-25 16,0 0-16,0-1 16</inkml:trace>
  <inkml:trace contextRef="#ctx0" brushRef="#br0" timeOffset="53261.196">7838 10542 0,'0'0'0,"25"-25"16,25 25-1,-1-25 1,-24 25-16,0 0 15,0 0-15,0 0 16,-1 0 0</inkml:trace>
  <inkml:trace contextRef="#ctx0" brushRef="#br0" timeOffset="53691.968">8260 10790 0,'25'-25'47,"24"-24"-16,1-1-31,-25 0 16,-25 1 0,0-1-1,-50 50 17,1 0-17,24 25-15,-25 25 16,50-1-16,-49 26 15,49-26-15,0 1 0,0-1 16,0-24 0,0 0-16,0 25 0,49-50 15,1 24 1,-25-24-16,24 0 0,1 0 16,-1 0-16</inkml:trace>
  <inkml:trace contextRef="#ctx0" brushRef="#br0" timeOffset="55149.116">9649 10468 0,'-25'0'15,"0"0"17,25-25-1,25 25-15,25 0-1,-1-50-15,26 50 16,-26 0-16,1-25 15,0 25-15,-1 0 16,-24 0 0</inkml:trace>
  <inkml:trace contextRef="#ctx0" brushRef="#br0" timeOffset="55434.957">9723 10691 0,'0'25'31,"25"-25"0,0 0-31,25-25 16,-1 25-16,1 0 16,-1-50-16,-24 50 15,25 0-15,-25 0 16,24 0 0</inkml:trace>
  <inkml:trace contextRef="#ctx0" brushRef="#br0" timeOffset="56197.122">10641 10170 0,'0'0'0,"0"25"62,0 24-62,0 26 16,0-26-16,0 26 0,0-1 16,0-24-16,0-1 15,25 1-15,-25-25 16,0 0 0,50-25 15,-50-25-31,24 0 15,-24 0-15,25-24 16,-25-1-16,50-24 16,-50 24-16,25 25 15,24 25 17,-49 25-32,0 25 15,50-26-15,-50 26 16,49-25-16,-24-25 15,-25 49-15,50-49 16,-25 25 0,-1-25-1,-24-49 17,50 24-32,-50-25 0,0 1 15,0-26 1,0 26-16,0-26 0,0 26 15,0 24-15,0 0 16,0 0 0,0 75 31</inkml:trace>
  <inkml:trace contextRef="#ctx0" brushRef="#br0" timeOffset="56511.967">11534 10492 0,'25'0'31,"25"0"-15,-1 0-16,1 0 16,-1-24-16,-24 24 15,25 0-15,-1-50 16,1 50-16,-25 0 15,0 0 1</inkml:trace>
  <inkml:trace contextRef="#ctx0" brushRef="#br0" timeOffset="56774.817">11733 10244 0,'0'25'32,"0"25"-32,0 24 15,0-24-15,0 24 16,24 1-16,-24-26 15,0 1-15,0 24 16,0-24-16,25-25 16,-25-1-16</inkml:trace>
  <inkml:trace contextRef="#ctx0" brushRef="#br0" timeOffset="57438.126">12799 10046 0,'0'-25'15,"-25"25"48,-24 0-48,24 0 1,-25 25-16,26-25 16,-1 0-16,-25 0 15,25 0 1,25 25 125,0 24-126,0 1-15,0 0 16,0 24-16,0 0 15,0-24-15,0 0 16,50-1-16,-50-24 16,0 0-16,0 0 15,0-1-15,0 26 16</inkml:trace>
  <inkml:trace contextRef="#ctx0" brushRef="#br0" timeOffset="57689.978">12576 10468 0,'0'-50'16,"0"25"-1,50 25-15,-26 0 16,1 0-16,0 0 16,0 0-16,0 0 15,24 0-15,-24 0 16</inkml:trace>
  <inkml:trace contextRef="#ctx0" brushRef="#br0" timeOffset="58148.274">12923 10567 0,'0'-25'15,"0"50"32,25 0-31,-25-1-16,50 26 16,-50 0-16,24-1 15,-24 1-15,0-25 16,25-1-16,-25 1 15,25-25 17,25-25-17,-50 1 1,49-26-16,-49 0 16,50-24-16,-50 0 15,50 24-15,-50 25 16,0 0-16,0 1 15</inkml:trace>
  <inkml:trace contextRef="#ctx0" brushRef="#br0" timeOffset="59693.589">6524 10071 0,'-25'25'62,"-25"24"-46,1 1-16,-26-1 15,1 26-15,-25 24 16,-50 0-16,50 0 16,-26-24-16,26 24 15,25-49-15,24-26 16,1 26-1,49 0 17</inkml:trace>
  <inkml:trace contextRef="#ctx0" brushRef="#br0" timeOffset="60176.342">5383 10864 0,'0'0'0,"-25"0"62,25 25-62,-25 25 16,25-25-16,-25-1 16,0 26-1,25-25-15,0 0 47,25-25-31,25 0-1,-1 0-15,26 0 16,-1 0-16,1 0 16,-26 0-16,1 0 15,-25 0 1</inkml:trace>
  <inkml:trace contextRef="#ctx0" brushRef="#br0" timeOffset="60687.422">5755 11385 0,'0'-24'0,"-25"24"31,0 74 0,0-24-31,25-26 0,0 1 16,0 0-16,0 0 16,0 24-1,25-49-15,-25 50 16,25-50-16,24 0 16,1-25-1,0-24 1,-50-1-1,0 0 1,0 26-16,0-1 16,0-25-16,-50 50 15,50-25-15,-50 25 16,26 0 0</inkml:trace>
  <inkml:trace contextRef="#ctx0" brushRef="#br0" timeOffset="63043.792">13221 9847 0,'0'0'0,"-50"50"47,25 0-47,-49 24 16,0 50-16,-26 0 15,26 25-15,-25-25 16,-25 50-16,25-50 16,-25 24-16,49-73 15,26-26-15,24-24 16,25 0-16,-50-25 15,50 50-15</inkml:trace>
  <inkml:trace contextRef="#ctx0" brushRef="#br0" timeOffset="63510.528">12179 11088 0,'-50'24'78,"50"1"-62,-24 25-16,24-25 16,0 0-16,-25-1 15,25 26-15,0-25 32,25-25-1,24 0-31,1 0 15,24 0-15,-24 0 16,24 0-16,1 0 16</inkml:trace>
  <inkml:trace contextRef="#ctx0" brushRef="#br0" timeOffset="64129.083">12502 11534 0,'0'-49'16,"-25"49"15,0 24-16,-25 51 1,50-26-16,-24 1 16,24 0-16,0-26 15,0 26-15,0-25 16,0 24 0,49-49-16,-24 0 15,0 50-15,0-50 0,24 0 16,-24 0-1,25-25-15,-26 0 32,-24-24-32,25 24 15,-25 0-15,0 0 16,0-24-16,-25-1 16,1 1-16,-1-1 15,25 25-15,-50 25 16,50-25-16,-25 25 15,-24 0 1,-26 50-16</inkml:trace>
  <inkml:trace contextRef="#ctx0" brushRef="#br0" timeOffset="68408.393">13047 11733 0,'-25'0'16,"25"24"30,25-24 33,-50 0 14</inkml:trace>
  <inkml:trace contextRef="#ctx0" brushRef="#br0" timeOffset="68615.305">13047 12005 0,'0'50'31,"0"0"-31,-25-1 16,25 1-1,-49 0-15,24-1 0,0 1 16,25-25-16,-49-25 15,49 24-15</inkml:trace>
  <inkml:trace contextRef="#ctx0" brushRef="#br0" timeOffset="69428.986">13965 11460 0,'-25'0'31,"-24"0"-15,-1 25-16,0-25 16,1 24-16,-1-24 15,25 0-15,-24 25 16,-1-25 0,75 50 124,-25-25-140,0 24 16,0 1-16,0-1 15,0 26-15,0 24 16,0-49-16,0-1 16,0-24-16,0 0 15</inkml:trace>
  <inkml:trace contextRef="#ctx0" brushRef="#br0" timeOffset="69651.185">13593 11981 0,'25'-50'16,"0"50"-1,-25-25-15,74 25 16,-49 0 0,0 0-16,-1 0 15</inkml:trace>
  <inkml:trace contextRef="#ctx0" brushRef="#br0" timeOffset="70080.938">13866 12129 0,'25'0'62,"-25"50"-62,0-25 16,24 25-1,-24-1-15,25 1 0,-25-25 16,50 24 0,-25-49 30,-1-49-30,-24-1-16,50 0 16,-50 1-16,25-1 15,-25 0-15,25 26 16,-25-1-16,24 25 16,-24-25-16</inkml:trace>
  <inkml:trace contextRef="#ctx0" brushRef="#br0" timeOffset="70683.264">14684 11658 0,'0'0'0,"0"-25"0,-24 25 16,73 0 46,26 0-46,-26 0-16,1 0 16,-1 0-16,1 0 15,-25 0-15</inkml:trace>
  <inkml:trace contextRef="#ctx0" brushRef="#br0" timeOffset="70911.129">14759 11881 0,'49'0'46,"-24"0"-30,25 0-16,-1 0 16,1-24-16,-25 24 15,24 0-15,1-25 16</inkml:trace>
  <inkml:trace contextRef="#ctx0" brushRef="#br0" timeOffset="71310.903">15453 11584 0,'0'0'0,"0"-50"32,-24 50-17,-26 0 1,25 25-16,-25 49 15,26-24-15,24 0 0,-50 24 16,50 0 0,0 1-16,0-26 0,0 1 15,0-25-15,0 0 16,25-25 0,-25 49-16,49-49 15,-24 0-15,-25-25 16,25 25-16,-25-24 15,0-26 1,0 25-16,0 0 16,0 1-16,-50-1 15,26-25-15,-1 25 16</inkml:trace>
  <inkml:trace contextRef="#ctx0" brushRef="#br0" timeOffset="71590.558">15726 11757 0,'0'0'15,"0"25"32,0 25-47,0 24 0,-25 1 16,25-26-16,-49 1 16,49-1-1,-25-49-15,25 25 0</inkml:trace>
  <inkml:trace contextRef="#ctx0" brushRef="#br0" timeOffset="71853.388">15850 11733 0,'0'0'15,"0"24"17,0 1-32,0 25 15,0-1-15,0 1 16,0 24-16,0-49 16,0 0-16,0 25 15</inkml:trace>
  <inkml:trace contextRef="#ctx0" brushRef="#br0" timeOffset="72143.222">15627 11757 0,'0'-24'31,"50"24"-15,-1 0-16,1-25 15,-25 25-15,24 0 16,1 0-16,-25 0 16</inkml:trace>
  <inkml:trace contextRef="#ctx0" brushRef="#br0" timeOffset="72697.953">16173 11857 0,'0'0'0,"0"-50"16,0 25-1,24-24 1,1 49 0,25 0-1,-50 24 1,49 1-16,-49 25 16,25 24-16,-25 25 0,0 1 15,0-51 1,0-24-16,-49 0 0,49 0 15,0-50 32,0 0-47,0-25 16,24-24-16,-24 0 16,50 24-16,-50 25 15,50 25-15,-50-25 16,25 25-16,-1 0 15,1 25 1,-25 25 0,50-1-16,-50 26 0,0-1 15,0-24-15,0 0 16,0-26 0,-25 1-16,25 0 15,-25-25-15</inkml:trace>
  <inkml:trace contextRef="#ctx0" brushRef="#br0" timeOffset="73423.002">16644 11906 0,'0'-25'31,"50"-24"-31,-1 49 16,1-25 0,-25 25-16,-1 0 15,1 25-15,-25 0 0,50 24 16,-50 1-1,0-1-15,0 1 16,0 0-16,0-1 0,0-24 16,-25 25-1,0-50 1,25-25 15,0-25-15,0-24-16,0 24 15,0 1-15,50-1 16,-25 25-16,24 0 0,-24 25 16,25-49-16,-26 49 15,1 0-15,0 0 16</inkml:trace>
  <inkml:trace contextRef="#ctx0" brushRef="#br0" timeOffset="74077.22">17314 11807 0,'0'-25'31,"0"50"16,0 25-31,0-1-16,0 1 15,0-1-15,0 1 16,0 0-16,0-26 15,24-24-15,-24 50 16,50-50 0,-50 25-16,25-25 15,24 0 1,1-25-16,-25 25 16,-25-50-16,50 26 15,-50-1-15,49-25 16,-49 25-16,25-24 15,-25-1-15,0 25 16,0-24-16,0 24 16,0 0-16,0 0 15,0-24 1,-25 49 15,0 25-31,-24 24 16,49-24-1,0 0 1,0 0-16,0-1 0,0 1 16,25 50-1,-1-26 1,1-24 0,25 0-1</inkml:trace>
  <inkml:trace contextRef="#ctx0" brushRef="#br0" timeOffset="75940.944">17859 11633 0,'0'-49'32,"0"24"15,-24 25-47,24-25 15,-50 25-15,25 0 16,0-25-1,1 25 1,-1 0 0,0 0-1,-25 0 1,26 0 0,-26 0-1,0 0 1,25 0-1,1 0 1,24 25-16,-25-25 16,0 0-1,25 25-15,-25-25 16,-24 50 0,24-26 15,25 1-16,-25 0 1,25 25 0,0-1-1,-50-24 1,50 0 0,0 0-1,0-1 1,0 1-1,0 25 1,0-25 0,0-1-1,0 26 1,25 0 0,-25-1-1,25-49-15,-25 25 0,25-25 16,-25 25-16,25-25 15,-25 25 1,24-25-16,-24 25 0,50-25 16,-25 49-1,0-49 1,-25 25 0,24-25-16,1 0 31,0 0-16,25 0 1,-25 0 0,-1 0-1,1 0 1,0-25 0,0 25-1,-25-25 1,49 25-16,-24-49 15,25-1 1,-25 0 0,-25 26-1,49-1-15,-49 0 16,25-25-16,-25 26 0,0-1 16,25 0-1,-25 0-15,0-24 0,0 24 16,0 0-16,0 0 15,0 0-15,-50-24 16,25 49 0,-24-50-16,24 50 15,0 0-15,0 0 16,-24 0 0,49 25-16</inkml:trace>
  <inkml:trace contextRef="#ctx0" brushRef="#br0" timeOffset="79481.455">4936 13618 0,'-25'0'16,"1"0"0,-1 0-1,-25 25 1,50-1-1,0 1 1,25-25 31,0 0-31,0-25-1,24 1 1,-24 24-16,25-50 15,-26 50-15,26-25 16,0 25 0,-26 0-1,1 0 1,0 0 0,-25 25-1,25 25 1,-25-75 46,0-25-46,74 1 0,-24-1-1,-25 50 1,-25 25-1</inkml:trace>
  <inkml:trace contextRef="#ctx0" brushRef="#br0" timeOffset="79676.351">5606 13767 0,'0'99'31,"0"-74"-31,-25-1 16,25 1-16,-50 25 15,50-25-15,-24-1 16</inkml:trace>
  <inkml:trace contextRef="#ctx0" brushRef="#br0" timeOffset="80694.926">7243 13419 0,'-25'0'16,"25"-49"-16,-25 49 31,1 0-15,-51 49-16,26-24 16,49 0-16,-25 0 15,25 24-15,0 1 16,0 0-16,0-26 15,0 1-15,0 25 16,25-50-16,24 25 16,-24-25-16,0 0 15,24 0-15,1 0 16,-25 0-16,0 0 16,-25-50-16,49 0 15,-49 26-15,0-1 16,0-25-16,0 1 15,0-1-15,0 0 0,0 26 16,-49 24-16,49-25 16,-50 25-16,25 0 15,0 25 1,25 24 0,0-24-16,0 0 15</inkml:trace>
  <inkml:trace contextRef="#ctx0" brushRef="#br0" timeOffset="80905.228">7193 13568 0,'25'50'62,"0"-25"-46,0 24-16,24-24 15,-24 0-15,0 0 16,25 24-16,-26 26 16,1-26-16,0-24 15,-25 0-15</inkml:trace>
  <inkml:trace contextRef="#ctx0" brushRef="#br0" timeOffset="81744.796">8161 13519 0,'0'-25'31,"-25"0"1,-25 25-17,26 0-15,-26 0 16,0 0-16,1 0 16,24 25-16,0-25 15,0 0 1,0 0 15,25 49 78,0-24-93,0 25 0,0-25-16,0-1 15,0 1-15,0 0 16,0 25-16,0-26 0,0 1 16,0 0-16,0 25 15,0-26 1,0 1-1,0 0 17,25-25-32,25 50 31,-25-50-31,-1 0 16,26 0-16,-25-25 15,25 25-15,-1-25 16,1 25-16,-1 0 15,-24-25-15</inkml:trace>
  <inkml:trace contextRef="#ctx0" brushRef="#br0" timeOffset="82131.093">7863 13791 0,'25'0'62,"24"0"-46,-24 0-16,0 0 15,0 0-15,25-24 16,-1 24-16,1 0 0</inkml:trace>
  <inkml:trace contextRef="#ctx0" brushRef="#br0" timeOffset="82456.944">8607 13667 0,'25'0'46,"25"0"-30,-1-24 0,-24 24-1,0 0-15,24 0 16,-24 0-16,0 0 16</inkml:trace>
  <inkml:trace contextRef="#ctx0" brushRef="#br0" timeOffset="82759.468">8632 13816 0,'50'0'62,"-26"0"-62,1 0 16,0 0-16,0 0 15,24 0 1,1 0-16,-25 0 0</inkml:trace>
  <inkml:trace contextRef="#ctx0" brushRef="#br0" timeOffset="83861.994">9525 13568 0,'0'25'78,"0"25"-78,0-1 16,0 1-16,0-1 16,0-24-16,0 0 15,0 25 1,0-100 46,0 25-62,25 0 16,-25-24-16,0-1 16,49 1-16,-49 24 15,25 25-15,-25-25 16,25 25-16,0 0 16,24 0-16,-24 25 15,-25 24-15,50-24 16,-50 0-16,25 0 15,-25 0-15,0 24 16,0 1 0,0-75 31,0 0-47,0 0 15,0 1-15,0-26 16,0 0-16,0 1 15,0 24-15,74 25 16,-49 0-16,24-25 16,1 25-16,-25 0 15,0 25-15,-25 0 16,49 24-16,-49-24 0,0 25 16,0-25-16,0-1 15,0 1-15,0 0 16,0 25-1</inkml:trace>
  <inkml:trace contextRef="#ctx0" brushRef="#br0" timeOffset="84540.669">10468 13543 0,'0'0'0,"0"-24"16,0-26 0,0 25-1,-25 25 17,-25 50-17,50-1-15,-49 1 16,49 0-16,0-26 15,0 1-15,0 0 16,49-25 31,1 0-47,-50-50 16,25 50-16,-25-49 15,0 24-15,0-25 16,0 75 46,0 25-62,0-1 16,0 1-16,49 0 16,-49-1-16,0 26 15,25-1-15,-25 0 16,0-24-16,0 0 15,0-1-15,0-24 0,0 0 16,0 0-16,0-1 16,-25-24-16,0 50 15,1-50-15,24 25 16,-50-25-16,25 0 31,25-99-15,0 49-16,0-24 15,50-1-15,-25 1 16,24-1-16,26 1 16,-1 0-16,-24 49 15,-26 0-15,-24 0 16</inkml:trace>
  <inkml:trace contextRef="#ctx0" brushRef="#br0" timeOffset="86358.39">5383 15230 0,'-25'-50'0,"0"50"16,0 0-1,25 25 1,-25-25-16,25 25 16,-24-25-16,24 25 15,0 0 16,49-25 16,1 0-31,-25-25 0,-1 25-1,1 0 1,0 0-1</inkml:trace>
  <inkml:trace contextRef="#ctx0" brushRef="#br0" timeOffset="86510.288">5705 15304 0,'0'25'15,"0"-50"-15,0 75 0,0-25 0,-50 25 16,50-26-16,-49 1 15,24 0 1,0-25 0</inkml:trace>
  <inkml:trace contextRef="#ctx0" brushRef="#br0" timeOffset="89055.283">19372 3051 0,'0'-25'63,"-49"25"-48,24 0-15,0 0 16,0 0-16,1 0 15,-26 25-15,25-25 0,0 0 16,1 0 0,24 25 140,0 24-140,0 1-1,0 0-15,0-26 16,0 1-16,0 0 15,0 0-15,0 0 16,0 24-16,0-24 16,0 0-16,0 0 15,0-1-15,0 26 16,0 0 0,0-26-1,0 1 1,24-25-1,1 0 1,25 0-16,-25 0 0,49 0 16,-49 0-1,24-25-15,1 25 0,-25-49 16</inkml:trace>
  <inkml:trace contextRef="#ctx0" brushRef="#br0" timeOffset="89567.074">19174 3398 0,'-25'0'47,"50"0"0,25 0-32,-26 0-15,26 0 16,0 0-16,-1 0 16,-24 0-16,25 0 0</inkml:trace>
  <inkml:trace contextRef="#ctx0" brushRef="#br0" timeOffset="89873.897">19769 3398 0,'25'0'47,"0"0"-47,0 0 16,24 0-16,1 0 15,-25 0-15,24 0 16,-24 0-16,25 0 15,-25 0 1</inkml:trace>
  <inkml:trace contextRef="#ctx0" brushRef="#br0" timeOffset="90146.101">19794 3597 0,'25'0'47,"0"0"-31,24 0-16,1 0 15,0 0-15,-1 0 0,1 0 16,-1 0-16,-24 0 16,0 0-16</inkml:trace>
  <inkml:trace contextRef="#ctx0" brushRef="#br0" timeOffset="90623.874">20315 3299 0,'0'0'0,"0"-25"31,0 0-31,0-24 16,25-1 0,-25 25-1,25 25-15,-1 0 16,1 0-1,25 50 1,-50-25 0,0 0-16,0 24 15,0-24-15,0 25 0,0-1 16,0 1-16,-25-1 16,25-24-16,0 0 15,-25 0-15,25 0 16,0 24-1,0 1-15,0-25 16</inkml:trace>
  <inkml:trace contextRef="#ctx0" brushRef="#br0" timeOffset="90780.802">20414 3870 0,'0'24'0</inkml:trace>
  <inkml:trace contextRef="#ctx0" brushRef="#br0" timeOffset="94732.589">7367 15032 0,'-25'0'47,"-24"0"-31,-1 0-1,25 0 1,0 0-1,-24 24-15,49 26 125,0 24-109,0-49 0,0 0-16,0 25 15,0-1-15,0 1 16,0 24-16,0-24 16,0 0-16,0-26 15,0 1-15,0 25 16,0-25-1,0-1 1,25-24 15,24 0-31,-24 0 16,25 0-16,-1 0 16,1-24-16,-1 24 15,-24-25-15,0 25 16,-25-50-1</inkml:trace>
  <inkml:trace contextRef="#ctx0" brushRef="#br0" timeOffset="95055.509">7193 15429 0,'50'0'62,"-25"0"-62,24-25 16,1 25-16,0 0 15,-1 0-15,1-50 16,24 50-16,1 0 16</inkml:trace>
  <inkml:trace contextRef="#ctx0" brushRef="#br0" timeOffset="95305.888">8012 15329 0,'25'0'31,"0"0"-31,-1 0 15,26 0-15,-25 0 16,0 0-16,-1 0 16,1 0-16,25 0 15,-50 25 1</inkml:trace>
  <inkml:trace contextRef="#ctx0" brushRef="#br0" timeOffset="95541.754">7937 15602 0,'25'0'47,"25"0"-32,0 0-15,-26 0 16,26 0-16,0 0 16,-1 0-16,1 0 0,-25-49 15,24 49-15</inkml:trace>
  <inkml:trace contextRef="#ctx0" brushRef="#br0" timeOffset="96314.486">8855 14858 0,'0'-25'31,"0"50"0,25 0-31,-25 24 16,0 1-16,0 0 16,0-1-16,0 1 15,0-25-15,0-1 16,0 26-1,0-75 32,0-24-47,0 24 16,0-25-16,0 1 16,50-1-16,-50 0 15,49 26-15,-24 24 16,0 0-16,0 0 15,0 0-15,-1 0 16,-24 24-16,50 1 16,-50 25-16,0-25 15,0-1-15,0 1 16,0 25-16,0-75 62,0-25-46,0-24-16,0 24 16,0 1-16,0 24 15,25 25-15,-25-25 16,49 25-16,-24 0 16,25 25-1,-50 0-15,25 24 16,-25 1-16,0-25 15,0 24-15,49 1 16,-49 0-16,0-1 16,0-24-1,25-25 1</inkml:trace>
  <inkml:trace contextRef="#ctx0" brushRef="#br0" timeOffset="96954.057">9575 14957 0,'0'-25'16,"0"1"-1,-50 73 32,50-24-47,0 0 16,0 0-16,0-1 15,0 26 1,50-50 15,-50-25-31,49 25 16,-49-49-16,25 49 15,-25-25-15,0-25 0,0 25 16,0-24 0,0 74 15,0-1-15,0 26-16,0 0 15,0 24-15,0 0 16,0-24-16,0 24 15,0 1-15,50-1 16,-50-49-16,0 25 16,0-1-16,0 1 15,0-25-15,0 24 16,0-24-16,-25-25 0,25 50 16,-75-50-1,51 0-15,-26 0 16,25-25-1,25 0-15,-25-24 16,25-26-16,0 26 16,0-1-16,0-24 15,25-1-15,25 25 16,-1 1-16,1 24 16,-25-25-1,0 1-15</inkml:trace>
  <inkml:trace contextRef="#ctx0" brushRef="#br0" timeOffset="97739.739">8830 15677 0,'25'0'31,"25"0"-31,24 0 16,26 0-16,24 0 15,0 0-15,0 0 16,24 0-16,-24 0 16,0-50-16,-24 50 15,-51 0-15,1 0 16,-25 0-16,-50 0 62,0 0-46</inkml:trace>
  <inkml:trace contextRef="#ctx0" brushRef="#br0" timeOffset="98296.448">9277 16024 0,'-25'0'15,"0"0"1,25 25-16,-24-25 16,24 49-16,-50 1 15,50-25-15,0-1 16,0 1-16,0 0 15,0 0-15,25 24 16,0-49 0,-1 0-16,26 0 0,0 0 15,-26 0-15,1-24 16,25-1 0,-25 0-16,-25 0 0,24-24 15,-24 24-15,0 0 16,0 0-16,0-24 15,-49 24-15,24-25 16,-25 50 0,1 0-1,49 25-15,-25-25 16</inkml:trace>
  <inkml:trace contextRef="#ctx0" brushRef="#br0" timeOffset="98500.353">9252 16173 0,'0'49'47,"25"-24"-31,25 0-16,-1 24 15,1-24-15,24-25 16,-24 50-16,-1-50 15,1 25-15,0-25 16</inkml:trace>
  <inkml:trace contextRef="#ctx0" brushRef="#br0" timeOffset="100106.09">11981 15652 0,'24'0'62,"1"0"-62,25 0 16,24 49-16,1-49 15,-1 0-15,25 25 16,25-25-16,50 0 16,24 0-16,1 0 15,24 0-15,50 0 16,0-25-16,24 25 0,1-74 16,0 74-1,-25-74-15,-25 74 0,25-75 16,-50 75-16,0-74 15,-25 74-15,26-50 16,-51 0-16,-24 50 16,0-74-16,-25 74 15,-25-74-15,0 74 16,-24-75-16,-26 50 16,1 1-16,-25-26 15,0 25-15,24 0 16,1-74-1,-50 50-15,50-1 16,-50 0-16,49 1 16,-49-1-16,50 1 15,-50-26-15,49 1 0,1-1 16,-25-24-16,49 0 16,-49 24-16,25 1 15,-26 0-15,26-26 16,-25 1-16,24 25 15,-24-1-15,25 1 16,-1-25-16,-24 0 16,25-1-16,-1-49 15,1 25-15,24 0 16,-74 0-16,75 0 16,-75 0-16,25-24 0,-25-1 15,49 25 1,-49 0-16,0 0 0,50 0 15,-50-25 1,0 0-16,0 0 0,0 0 16,0 0-16,0-24 15,-25-26-15,25 51 16,-74-1-16,74 0 16,-75 25-16,50-25 15,-24 25-15,-1 0 16,25 0-16,-24 25 15,-1 0-15,25-1 0,-24-24 16,-1 25-16,25 25 16,-24-1-16,-1 26 15,25-1 1,-49-49-16,74 49 16,-50 1-16,50-1 15,0 0-15,-24 1 16,24 24-16,0 0 15,0 0 1,0 1 0,0-1 15,0-25-15,0 25 15,24 1 0,26 24-15,-25 0-1,24-25-15,26 25 16,24 0-16,0 0 16,75-50-16,-25 50 15,-25 0-15,-25-50 16,-25 50-16,26 0 15,-26 0-15,-24-24 16,-26 24-16,1 0 16,0 0-1,-25-25 32,-25-25-16</inkml:trace>
  <inkml:trace contextRef="#ctx0" brushRef="#br0" timeOffset="100529.846">19075 7739 0,'0'25'62,"25"-25"-46,-1 25-16,26-25 16,0 24-16,-26-24 15,26 50-15,-50-25 16,25 24-16,-25-24 15,0 25-15,-50 0 16,-24-1-16,-1 1 16,-49-25-16,50-25 15,-75 74-15</inkml:trace>
  <inkml:trace contextRef="#ctx0" brushRef="#br0" timeOffset="103873.077">20439 4936 0,'0'-25'16,"-50"25"-1,50-49 157,0 24-140,-24 25 46,-1 0-63,-50 0 1,51 0 0,-1 0-16,0 0 15,0 0-15,0 0 16,-24 0-1,24 0 32,25 74 63,0 1-95,0-50-15,0-1 0,0 1 16,0 25 0,0-1-16,0 1 15,0-25-15,0 0 0,0 24 16,0-24-16,0 25 15,0-26 1,0 1 0,50 0 15,-26-25-15,1 0-16,0 0 15,0 0-15,24 0 16,1 0-16,0-25 15,-1 25-15,-24 0 0</inkml:trace>
  <inkml:trace contextRef="#ctx0" brushRef="#br0" timeOffset="104260.001">20166 5259 0,'25'-50'63,"25"50"-63,-1 0 15,1 0-15,24-25 16,25 25-16,-49 0 16</inkml:trace>
  <inkml:trace contextRef="#ctx0" brushRef="#br0" timeOffset="104555.856">21034 5060 0,'25'0'31,"25"0"-16,-25 0-15,24 0 0,1-49 16,-1 49-16,1 0 16,-25 0-16,24 0 15,-24 0 1,-25 24-16</inkml:trace>
  <inkml:trace contextRef="#ctx0" brushRef="#br0" timeOffset="104772.392">21034 5358 0,'25'0'15,"0"0"1,0 0-16,24 0 15,1 0-15,24 0 16,-24 0-16,0 0 16,-1-50-16,1 50 15</inkml:trace>
  <inkml:trace contextRef="#ctx0" brushRef="#br0" timeOffset="107559.094">22374 4415 0,'0'-25'16,"0"50"77,0 0-93,0 25 16,0-1-16,0 1 16,0-1-16,0-24 15,0 25 1,0-25 0,0-50 30,0-50-30,0 51-16,0-26 16,25 0-16,-25 1 15,24 24-15,-24 0 16,25 25-16,-25-25 16,50 25-16,-1 0 15,-24 0 1,0 0-16,25 25 15,-50 25-15,24-1 16,-24 1-16,0 0 16,0-26-16,0 1 15,0 25 1,-24-50 15,24-25-15,0 0-16,0-24 15,0-1-15,0 0 16,24 1-16,-24 24 16,50 0-16,0 0 15,-1 25 1,1 0 0,-50 50-1,25 0-15,-25-26 16,0 26-16,0-25 15,0 0-15,0 24 16,0-24 0</inkml:trace>
  <inkml:trace contextRef="#ctx0" brushRef="#br0" timeOffset="112794.076">23292 4440 0,'0'0'0,"0"-25"16,-25 25 15,0 0-15,-25 0-1,50 75 1,0-26-16,-24-24 15,24 0-15,0 0 0,0-1 16,24-24 15,26 0-15,0 0 0,-50-49-16,24 49 15,-24-50-15,0 1 16,0 24 15,0 50 0,0-1-15,0 1-16,0 0 16,0 0-16,0 24 15,0 1-15,0 49 0,0-49 16,0 24-1,0-24-15,0 0 0,0-26 16,0 26 0,-24 0-1,-51-26 1,50-24-16,1 0 16,-26 0-16,0 0 15,26-49 1,24 24-16,0-25 15,0 1 1,0-1-16,0 25 16,49 1-16,-24 24 15,-25-25-15,50 25 0</inkml:trace>
  <inkml:trace contextRef="#ctx0" brushRef="#br0" timeOffset="113425.521">22399 5283 0,'-50'0'16,"50"25"46,25-25-62,24 0 16,51 0-16,-1 0 15,25 0-15,0 0 16,0-49-16,-25 49 16,-24 0-16,24 0 15,-25 0-15,-49 0 0,0 0 16,0 0-1,-1 0 1,-73 0 31</inkml:trace>
  <inkml:trace contextRef="#ctx0" brushRef="#br0" timeOffset="114195.099">22895 5507 0,'-25'0'15,"0"0"1,0 0-1,25 49 1,0-24 0,-49 0-16,49 0 0,0-1 15,0 26-15,0-25 16,0 24 0,0 1-1,49-50 16,-24 0-15,25-25 0,-1 0-1,1 25 1,-50-24-16,25-26 31,-25 0-15,25 50-16,-25-49 15,24-1 1,-24 25 0,0-24-1,0 24 1,0 0-16,0 0 31,-24 25-31,-1 0 31,0 0 1,0 0 15</inkml:trace>
  <inkml:trace contextRef="#ctx0" brushRef="#br0" timeOffset="114563.895">22920 5531 0,'-25'0'15,"25"25"63,0 25-62,49-25-16,1 24 16,-25-49-16,0 50 15,-1-50-15,26 74 16,-25-74-16,-25 25 16,25-25-16</inkml:trace>
  <inkml:trace contextRef="#ctx0" brushRef="#br0" timeOffset="115327.638">23887 5110 0,'25'0'47,"24"0"-47,1 0 15,0 0-15,-1 0 16,-24 0-16,0 0 16,0 0-1</inkml:trace>
  <inkml:trace contextRef="#ctx0" brushRef="#br0" timeOffset="115564.044">23837 5482 0,'25'0'15,"0"0"1,25 0-16,-1 0 16,1 0-16,-1-25 15,-24 25-15,25 0 16,-1 0-16,1-25 16,-25 25-16</inkml:trace>
  <inkml:trace contextRef="#ctx0" brushRef="#br0" timeOffset="116589.201">25177 4242 0,'0'-25'15,"0"-25"-15,0 25 32,0 75 46,25 0-78,-25-1 15,0-24-15,24 49 16,-24-49-16,0 25 16,25-1-16,-25 1 15,0-25-15,25 0 16,-25-1-16,0 1 16,50 25-16,-50-25 15,24-25 1,-24-25 31,25 0-32,-25 0-15,50-24 16,-50-1-16,25-24 16,-25-1-16,49 1 15,-49 24-15,50-24 16,-50 24-16,25 1 15,-25 24-15,0-25 0,24 1 32,-24 73 15,0 26-32,0-25-15</inkml:trace>
  <inkml:trace contextRef="#ctx0" brushRef="#br0" timeOffset="121586.474">25971 4539 0,'0'25'15,"0"0"63,24-25-46,26 0-17,-50-50-15,50 25 16,-50 1-16,24-26 16,-24 0-16,0 26 15,0-26 1,0 25-16,0 0 15,0-24 1,0 24 0,-24 25 15,-26 0-15,25 0-1,0 0 1,25 50-1,0-26-15,-24 1 0,24 25 16,0-25-16,0 24 16,-25-24-16,25 0 15,0 0-15,0-1 16,0 26-16,0-25 16,25 0-16,-25-1 15,0 1-15,0 25 16,0-25-16,0 24 15,0 1-15,-25-25 16,25 0-16,-50-25 16,50 49-16,-50-49 15,26 25 1,-1-25-16,0 0 31</inkml:trace>
  <inkml:trace contextRef="#ctx0" brushRef="#br0" timeOffset="122070.288">26491 4068 0,'0'-50'16,"0"75"15,0 25-31,50-1 15,-50 26-15,0 24 16,25 25-16,-25 0 16,0-50-16,0 1 15,-50-1-15,1 1 16,-1-26-16,0 1 16,-24 0-16,0-26 15</inkml:trace>
  <inkml:trace contextRef="#ctx0" brushRef="#br0" timeOffset="122747.899">25127 4192 0,'-49'-25'0,"24"25"31,0 0-15,0 0 0,25 50-16,-49-1 15,49 1-15,-50 24 16,50 26-16,0-1 16,0-25-16,0 50 0,50 0 15,-26-74 1,51 24-16,-26-24 0,1-25 15,24 0 1,-24-25-16</inkml:trace>
  <inkml:trace contextRef="#ctx0" brushRef="#br0" timeOffset="123723.39">27161 4415 0,'0'-99'31,"0"74"-31,0 0 16,0-24-1,-25 49-15,25-25 16,-24 25-16,-1 0 15,-25 0 1,0 0 0,50 25-16,-24 24 15,24 1-15,0 0 0,0-1 16,0-24-16,0 0 16,49 24-1,-24-49 1,25 0-1,-50-24-15,49 24 16,-49-25-16,25-50 16,-25 51-1,0-26-15,0 75 63,0 24-63,0 1 15,0 0-15,0 24 16,0-24-16,0 24 16,0-24-16,0 24 15,0-24 1,0-1-16,0-24 0,0 0 16,0 25-1,-49-50-15,-1 49 16,25-49-16,-25 25 15,1-25-15,-1 0 0,25 0 32,25-25-32,-49-24 15,49-26-15,25 1 16,-1-1-16,26 26 16,24-1-1,1 0-15,-25 50 0,-1-49 16,-24 49-16</inkml:trace>
  <inkml:trace contextRef="#ctx0" brushRef="#br0" timeOffset="124477.954">25177 5432 0,'0'0'0,"-25"0"16,50 0 46,49 0-46,25 0-16,1 0 16,73 0-16,1 0 15,0 0-15,49-49 16,25 49-16,-25 0 15,-49-50-15,-50 50 0,-25 0 16,-49 0-16,-26 0 16,1 0-1</inkml:trace>
  <inkml:trace contextRef="#ctx0" brushRef="#br0" timeOffset="125206.659">25722 5854 0,'0'-25'47,"0"50"-31,0 0-1,0 24-15,0 1 0,0 0 16,0-1 0,0 1-16,0-1 0,0-24 15,0 25 1,0-25-16,0-1 16</inkml:trace>
  <inkml:trace contextRef="#ctx0" brushRef="#br0" timeOffset="125803.414">25722 5904 0,'0'-25'16,"50"25"78,-25 0-63,0 0-31,-25 49 16,49 1-1,-49-25-15,50 0 16,-50-1-16,50 26 0,-50-25 16,49 0-16,-49-1 15,50 26-15,-25-25 16,-1-25-16,-24 49 15,50-49-15,-50-24 63,0-26-47,0-24-16,0-1 0,0 26 15,0-1-15,0 25 16,0-24-16,0 24 31,-25 25-15,50 0 31</inkml:trace>
  <inkml:trace contextRef="#ctx0" brushRef="#br0" timeOffset="126389.251">26367 6176 0,'0'25'16,"25"-25"15,0 0-15,0 0-1,-25-25 1,49 25-16,-49-49 16,25 49-16,-25-50 15,0 1 1,0 24 0,0-25-1,0 25 1,-49 25-16,-1 0 15,0 25 1,26 25 0,24-25-1,0 24-15,0 1 0,0-1 16,0-24 0,0 25-16,0-1 0,0-24 15,0 25-15,49-25 16,1-25-1,-25 0 1,24 0-16,-24 0 16</inkml:trace>
  <inkml:trace contextRef="#ctx0" brushRef="#br0" timeOffset="127726.647">24061 7640 0,'0'0'0,"0"49"63,24-49-63,1 0 15,25 0-15,24 0 16,-24 0-16,24 0 16,-24 0-16,-1 0 15,1 0-15,-25 0 16</inkml:trace>
  <inkml:trace contextRef="#ctx0" brushRef="#br0" timeOffset="128005.536">24085 8062 0,'50'0'47,"0"0"-32,-26 0-15,26 0 16,0 0-16,-1 0 0,1 0 15,-1 0 1,1 0-16,0 0 16</inkml:trace>
  <inkml:trace contextRef="#ctx0" brushRef="#br0" timeOffset="128844.108">25375 6970 0,'0'-25'16,"-25"25"15,25 50-15,-49 0-16,49-1 16,-50 1-16,50-1 15,-49-24-15,49 0 16,-25-25-16,25 25 15,0-50 48,25 25-47,24 0-16,-24 0 15,25 0-15,-26 0 16,-24 25-16,50-25 15,0 49 1,-26-49 0,1 0-1,0-49 1,-25-1 0,0 1-1,0 24-15,0-25 16,0 75 31,0 49-47,0 1 15,0-1-15,0-24 16,-25 24-16,25-24 16,0-1-16,0 1 15,0-25-15,0 49 16</inkml:trace>
  <inkml:trace contextRef="#ctx0" brushRef="#br0" timeOffset="129235.907">25102 7937 0,'-24'0'16,"48"0"15,1 0-31,25 0 16,24-49-16,25 49 15,-24 0 1,24-25-16,0 25 0,-24 0 16,-1 0-16,-49 0 15,24 0-15,-24 0 16</inkml:trace>
  <inkml:trace contextRef="#ctx0" brushRef="#br0" timeOffset="129783.616">25301 8310 0,'0'-50'15,"0"25"1,0 0-16,25 1 15,-1 24-15,1-50 16,0 50-16,0 0 16,24 0-16,-49 25 15,0 24 1,0 1-16,0 0 16,-49-1-16,-1 1 15,1-1-15,24-24 16,0-25-16,25 50 15,0-75 17,25 25-32,24-50 0,1 50 15,0-24 1,-26 24-16,1 0 0,-25 24 16,0 1-16,0 0 15,0 25 1,-49-1-16,-1 1 0,-24-25 15,24-25-15,-24 49 16,49-49 0,-25 0-16,1 0 0,-1-25 15,50-24-15</inkml:trace>
  <inkml:trace contextRef="#ctx0" brushRef="#br0" timeOffset="130447.303">26045 7342 0,'0'0'0,"0"-25"31,0 50 16,0 0-31,0 25-16,0-1 15,0 1-15,0-1 0,0-24 16,0 0-16,0 0 16</inkml:trace>
  <inkml:trace contextRef="#ctx0" brushRef="#br0" timeOffset="130712.224">26194 7342 0,'0'-25'0,"0"75"47,0 0-31,0-1-16,0 1 15,0-1-15,0-24 16,0 0-16,0 0 16,25-25-16,-25 49 15</inkml:trace>
  <inkml:trace contextRef="#ctx0" brushRef="#br0" timeOffset="131049.084">25971 7317 0,'24'0'31,"26"0"-16,-25 0-15,24 0 16,1 0-16,-25 0 16,0 0-1,-1 0-15,1 0 0,0 0 16</inkml:trace>
  <inkml:trace contextRef="#ctx0" brushRef="#br0" timeOffset="131560.806">26591 7317 0,'0'0'0,"24"-24"31,1 24-15,25 0-1,-50 24 1,25 26-16,-25 0 0,0-1 15,0 1 1,0-25-16,0-1 0,0 26 16,0-25-1,0-50 32,0 0-31,0-24-16,0-1 15,24-24-15,-24-1 16,75 26-16,-26 24 16,-24 0-16,0 25 15,-25-50-15,50 50 16</inkml:trace>
  <inkml:trace contextRef="#ctx0" brushRef="#br0" timeOffset="132061.515">27112 6846 0,'0'0'16,"0"-25"-16,0-24 31,0-1-31,24 50 0,51 0 16,-50 0 0,-1 25-16,-24 0 15,0 24-15,0 1 16,0 0-16,-24-1 15,-1-24-15,-25 0 16,25-25-16,25 49 16,-24-49-16,48 0 31,1 0-15,0 0-16,25-24 15,-26 24-15,26 0 16,0 0-1,-50 49 1,0-24-16,0 0 16,-25 0-16,-25 24 15,25-49-15,-24 50 16,-1-50-16,1 0 16,24 0-16</inkml:trace>
  <inkml:trace contextRef="#ctx0" brushRef="#br0" timeOffset="132915.179">27756 7491 0,'0'-25'31,"25"25"-15,-25-25-16,25 25 16,-25-24-16,50 24 15,-50-50-15,49 0 16,-49 1-1,0-1 1,-49 25 0,-1 25 15,0 0-15,50 25-16,-24-25 15,24 50-15,0-1 16,0 1-1,0-25-15,0 0 16,0-1-16,24 1 16,-24 25-16,50-25 15,-50-1-15,0 1 16,0 0-16,0 25 16,-25-26-16,25 1 15,-49-25-15,-1 50 16,25-50-16,0 0 0,1 0 15,-1 0 1</inkml:trace>
  <inkml:trace contextRef="#ctx0" brushRef="#br0" timeOffset="133606.824">28426 7218 0,'0'-49'16,"0"24"-1,0 0 1,-49 25 15,24 0-15,0 25-16,-25 24 16,50 1-16,-24 0 15,24-26-15,0 26 16,24-50-16,1 0 15,0 0-15,0 0 16,24 0 0,-24-25-16,25 0 15,-50-24 1,0 24-16,0-49 16,0 49-1,-25 50 32,25 24-31,0 1-16,25-1 15,-25 26-15,0-26 16,25 26-16,-25-1 0,0-24 16,0-1-16,0 1 15,-25 0-15,0-26 16,0 1-16,-24-25 15,24 50-15,-25-50 16,25 0-16,1 0 16,24-25 15,0-25-31,0-24 16,49-25-16,1 24 15,49 1-15,0-25 16,0 49-16,-24-24 0,-26 49 15</inkml:trace>
  <inkml:trace contextRef="#ctx0" brushRef="#br0" timeOffset="135039.271">26392 8161 0,'25'0'63,"0"0"-48,0 0-15,24 0 16,1 0-16,-1 0 16,1 0-16,24 0 15,1 0-15,-26 0 0,51 0 16,-1 0-1,0-25-15,25 25 0,-49 0 16,24 0-16,-25 0 16,-24 0-16,49 0 15,0 0-15,-24 0 16,24-50 0,0 50-16,0 0 0,1-24 15,-26 24-15,-24 0 16,-26 0-16,26 0 15,-25 0-15,24 0 16,-24 0 0,0 0 15,-50 0 63,-24 0-79</inkml:trace>
  <inkml:trace contextRef="#ctx0" brushRef="#br0" timeOffset="136375.854">26938 8558 0,'0'24'63,"0"26"-63,0 24 16,0-24-16,0 24 15,-25-24-15,25 0 16,0-1-16,0-24 15,0 0-15,-50 0 16</inkml:trace>
  <inkml:trace contextRef="#ctx0" brushRef="#br0" timeOffset="136895.612">26938 8582 0,'25'0'62,"-1"0"-46,26 50-16,-25-25 15,0 24-15,24 1 16,-24 0-16,0-1 16,-25-24-16,50 0 15,-1 24 1,-24-49 15,0 0-15,-25-74-1,0 24-15,0 1 16,0-1-16,0 1 16,0-1-16,0 0 15,0 26-15,0-1 0,0 74 63,0-24-63</inkml:trace>
  <inkml:trace contextRef="#ctx0" brushRef="#br0" timeOffset="137361.37">27608 8855 0,'24'0'47,"1"0"-32,-25-25-15,50 25 16,-50-24-16,25 24 16,-25-50-16,49 50 15,-49-50-15,0 1 16,0 24 0,-25 25-1,1 0 1,-1 0-16,0 0 15,0 25-15,25 24 16,-49 1-16,49-25 16,0 24-16,0-24 15,0 0-15,24 0 16,1-25-16,0 25 16,0-25-16,0 0 15,-1 0-15,26 0 16,0 0-1</inkml:trace>
  <inkml:trace contextRef="#ctx0" brushRef="#br0" timeOffset="139341.544">21059 10765 0,'25'0'63,"0"0"-48,24 0-15,1 0 16,0 0-16,-1 0 0,1 0 16,-25 0-16,-1 0 15,1 50 1</inkml:trace>
  <inkml:trace contextRef="#ctx0" brushRef="#br0" timeOffset="139607.387">21109 11237 0,'74'0'47,"-24"0"-47,-1 0 16,26-50-16,-1 50 15,1-25-15,-26 25 16,1 0-16,-1-25 15</inkml:trace>
  <inkml:trace contextRef="#ctx0" brushRef="#br0" timeOffset="140339.063">22448 10145 0,'0'0'0,"-49"50"62,49-25-62,-50 24 16,50 1-16,-50-25 16,50-1-16,-49 26 15,-1-25 1,75-25 46,0 0-46,0 0-16,-1 0 0,1 0 16,0 0-16,0 0 15,24 0 1,1 0-1,-25 0 1,24 0 0,-49-25 31,25 25-47,-25-25 15,0 50 32,-25 25-31,25-1-16,0 26 15,0-1-15,-24-24 16,24-26-16,0 1 16,0 0-1</inkml:trace>
  <inkml:trace contextRef="#ctx0" brushRef="#br0" timeOffset="140643.95">22920 10393 0,'0'0'0,"24"0"63,26 50-48,-50-25-15,25-1 16,-25 26-16,25-25 0,-1 24 15,-24-24 1,50-25 0</inkml:trace>
  <inkml:trace contextRef="#ctx0" brushRef="#br0" timeOffset="140860.819">23192 10418 0,'-24'0'31,"-1"50"-15,-25-26-16,25 26 0,1 24 16,-26-24-16,50 0 15,-50-26-15,26 26 16</inkml:trace>
  <inkml:trace contextRef="#ctx0" brushRef="#br0" timeOffset="141159.652">23490 10344 0,'0'24'31,"0"1"-15,-25 25-16,25-1 15,-25 1-15,25 0 16,-24-1-16,24-24 16,0 0-16,-50-25 0,50 25 15</inkml:trace>
  <inkml:trace contextRef="#ctx0" brushRef="#br0" timeOffset="141393.514">23614 10368 0,'0'25'47,"0"0"-47,0 25 0,0-1 16,0 1-16,0-1 15,0-24-15,0 0 16</inkml:trace>
  <inkml:trace contextRef="#ctx0" brushRef="#br0" timeOffset="141656.445">23465 10368 0,'25'-49'46,"0"49"-46,24 0 16,-24 0-16,0 0 16,0 0-16,0 0 15</inkml:trace>
  <inkml:trace contextRef="#ctx0" brushRef="#br0" timeOffset="141976.285">24036 10443 0,'0'0'0,"25"0"63,24 25-48,-49-1-15,75 26 16,-51 0-16,26-1 16,-50 1-16,50-25 15,-50-1 1</inkml:trace>
  <inkml:trace contextRef="#ctx0" brushRef="#br0" timeOffset="142198.199">24309 10443 0,'-75'0'32,"50"25"-32,1 24 0,-26 1 15,25-1-15,0 26 16,-24-1-16,24-24 16,-25-1-16,26 1 15</inkml:trace>
  <inkml:trace contextRef="#ctx0" brushRef="#br0" timeOffset="144583.777">24978 10368 0,'0'-49'0,"0"98"93,0 1-77,0 24-16,0-24 16,0 0-16,0-26 15,0 26-15,0-25 16,0 0 0</inkml:trace>
  <inkml:trace contextRef="#ctx0" brushRef="#br0" timeOffset="145027.522">25276 10368 0,'0'25'63,"0"0"-63,-50 25 16,50-1-16,0 1 15,0-25-15,0-1 0,0 26 16,0-25 15,50-25-31,0 0 16,-1-50-1,-49 1 1,25 24-16,-25 0 16,0 0-16,0 0 15,0 1-15,0-26 16,0 25-16,0-24 15,-25 49-15,0 0 16,-24 0 15</inkml:trace>
  <inkml:trace contextRef="#ctx0" brushRef="#br0" timeOffset="145380.347">25276 10046 0,'25'0'31,"24"0"1,1 0-17,0 0 1,-26 0-1,1 0-15</inkml:trace>
  <inkml:trace contextRef="#ctx0" brushRef="#br0" timeOffset="146288.981">25747 9897 0,'0'-25'16,"0"0"-1,25 1 1,0-26-16,0 50 16,-25-25-1,49 25 1,-24 50-1,-25-25-15,0-1 16,0 1-16,0 25 16,0-25-16,-50-1 15,1 26 1,98-50 62,1 0-62,-25 0-1,-25 50 1,0-25-16,-25 24 16,-25 1-1,26-50 1,24 49-16,-50-49 15,0 0 1,50-24 15,0-26-15</inkml:trace>
  <inkml:trace contextRef="#ctx0" brushRef="#br0" timeOffset="146596.805">26194 9897 0,'0'-25'16,"25"25"-1,-1 0 1,-24 25-16,50 25 0,-50 24 16,50 25-1,-50-24-15,0 49 0,-50-25 16,25 25-16,-49-50 16,24-24-16,1-25 15,-1 0-15,0 24 16,1-49-16</inkml:trace>
  <inkml:trace contextRef="#ctx0" brushRef="#br0" timeOffset="147202.456">24854 10170 0,'-25'-25'0,"1"25"31,-26 0-16,50 50-15,-25 24 16,25-24-16,0 49 16,0 0-16,0-24 15,0 24-15,0-25 16,0-24-16,25-1 16,0-24-16,24 0 15,1-25-15</inkml:trace>
  <inkml:trace contextRef="#ctx0" brushRef="#br0" timeOffset="148463.888">26541 9649 0,'0'-25'15,"0"0"1,0 1-1,50-26 1,-26 50 0,1 0-1,0 0 1,-25 25-16,0 0 0,0 24 16,0-24-16,0 25 15,-25-1 1,0-24-1,50-25 79,25 0-78,-25 0-16,-1 0 15,-24 50 1,0-26-16,0 1 0,0 25 16,-24-50-1,24 25-15,-50-25 16,25 0-16,0 24 16,1-24-16,-26 0 15,25 0-15,0 0 16</inkml:trace>
  <inkml:trace contextRef="#ctx0" brushRef="#br0" timeOffset="149431.446">27409 10368 0,'-49'25'62,"-1"25"-62,-24 24 16,24-24-16,-24-1 15,49 1-15,0-25 16,0 0-16</inkml:trace>
  <inkml:trace contextRef="#ctx0" brushRef="#br0" timeOffset="149687.311">27062 10443 0,'0'0'0,"25"0"31,24 25-15,-24 24-16,25 1 16,-1-1-16,-24-24 15,0 0-15,25 25 16,-1-26-16</inkml:trace>
  <inkml:trace contextRef="#ctx0" brushRef="#br0" timeOffset="150523.949">28029 10319 0,'0'49'63,"0"1"-48,0 0-15,0 24 16,0 0-16,0-24 15,0 0 1,0-26-16,50 1 0,-50 0 16</inkml:trace>
  <inkml:trace contextRef="#ctx0" brushRef="#br0" timeOffset="150874.747">28327 10567 0,'25'0'93,"-25"-25"-30</inkml:trace>
  <inkml:trace contextRef="#ctx0" brushRef="#br0" timeOffset="151326.515">28550 10468 0,'0'0'16,"25"-50"-16,0 0 16,24 26-1,1 24 1,0 0-1,-26 0 1,-24 24-16,0 1 16,0 25-16,0-1 0,0 1 15,-24 0-15,-26-26 16,25 1-16,-24 25 16,24-50-16,0 49 15,-25-24 1,75-25 31,0 0-32,25-25-15,-1 25 16,1-24-16,-1 24 16,1-25-16,24 25 15,-24-50-15</inkml:trace>
  <inkml:trace contextRef="#ctx0" brushRef="#br0" timeOffset="151740.275">29195 10319 0,'-49'25'62,"-1"24"-62,25 26 0,25-26 16,-50 1 0,50-1-16,0-24 0,0 25 15,0-25-15,0-1 31,50-24-31,-25 0 16,25 0-16,-1-49 16,-49 24-1,0 0 1,0 0 0,-49 25-1,24 0-15,0 0 16,25-24-16,-50 24 0</inkml:trace>
  <inkml:trace contextRef="#ctx0" brushRef="#br0" timeOffset="152019.159">29567 10319 0,'25'0'31,"25"49"-15,-26-24-16,-24 0 15,75 25-15,-26-1 16,-49 1-16,50-25 15,0-1 1</inkml:trace>
  <inkml:trace contextRef="#ctx0" brushRef="#br0" timeOffset="152233.019">29890 10393 0,'-25'0'31,"50"0"-31,-100 0 0,26 50 16,24-1-16,-25 26 16,25-1-16,1 1 15,24-26-15,-50-24 16,50 0-1</inkml:trace>
  <inkml:trace contextRef="#ctx0" brushRef="#br0" timeOffset="152527.877">30212 10319 0,'25'0'47,"-25"49"-32,50 1-15,-50 0 16,0-1-16,0 1 0,0-1 15,0-24 1,0 25-16</inkml:trace>
  <inkml:trace contextRef="#ctx0" brushRef="#br0" timeOffset="152907.707">30485 10393 0,'0'25'47,"0"0"-47,0 24 15,0 1-15,0 0 16,0-26-16,0 1 15,0 25 1,50-50 0,-26 0-16,26 0 15,-25 0-15,24 0 16,-49-25 0,0-25-1,0 26-15,0-26 16,0 25-16,0 0 15,-24 1-15,-26 24 0,25-50 16,-24 50 0</inkml:trace>
  <inkml:trace contextRef="#ctx0" brushRef="#br0" timeOffset="153387.437">30634 9922 0,'0'0'0,"0"-50"0,25 25 0,-25-24 15,24 24-15,26-25 16,0 50 0,-26 50-1,-24 0 1,0 24-16,0-24 16,0-1-16,0-24 15,-49 0-15,-1 25 16,125-50 46,-51 0-46,26 0 0,-50 24-1,0 1-15,0 0 16,-25 25-16,-24-26 15,-1 1-15,0-25 16,1 50-16,-26-50 16</inkml:trace>
  <inkml:trace contextRef="#ctx0" brushRef="#br0" timeOffset="154193.024">31328 10319 0,'0'0'0,"0"-25"32,0 50 14,25 24-30,25-24-16,-25 0 16,-1 0-16,1 24 15,25-49-15,-25 50 16,-1-25-16</inkml:trace>
  <inkml:trace contextRef="#ctx0" brushRef="#br0" timeOffset="154424.888">31576 10294 0,'0'-25'0,"-49"75"31,49-1-15,-50 26-16,1 24 0,24 0 16,-25 0-16,1-24 15,49-26 1,-25-24-16</inkml:trace>
  <inkml:trace contextRef="#ctx0" brushRef="#br0" timeOffset="154809.674">32072 10269 0,'0'25'62,"0"0"-62,0 24 0,0 1 16,25 0-16,-25-1 16,0 1-1,0-1-15,0-24 0,0 25 16,0-25 0</inkml:trace>
  <inkml:trace contextRef="#ctx0" brushRef="#br0" timeOffset="155224.43">32420 10344 0,'0'0'0,"-25"24"47,25 26-47,0 0 16,-50-1-16,50 1 15,0-1-15,0 1 16,0 0-16,0-26 16,0 26-1,50-50-15,0 0 16,-26 0-1,26-25-15,-25 25 0,-25-49 16,25-1-16,-25 0 16,24 1-16,-24 24 15,0-25-15,0 1 16,0-1-16,-74 1 16,49 49-16,-24 0 15,-1 0-15,-24 0 16,-1 0-16</inkml:trace>
  <inkml:trace contextRef="#ctx0" brushRef="#br0" timeOffset="157980.187">22200 11361 0,'0'-25'15,"50"25"48,-1 0-47,-24 0-16,25 0 15,24 0 1,25 0-16,1 0 15,73 0-15,-24 0 0,25 0 16,24 0-16,-24 0 16,24 0-16,-24 0 15,0 0-15,-26 0 16,26 0-16,24 0 16,-49 0-16,0 0 15,0 0-15,0 0 16,0 0-16,-25 0 15,0 0-15,0 0 0,-50 0 16,25 0 0,25 0-16,-24-50 0,-1 50 15,-25 0-15,25 0 16,1 0-16,-26 0 16,50-49-16,-74 49 15,24 0-15,0 0 16,-24-25-16,24 25 15,1 0-15,-1 0 16,1-50-16,24 50 16,0 0-16,-24 0 15,49-25-15,-25 25 16,25 0-16,0-49 16,-25 49-16,25 0 0,0-50 15,0 50 1,-25 0-16,1 0 0,-1 0 15,25 0-15,-25-25 16,0 25-16,25 0 16,0 0-16,-24-49 15,-1 49-15,-25 0 16,25 0-16,1 0 16,-26 0-16,-24 0 15,-1 0-15,26-25 16,-26 25-16,26 0 15,-26 0-15,-24 0 0,25 0 16,-1-50-16,1 50 16,0 0-16,-1 0 15,-24 0-15,0 0 16,24-25-16,1 25 16,0 0-16,-1 0 15,-24 0-15,25 0 16,-1 0-16,1 0 15,-1 0-15,1 0 16,0 0-16,-1 0 16,-24 0-16,0 0 15,24 0-15,1 0 16,0 0-16,-25 0 16,-1 0-16,1 0 15,25 0-15,-25 0 0,-1 0 16,1-24-1,0 24-15,0 0 0,24 0 16,-24 0-16,0 0 16,0 0-16,0 0 15,-1 0-15,26 0 16,-25 0-16,0 0 16,-1 0-16,1 0 15,0 0-15,0 0 16,24 0-16,-24 0 15,0 0-15,0 0 16,0 0-16,-1 0 16,1 0-16,25 0 0,-25 0 15,24 0-15,-24 0 16,0 0 0,0 0-16,0 0 0,24 0 15,-24 0 1,25 0 15,-26 0-15,1 0-1,0 0 17,-50 0 14</inkml:trace>
  <inkml:trace contextRef="#ctx0" brushRef="#br0" timeOffset="159425.593">25177 11733 0,'25'0'62,"-25"-25"-62,49 25 16,-49-50-16,50 50 0,-50-49 15,25 49 1,-25 24 47,0 26-63,0 0 15,0 24-15,0 0 16,0 1-16,0 24 15,0-25-15,0-24 16,0 0-16,0-25 16,0-1-1,0 1-15,-25-25 16</inkml:trace>
  <inkml:trace contextRef="#ctx0" brushRef="#br0" timeOffset="159703.431">25152 12328 0,'25'0'31,"49"0"-15,-49 0-16,0 0 15,0 0-15,24 0 16,-24 0-16,0 0 16,24 0-16,1 0 15,-25 0-15</inkml:trace>
  <inkml:trace contextRef="#ctx0" brushRef="#br0" timeOffset="160030.272">25896 11906 0,'0'0'0,"0"-25"31,25 25 1,-25 50-17,50-25-15,-1 24 16,-49 1-16,75 0 15,-51-1-15,1-24 0,-25 0 16,50-25-16,-50 50 16</inkml:trace>
  <inkml:trace contextRef="#ctx0" brushRef="#br0" timeOffset="160240.15">26194 11881 0,'-25'0'16,"-25"50"-16,1 24 16,-1 1-16,-24 24 15,49-24-15,-25-1 16,1-24-16,49-26 15,-25-24-15</inkml:trace>
  <inkml:trace contextRef="#ctx0" brushRef="#br0" timeOffset="161026.767">26814 11807 0,'0'-25'31,"0"75"1,0-1-17,0 1-15,0 0 16,0 24-16,0-24 15,0-1-15,0 1 16,0-25 0</inkml:trace>
  <inkml:trace contextRef="#ctx0" brushRef="#br0" timeOffset="161209.645">27012 12030 0,'0'0'0,"0"-25"15,25 25 17</inkml:trace>
  <inkml:trace contextRef="#ctx0" brushRef="#br0" timeOffset="161618.434">27434 11832 0,'0'0'0,"-25"0"0,-24 0 31,24 0-15,25 25-1,-50 24-15,50-24 16,-49 25-16,49-1 16,0 26-16,0-26 15,0 1-15,0-25 0,0 0 16,24-25-16,1 49 15,50-49 1,-26 0 0,-24-49-1,-25-1 1,0 25 0,0 0-16,-25 0 15,0 25-15,-24-49 16,24 49-1</inkml:trace>
  <inkml:trace contextRef="#ctx0" brushRef="#br0" timeOffset="161902.263">27930 11881 0,'25'-24'31,"24"24"0,1 49-15,-50 1-16,75-1 0,-75 1 15,24 24-15,-24-49 16,25 0-16,-25 0 16</inkml:trace>
  <inkml:trace contextRef="#ctx0" brushRef="#br0" timeOffset="162126.119">28277 11881 0,'0'50'15,"0"-100"-15,-24 50 16,-1 25-16,0 25 16,-25 24-1,1 25-15,-1 1 0,0-26 16,26-24-16,-1-25 15,25 24 1</inkml:trace>
  <inkml:trace contextRef="#ctx0" brushRef="#br0" timeOffset="162411.954">28625 11931 0,'0'-25'0,"49"50"47,-49 25-32,0-1-15,0 1 16,0 24-16,0-24 16,0 0-16,0-26 0,0 1 31</inkml:trace>
  <inkml:trace contextRef="#ctx0" brushRef="#br0" timeOffset="162771.75">28972 11931 0,'0'-25'16,"-25"50"0,25 0-1,0 24 1,0 1-16,-50 0 0,50-1 15,0 1-15,0-25 16,25 0 0,25-25-1,-25 0-15,24 0 16,-24-25-16,-25 0 16,50 0-16,-50 0 15,0 0-15,0-24 16,0-1-16,0 1 15,-25-1-15,25 25 16,-50 25-16,25-25 16,1 25-16,-26 0 15</inkml:trace>
  <inkml:trace contextRef="#ctx0" brushRef="#br0" timeOffset="163011.61">28922 11633 0,'25'0'31,"0"0"-16,49 0-15,-49-24 16,0 24-16,25 0 16</inkml:trace>
  <inkml:trace contextRef="#ctx0" brushRef="#br0" timeOffset="163229.512">29344 11410 0,'0'25'16,"0"-50"-16,0 75 47,0-1-47,0 1 0,0 24 16,0 1-16,0-26 15,0-24-15,0 25 16,0-25-1</inkml:trace>
  <inkml:trace contextRef="#ctx0" brushRef="#br0" timeOffset="163619.339">29666 11658 0,'-24'0'32,"-26"0"-17,0 0 1,26 0 0,24-25-1,0-24 1,0 24-16,0 0 15,0-24-15,0 24 16,49 25 0,-24 0-16,0 0 15,0 0-15,-1 0 16,26 25-16,-50 24 0,0 1 16,0 24-1,0-24-15,0 24 0,-25-24 16,-49-1-16,24 1 15,1-25-15,-1-25 16</inkml:trace>
  <inkml:trace contextRef="#ctx0" brushRef="#br0" timeOffset="164635.044">21605 13791 0,'49'0'47,"1"0"-32,25 0-15,-26 0 16,1 0-16,-1 0 15,1 0-15,24 0 0,-24 0 16</inkml:trace>
  <inkml:trace contextRef="#ctx0" brushRef="#br0" timeOffset="164942.864">21704 14188 0,'25'0'47,"0"0"-47,0 0 16,24 0-16,1 0 15,-1 0-15,1 0 16,0 0-16,-1-25 16,-24 25-16</inkml:trace>
  <inkml:trace contextRef="#ctx0" brushRef="#br0" timeOffset="167030.17">22994 13692 0,'0'-49'47,"25"24"-47,0-25 16,-1 50 0,26 50-1,-50-1 1,0 1-16,0 0 15,0-1-15,-25 1 16,25-25-16,-25 24 16,50-49 62,25 0-63,-1 0-15,-49 25 16,0 0 0,0 24-1,0 1 1,-24-50-16,-1 25 16,-25-25-16,25 25 15,1-25-15,-1 0 16,-25 0-1,25 0 1,25-25 0,0 0-1</inkml:trace>
  <inkml:trace contextRef="#ctx0" brushRef="#br0" timeOffset="167271.079">23416 13990 0,'0'-25'78</inkml:trace>
  <inkml:trace contextRef="#ctx0" brushRef="#br0" timeOffset="167721.846">23713 13791 0,'0'0'0,"0"-24"16,0-1-16,25-25 15,0 50 1,-25-25-16,49 25 15,1 0-15,-25 25 16,-25 25 0,0-1-16,0 1 15,0 0-15,-25-1 16,-25 1-16,26-25 16,-1-1-1,-25-24-15,25 50 0,1-50 16,24 50-16,-25-50 15,50 0 17,-1 0-17,26 0-15,0 0 16,24-25-16,-24 25 16,24-25-16,-24 25 15,-25 0-15,24-50 16</inkml:trace>
  <inkml:trace contextRef="#ctx0" brushRef="#br0" timeOffset="168139.631">24160 13742 0,'0'0'16,"25"-50"-16,24 1 15,1 24 1,-25 25-16,-1 0 16,1 0-16,-25 25 15,0-1 1,0 26-16,0-25 16,-49 0-16,24-1 15,0-24-15,25 50 16,25-50 15,49 0-15,-49 0-1,0 0 1,-25 50 0,0-26-16,-50 26 15,25-50-15,1 50 16,-1-50-16,-25 0 15,50 24-15,-25-24 16</inkml:trace>
  <inkml:trace contextRef="#ctx0" brushRef="#br0" timeOffset="168405.477">24730 13568 0,'0'0'15,"50"25"17,-50 0-17,49 0-15,-24 24 16,25 1-16,-50-1 15,74 26-15,-49-50 0,-25-1 16,50-24-16,-50 50 16</inkml:trace>
  <inkml:trace contextRef="#ctx0" brushRef="#br0" timeOffset="168638.355">25053 13618 0,'0'0'15,"0"-25"-15,-25 25 16,0 50 0,0-1-1,-24 26-15,-1-1 16,0 0-16,26 1 15,-1-26-15,-25-24 0,50 0 16,-25-25-16</inkml:trace>
  <inkml:trace contextRef="#ctx0" brushRef="#br0" timeOffset="168900.196">25400 13593 0,'0'-25'0,"25"25"32,24 50-17,-49-1 1,25 1-16,-25 0 15,0-26-15,0 26 16,0 0-16,0-26 16,0 26-1</inkml:trace>
  <inkml:trace contextRef="#ctx0" brushRef="#br0" timeOffset="169293.968">25822 13568 0,'-25'0'31,"25"25"-15,0 25-1,0-1-15,0 1 16,-25-1-16,25 1 15,0-25-15,0 24 16,25-49-16,24 0 16,-24 0-1,0 0-15,0 0 16,25-24-16,-26-51 16,-24 50-1,0 1-15,0-26 16,0 25-16,-24 0 15,-1 1-15,0-26 16,-25 25-16,25 25 16,25-25-16,-49 25 15,24 0 1</inkml:trace>
  <inkml:trace contextRef="#ctx0" brushRef="#br0" timeOffset="169656.786">25995 13047 0,'0'0'0,"0"-74"31,25 123 16,-25 1-32,0 0-15,0 24 16,0-24-16,0-1 16,25 1-16,-25-25 15</inkml:trace>
  <inkml:trace contextRef="#ctx0" brushRef="#br0" timeOffset="170210.515">26318 12973 0,'0'-25'16,"0"50"15,0 24-15,-50 1-16,50 0 15,-49-1-15,49-24 16,-25 25-16,25-25 16,-25-25-1,75-50 32,-26 50-31,1 0-1,0 0 1,25 0 0,-50 50-16,49-50 15,-49 24-15,25-24 16,0 0 0,0-24-1,24-26-15,-49 0 16,0 25-1,0-24-15,0 24 16,-49 50 15,49 24-15,0 26-16,-25-1 16,25 1-16,0-26 15,0 26-15,0-26 16</inkml:trace>
  <inkml:trace contextRef="#ctx0" brushRef="#br0" timeOffset="170908.223">26814 13593 0,'0'-50'0,"25"50"63,-25 50-63,24 0 16,-24 24-16,50 0 15,-50 1-15,25-26 16,-25-24-16,25-25 15,-25 50-15,24-50 16,26 0 15,-50-25-15,0 0-16,25-24 16,-25-1-16,0 0 15,0 26-15,25-51 16,-25 50-16,0 1 15,25 24 17</inkml:trace>
  <inkml:trace contextRef="#ctx0" brushRef="#br0" timeOffset="171223.055">27360 13643 0,'0'-25'31,"0"50"0,0 24-15,-25 26-16,-25 24 16,25 25-16,-49 0 15,0 25-15,49-25 16,-25-25-16,50-25 16,-25-49-16,25 0 15</inkml:trace>
  <inkml:trace contextRef="#ctx0" brushRef="#br0" timeOffset="171955.699">27484 14089 0,'0'0'0,"0"-25"31,24 25-15,-24 25-1,0 0-15,0 0 16,0-1-16,0 26 0,0-25 16,0 0-1,0 24 1,50-74 46,-50 1-62,25-26 16,-25 0-16,49 1 16,-24 24-1,25 25 1,-50 25-16,25 0 15,-25 24-15,0-24 16,0 0-16,0 24 16,49-98 46,-49 24-62,50-25 16,-50 1-16,49-1 15,-49 25-15,75 25 16,-50 0 0,24 25-1,-49 25-15,50-1 16,-50 1-16,0-25 16,0 24-16,0-24 15</inkml:trace>
  <inkml:trace contextRef="#ctx0" brushRef="#br0" timeOffset="173802.87">1091 5283 0,'0'0'0,"0"25"47,0 25-47,0-1 15,0-24-15,50 25 16,-25-50-1,24 0-15,51 0 0,24-99 16,49-50-16,51-25 16,-1 1-16,25-1 15,-50 25-15,-99 75 16,-24-1-16</inkml:trace>
  <inkml:trace contextRef="#ctx0" brushRef="#br0" timeOffset="200068.183">22374 11906 0,'0'-49'32,"0"24"-1,0 0-16,0 0 1,49 25-16,-24 0 16,0 0-16,0 0 15,24 25 1,-49 25-16,0-26 0,0 26 16,0 0-16,0-1 15,0 1-15,0-25 16,-49 24-16,24 1 15,25-75 48,0 0-47,0 0-16,0-24 15,25 49 1,-25-25-16,25 25 15,-1 0-15,-24 25 16,50-25-16,-50 49 16,0-24-16,0 25 15,0-25-15,0 0 16,0 24-16,-25 1 16,0-50-1,1 49-15,-1-49 16,-25 25-16,25-25 15,-24 0 1,24 0 0,0 0-1,25-49 1,0-1-16,0 25 31</inkml:trace>
  <inkml:trace contextRef="#ctx0" brushRef="#br0" timeOffset="200749.959">23713 12030 0,'0'-25'16,"-25"25"-1,50 25 63,0 25-78,0-1 16,24-24-16,-24 25 16,-25-25-1,50 0-15,-50 24 0,25-49 16,-25 25-16</inkml:trace>
  <inkml:trace contextRef="#ctx0" brushRef="#br0" timeOffset="201008.811">23986 11956 0,'0'0'0,"-25"0"32,25 25-32,-74 24 15,49 26-15,-25-1 16,1 25-16,-1-24 15,1-26-15,24 1 16,0 0-16,25-26 16</inkml:trace>
  <inkml:trace contextRef="#ctx0" brushRef="#br0" timeOffset="208421.762">1017 7193 0,'0'-24'16,"0"-1"15,0 50 47,0 24-78,50 1 16,-50-25-16,49-25 16,1 49-16,-25-49 15,24 0-15,50-74 16,25-50-16,50-75 15,49-24-15,25-50 16,-49 50-16,-26 25 16,-49 74-16,-24 49 0,-75 75 15</inkml:trace>
  <inkml:trace contextRef="#ctx0" brushRef="#br0" timeOffset="209518.283">1339 4936 0,'0'-25'16,"50"25"31,0 0-16,-26 25-15,26 25-16,24-1 15,1 51-15,24-26 16,-24 0-16,-1 1 15,0-26-15,1-24 16,-1 25-16,-24-25 16,-25-25-16</inkml:trace>
  <inkml:trace contextRef="#ctx0" brushRef="#br0" timeOffset="-204137.78">23118 9054 0,'50'0'140</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30:28.053"/>
    </inkml:context>
    <inkml:brush xml:id="br0">
      <inkml:brushProperty name="width" value="0.05292" units="cm"/>
      <inkml:brushProperty name="height" value="0.05292" units="cm"/>
      <inkml:brushProperty name="color" value="#C00000"/>
    </inkml:brush>
  </inkml:definitions>
  <inkml:trace contextRef="#ctx0" brushRef="#br0">24581 2604 0,'0'-24'47,"0"73"0,0 26-47,0-26 15,0 26-15,0-1 16,0-24-16,0-1 0,0-24 15,0 0 1,0 0-16</inkml:trace>
  <inkml:trace contextRef="#ctx0" brushRef="#br0" timeOffset="564.135">24532 2679 0,'0'-25'0,"0"0"16,49-24-1,-24 49 1,25-25-16,-25 25 16,-1 0-16,1 0 15,0 0-15,-25 25 16,50 24-16,-50 1 16,0 0-16,0-1 15,0 1-15,0-1 16,0 1-16,0 0 15,-25-1-15,-25-24 16,25 25-16,-24-26 16,24-24-16,0 50 15,-24-50 1,24 0 0</inkml:trace>
  <inkml:trace contextRef="#ctx0" brushRef="#br0" timeOffset="895.015">25078 2828 0,'0'25'46,"0"-1"-30,-25 26-16,25-25 16,0 0-16,0 24 15,0-24 17</inkml:trace>
  <inkml:trace contextRef="#ctx0" brushRef="#br0" timeOffset="1103.898">25078 2654 0</inkml:trace>
  <inkml:trace contextRef="#ctx0" brushRef="#br0" timeOffset="1589.864">25425 2828 0,'-25'0'31,"-25"0"-16,26 0-15,24 25 16,-50-25-16,50 49 16,-25 1-1,25-1 1,0 1 0,75-50-16,-51 0 15,1 0 1,0 0-16,0 0 15,-25 25 1,0 0 0,-25-25-1,0 24 1,0-24-16,1 0 16,-1 25-16,-25-25 15,25 0 1</inkml:trace>
  <inkml:trace contextRef="#ctx0" brushRef="#br0" timeOffset="1996.72">25747 2828 0,'0'0'0,"-49"0"47,24 0-31,25 25-16,-25-25 15,25 49-15,0-24 16,0 25-16,0-1 16,0-24-16,0 0 15,0 24 1,50-49-1,-26 0-15,1 0 16,25 0-16,-25 0 16,24 0-1,-49-49-15</inkml:trace>
  <inkml:trace contextRef="#ctx0" brushRef="#br0" timeOffset="2452.039">25971 2654 0,'0'-25'15,"0"50"17,0 0-17,0 25-15,0-1 16,0 1-16,0-1 0,0-24 15,0 25 1,0-25-16,0-1 0,0 1 16,0 25-1,0-75 32,0 0-47,0-24 16,24-1-16,-24 25 15,25 0-15,25 1 16,-25 24 0,-1 0-1,-24 24 1,0 1-16,25 0 0,-25 25 16,0-26-16,0 1 15,25-25 1,-25 50-16,0-25 15</inkml:trace>
  <inkml:trace contextRef="#ctx0" brushRef="#br0" timeOffset="3015.298">26516 2877 0,'0'0'0,"0"-49"31,-25 49 0,1 0-15,-26 25-1,50 24-15,-50-24 0,50 0 16,0 0 0,0 24-16,0-24 0,0 0 15,0 24 1,50-49-1,-25 0 1,-25-24 0,49 24-16,-49-50 15,25 0-15,-25 26 16,0-26-16,0 0 16,0 26-16,0 73 46,0 1-30,0-25-16,25 24 16,-25 1-16,0-25 15,25-25-15,-25 24 16,49-24-16</inkml:trace>
  <inkml:trace contextRef="#ctx0" brushRef="#br0" timeOffset="3366.169">26690 2877 0,'0'25'47,"0"25"-47,49-1 16,-49-24-16,0 25 15,0-25 1,0-50 47,0-25-48,25 1-15,-25-1 0,0 25 16,25 25-16,-25-25 15,50 25 1,-26 0 0,1 25-1</inkml:trace>
  <inkml:trace contextRef="#ctx0" brushRef="#br0" timeOffset="3873.905">27186 2952 0,'0'-50'16,"-25"50"-1,25-25-15,-49 25 16,24 0-16,-25 25 16,50 0-1,-25 25-15,25-1 16,0 1-16,0-1 15,0-24-15,0 25 16,50-50 15,-25 0-31,24-25 16,-24-25-16,-25 26 16,25-1-16,-25-25 15,0 25-15,0 1 16,0-26-1,0 75 1,0 24-16,0 26 16,0-1-16,0 1 15,0-26-15,0 26 16,-50-1-16,50-24 16,-24-1-16,24-24 15,-50 0-15,25-25 16,-25 49-16,26-49 15,-1 0 1,25-24 0,0-1-16,0 0 15,0 0-15</inkml:trace>
  <inkml:trace contextRef="#ctx0" brushRef="#br0" timeOffset="4324.717">27310 3200 0,'25'0'31,"0"0"-16,-25-25 1,24 25-16,-24-25 16,25-24-1,-25-1 1,0 0 0,0 26-16,0-1 15,-25 25 16,-24 25-15,49 24 0,-25 1-16,25-1 15,0 1-15,0 0 0,0-26 16,0 1-16,25 25 16,0-50-1,-1 0-15,1 0 16,0 0-16,25-25 15</inkml:trace>
  <inkml:trace contextRef="#ctx0" brushRef="#br0" timeOffset="4994.966">28377 3001 0,'0'50'94,"0"0"-94,0 24 15,0 0-15,0 26 16,0-1-16,0-50 15,0 1-15,0-25 16,0 24-16,0-24 16</inkml:trace>
  <inkml:trace contextRef="#ctx0" brushRef="#br0" timeOffset="5349.697">28377 3076 0,'0'0'0,"0"-50"0,74-24 31,-49 74-15,24 0-16,1 0 16,-50 49-16,0-24 15,25 0-15,-25 0 16,0 0-16,0 24 16,-75 1-1,26-50-15,24 25 16,0-25-16,0 0 15</inkml:trace>
  <inkml:trace contextRef="#ctx0" brushRef="#br0" timeOffset="5805.79">28699 2704 0,'50'0'31,"-50"25"-15,24-1-16,-24 26 15,25 24-15,-25 26 0,0-1 16,0-50-16,0 26 15,0-26-15,0-24 16,0 0 0,0 0-16,50-25 47,-50-25-47,0-25 15,25 1-15,-25-1 16,24 25-16,1 1 15,25 24 1,-25 24 0,-25 1-1,24 0-15,-24 25 0,25-26 16,-25 1 0,50-25-1,-25 0 1</inkml:trace>
  <inkml:trace contextRef="#ctx0" brushRef="#br0" timeOffset="6165.26">29319 3175 0,'25'0'31,"0"0"-16,-25-25 1,25 25-16,-25-25 0,24 25 16,-24-24-16,0-51 15,0 26 1,-49 49 0,24 0-1,-25 49 1,50 1-1,-49-1-15,49 1 16,0 0-16,0-26 16,0 1-16,25 0 15,24-25 1,1 0-16,-25 0 0,-1 0 16,1 0-16</inkml:trace>
  <inkml:trace contextRef="#ctx0" brushRef="#br0" timeOffset="7598.781">29666 3026 0,'0'0'0,"0"25"47,0 0-47,0 0 16,0-1-16,0 26 15,0-25-15,0 0 16,0 24-16,0-24 16,-24-25 31,24-50-32,0 26 1,0-26-16,0 0 15,0 1-15,49-1 16,-49 25-16,50 25 0,-50-49 16,49 49-16,26 0 15,-75 25 1,49-1-16,-49 1 16,0 25-16,0-1 15,0 1-15,0-25 16,0 0-16,0 24 15</inkml:trace>
  <inkml:trace contextRef="#ctx0" brushRef="#br0" timeOffset="7964.99">30113 3026 0,'0'25'31,"-25"0"-31,25 0 16,-50 24-16,50-24 16,0 0-16,0 0 15,25-1-15,25-24 16,-1 0-1,1 0 1,-25-49 0,-25 24-1,25 0-15,-25 0 16,0-24-16,0 24 16,0 0-16,0 0 15,-50 25-15,50-24 16,-25 24-16</inkml:trace>
  <inkml:trace contextRef="#ctx0" brushRef="#br0" timeOffset="8553.681">30460 3001 0,'0'25'32,"0"0"-32,0 0 15,0 24-15,0-24 16,0 25-16,0-1 16,0-24-16,0 0 15,0 0 1,0-50 31,0 0-47,0-24 0,0-1 15,50-24-15,-50 49 16,49 0-16,-24 25 16,25 0-1,-50 50 1,0-1-1,0 1-15,0-1 16,25-73 31,-25-1-31,24-25-16,-24-24 15,75 24-15,-26 1 16,1 24-1,-25 25 1,-25 25-16,0 24 16,0 1-16,25 24 15,-25 1-15,0-26 16,0-24-16,0 0 16,24-25-16,-24 25 15,25-25-15</inkml:trace>
  <inkml:trace contextRef="#ctx0" brushRef="#br0" timeOffset="8932.192">31080 3200 0,'25'0'47,"25"0"-32,-26 0 1,26 0 0,-50-25-16,0-25 15,0 1 1,0-1 0,-25 50-1,0 0 1,-49 25-1,74 0-15,-25 24 16,25 1-16,0 0 16,0-1-16,0 1 15,0-25-15,25-25 16,0 49-16,24-49 16,-24 0-16,25 0 15,-25 0-15,0 0 16,-1 0-16</inkml:trace>
  <inkml:trace contextRef="#ctx0" brushRef="#br0" timeOffset="9383.029">31452 3125 0,'0'25'62,"50"25"-62,-50-25 16,0-1-16,0 1 0,0 25 15,0-25 1,0-50 62,25-25-78,-25 1 16,0-1-16,25 0 15,-25 26-15,49 24 16,1 0 0,-25 0-16,-1 0 15,-24 24-15,50 26 0,-50 0 16,25-1-16,-25-24 15,0 0-15,49 0 16,-49 24 0,25-49 15</inkml:trace>
  <inkml:trace contextRef="#ctx0" brushRef="#br0" timeOffset="10010.667">32048 3175 0,'0'-25'15,"-25"25"1,0 25 0,25 25-16,-50-26 15,50 1-15,0 25 16,0-25-16,0-1 15,0 26 1,50-50 0,0 0-1,-1 0 1,-49-74 0,0 49-1,0-25-15,0 1 16,0-1-16,0 0 0,0 26 15,25 24 1,-25-25 0,25 25-16,24 25 15,-49 24 1,50 1-16,-50-1 16,25-24-16,-25 0 15,0 0-15,0 24 16,0-24-1,0-50 32,0-24-47,50-1 16,-50 1 0,49-1-16,-24 25 0,0 25 15,0 0-15,24 0 16,-49 25-1,25 25-15,-25-1 16,0 1-16,0-1 16,0-24-16,0 0 15,0 25 1,-74-50-16</inkml:trace>
  <inkml:trace contextRef="#ctx0" brushRef="#br0" timeOffset="13125.752">20464 4217 0,'0'-25'46,"0"50"33,0 0-79,0-1 15,0 1-15,0 25 16,0-25-16,0-1 0,0 1 15,0 0 17,0-50 61,0-24-77,0 24-16,0 0 16,0-25-16,25 26 15,24-1 1,-24 25 0,25 0-16,-26 0 15,1 0-15,-25 25 16,25-1-16,-25 1 15,0 0-15,0 25 16,0-26-16,0 1 16,0 0 15,0-75 16,0 26-47,0-1 15,0-25 1,0 25-16,50-24 0,-1 24 31,1 25-31,-25 0 16,0 0-16,24 50 16,-49-26-1,0 26-15,0-25 16,0 24-1,0-24-15,-25-25 32</inkml:trace>
  <inkml:trace contextRef="#ctx0" brushRef="#br0" timeOffset="14094.925">21109 4242 0,'0'49'78,"0"-24"-78,0 0 15,0 0-15,0-1 16,0 26-16,0-25 16,0 0 15,0-50 0,0-50 0,25 26-31,-25-1 0,49 25 16,-49 1-16,25 24 16,-25-25-16,50 25 15,-1 0 1,1 25-1,-50-1-15,49 26 16,-49 0-16,0-26 16,0 26-16,-24-25 15,-1-25 1,25-25 15,0 0-15,0 0-16,25-24 15,-25-1-15,49 1 16,1 24 0,-1 25-16,-24 0 15,0 0-15,0 0 16,0 0-16,-25 49 16,49-24-16,-49 25 15,0-25-15,0-1 0,0 26 16,-25-50-1,25 25 1</inkml:trace>
  <inkml:trace contextRef="#ctx0" brushRef="#br0" timeOffset="14828.602">22200 4266 0,'-25'0'31,"-24"50"-15,49-25-1,0 24-15,-25-24 16,25 0-16,0 0 16,50-25-1,-1 0 1,1 0 0,-25-50-1,-25 25 1,0 1-16,0-26 15,0 25-15,-25-24 16,0-1-16,25 75 47,25-25-31,0 0-16,-1 0 15,1 0-15,25 0 16,-25 0-16,-1-25 15,26-25-15,-25 26 0,24-1 16,-49-25 0,50 25-16,-50 1 15,0-26-15,0 0 16,0 26-16,-25-1 16,0 25-1,-24 0 1,49 25-16,0-1 15,-25 26-15,25 24 16,0 1-16,0-26 16,0 26-16,0-1 15,0 1-15,50-26 16,-50-24-16,0 25 16,24-26-16,-24 26 15,-49-50 16</inkml:trace>
  <inkml:trace contextRef="#ctx0" brushRef="#br0" timeOffset="14995.188">22399 4440 0,'0'0'0,"0"-25"0,74 25 15,25-74 1,-74 74 0,25-50-1</inkml:trace>
  <inkml:trace contextRef="#ctx0" brushRef="#br0" timeOffset="15544.02">23688 4118 0,'-24'0'0,"48"0"0,-48-50 16,24 100 46,0-1-62,0 26 16,0-1-16,0-24 15,0 24-15,0-24 16,0-26-16,0 1 16,0 0-1</inkml:trace>
  <inkml:trace contextRef="#ctx0" brushRef="#br0" timeOffset="15916.804">23639 4465 0,'49'-25'31,"1"25"-31,-25-50 0,0 50 15,-1-24-15,1 24 16,-25-25-16,50 25 16,-50-25-16,50 0 15,-50-24-15,0-1 16,0 25 0,0 50 30,0 0-46,0 24 16,0 26-16,0-26 16,0 1-16,0 0 15,0-26-15,0 26 16,24-50 15</inkml:trace>
  <inkml:trace contextRef="#ctx0" brushRef="#br0" timeOffset="16479.479">24284 4390 0,'0'-49'16,"-50"49"15,1 0-16,49 25 1,-50 24-16,50 1 16,0-1-16,0 1 15,25-50 1,24 0 0,-24 0-16,-25-25 15,50 25-15,-50-49 16,0-1-1,0 25 1,0 50 15,0 0-15,0 24-16,0 1 16,0 0-16,0 24 15,0 0-15,0 1 0,0-1 16,0-24-1,0 0-15,0-1 0,0-24 16,-25 0-16,25 0 16,-74-25-16,24 49 15,0-49-15,1 0 16,24 0-16,0 0 16,25-49-1,0-1 1,25-24-16,49-50 15,26 24-15,-1 1 16,25-25-16,-25 50 0,-49 24 16</inkml:trace>
  <inkml:trace contextRef="#ctx0" brushRef="#br0" timeOffset="19294.808">20315 4887 0,'25'0'94,"0"0"-94,49 0 16,25 0-16,25 0 15,50 0-15,99 0 0,-25 0 16,74 0 0,-24 0-16,24 0 15,-24 0-15,25 0 16,-26 0-16,1 0 0,-25 0 15,-50 0-15,-25 0 16,-49 0-16,-74 0 16,-1 0-16,0 0 15,-24 0-15,-25 0 16,24 0 0,-24 0-1,0 0 16,25 0-15,-26 0 0,-48 0 31,-1 0-32,-25 0-15</inkml:trace>
  <inkml:trace contextRef="#ctx0" brushRef="#br0" timeOffset="21578.044">20340 5531 0,'0'25'62,"0"25"-46,49-1-16,-49 1 15,0 0-15,0-1 16,0-24-16,0 25 16,0-25-16,0 24 15</inkml:trace>
  <inkml:trace contextRef="#ctx0" brushRef="#br0" timeOffset="22166.777">20786 5631 0,'-49'0'62,"49"24"-62,-25 1 16,25 25-16,0-1 16,0 1-16,0 0 15,0-25-15,0-1 16,0 26-16,50-50 16,-26 0-1,26 0-15,-25 0 16,0 0-1,-25-50-15,0 26 16,0-1-16,0 0 16,0-25-16,0 25 15,0-24-15,0 24 16,-50-25 0,25 50-16,-24 0 15,24 25-15</inkml:trace>
  <inkml:trace contextRef="#ctx0" brushRef="#br0" timeOffset="22874.597">21654 5854 0,'50'0'47,"0"-25"-32,-1 25-15,51 0 16,24 0-16,0 0 16,0 0-16,-25 0 15,0 0-15,0 0 16,25 0-16,-49 0 0,-26 0 16,1 0-16,-25 0 15,-50 0 63</inkml:trace>
  <inkml:trace contextRef="#ctx0" brushRef="#br0" timeOffset="23150.498">22796 5655 0,'49'-49'31,"1"49"-31,-25 0 15,-1 0-15,1 49 16,-25-24-16,50 25 16,-50-1-16,0 1 15,0 0-15,-25-1 0,-25 1 16,1-25 0,-50 24-16</inkml:trace>
  <inkml:trace contextRef="#ctx0" brushRef="#br0" timeOffset="25642.48">24532 5606 0,'0'25'63,"0"24"-63,0 1 15,0-1-15,0 26 16,0-25-16,0-1 16,0-24-16,0 0 15,0 0 1</inkml:trace>
  <inkml:trace contextRef="#ctx0" brushRef="#br0" timeOffset="26303.8">24532 5730 0,'0'-50'0,"0"25"16,25 1-1,24-1 1,-24 25 0,0 0-16,24 0 15,-24 0 1,25 0-1,-50 49-15,0 1 16,0-25 0,0 24-16,-25-24 15,-25 25 1,75-50 46,0 0-62,0 0 16,0 0-16,24 0 16,-24 0-16,0 25 15,-25 0 1,0-1-16,0 1 16,-25 25-16,-49-1 15,49-49 1,0 25-16,0-25 15,-24 0-15,-1 0 16,25 0 0,0 0-1,1-49 1,-1 49 0,25-25-16,0 0 31</inkml:trace>
  <inkml:trace contextRef="#ctx0" brushRef="#br0" timeOffset="26672.117">25102 5556 0,'0'0'16,"0"25"31,0 0-47,0 24 15,0 1 1,0 24-16,0 1 0,0-1 16,0-49-16,0 25 15,0-1-15,0-24 16</inkml:trace>
  <inkml:trace contextRef="#ctx0" brushRef="#br0" timeOffset="27137.88">25326 5804 0,'0'0'0,"0"25"47,0 25-47,0-1 15,0 1-15,0-25 16,0 0-16,24-1 16,1-24-1,0 0 1,25 0-1,-50-49 1,49 24-16,-49 0 16,50 0-16,-50-24 0,0 24 15,0 0 1,0 50 15,0 25-15,0-1-16,0 1 15,0-25-15,0 24 16,25-49-16,-25 25 16,24-25-1</inkml:trace>
  <inkml:trace contextRef="#ctx0" brushRef="#br0" timeOffset="27527.197">25747 5978 0,'25'0'31,"0"0"-15,24 0-1,1 0 1,0-25-16,-1 0 31,-49-24-15,0-1-1,-24 50-15,-26 0 16,25 0 0,-25 0-16,26 25 15,-26 25 1,50-26-16,0 1 15,0 0-15,0 0 16,0 24 0,0-24-1,74-25-15,-49 0 16,25 0-16,0 0 16,-26 0-16</inkml:trace>
  <inkml:trace contextRef="#ctx0" brushRef="#br0" timeOffset="28373.884">27161 5904 0,'25'0'0,"-25"-25"0,0 0 31,-50 25 16,26 0-47,-26 0 16,0 0-16,1 0 15,24 50-15,0-50 16,25 49-16,0-24 31,50 0-15,-1-25-1,1 0-15,0 0 16,-1 0-16,-24 0 16,-25 25-16,25-25 0,-25 24 31,-50-24-31,1 50 15,-1-50-15,-25 25 16,26-25-16,-50 0 16,-1 0-16,51 0 15,-26 0-15</inkml:trace>
  <inkml:trace contextRef="#ctx0" brushRef="#br0" timeOffset="29212.767">27310 5680 0,'25'0'16,"-25"25"31,25 25-47,-25 24 15,0-24-15,0 24 16,0-24-16,0-1 16,0-24-16,0 0 15,49 0 1</inkml:trace>
  <inkml:trace contextRef="#ctx0" brushRef="#br0" timeOffset="30158.727">27285 5928 0,'0'-24'31,"50"24"-16,-25-50-15,-1 50 16,1 0-16,25 0 16,-1 0-16,-24 0 15,0 0-15,25 25 16,-1 24 0,-49-24-1,0 0-15,0 0 16,0 0-16,0 24 15,0-24 1,-49-25 31,49-50-16,0 26-31,0-26 16,24 25-16,-24 0 15,50 25-15,-25-49 16,0 49-16,-1 0 16,26-25-16,-25 25 15,0 0-15,24 0 16,1 0 0,-25 25-1,-1-25 1,-24 25-16,25-25 15,25 0 1,-50 24-16,50-24 16,-26 0-16,1 0 15,25 0 17,-50-24-17,0-26 1,-25 25-1,0 25 1,0 0 0,1 0-16,-26 0 0,25 0 15,-25 25-15,26-25 16,24 50-16,-25-50 16,25 49-16,0 1 15,0-25 1,0 24-1,49-49 1,-24 0 0,25 0-16,-25 0 15,0 0-15,-1 0 16,1 0-16,0 0 0,0 0 16</inkml:trace>
  <inkml:trace contextRef="#ctx0" brushRef="#br0" timeOffset="30821.548">28699 5879 0,'0'0'0,"0"-25"32,0 0-1,-25 25-16,-24 0 1,24 0 0,-25 0-1,25 0-15,1 0 16,24 25-16,-50-25 16,50 50-16,0-26 15,-25 26-15,25 0 16,0-26-1,25-24 1,25 0 0,-26 0-16,26 0 15,-50-24 1,25 24-16,-25-50 16,0 0-1,49 26-15,-49-1 0,0 0 31,0 50 1,0 0-17,0-1-15,0 1 16,0 0-16,0 25 16,25-26-1,0-24 1</inkml:trace>
  <inkml:trace contextRef="#ctx0" brushRef="#br0" timeOffset="31452.614">28823 5829 0,'0'25'47,"0"0"-32,25 0-15,-25-1 16,0 1-16,0 0 16,0 25-1,0-1 1,0-74 15,0-24 0,0 24-31,0-25 0,0 26 16,49-1 0,-24 25-1,0 0 1,-25 25-16,25 24 15,-25 1 1,0-25 0,49-100 62,-49 50-78,50-24 0,-50 24 15,50 25-15,-1 0 16,1 0 0,-50 25-1,25 0-15,-25-1 16,25 26-16,-25-25 16,0 0-16,0 24 15</inkml:trace>
  <inkml:trace contextRef="#ctx0" brushRef="#br0" timeOffset="31901.784">29518 6003 0,'24'0'31,"1"0"-15,-25-25-16,25 25 16,-25-25-1,0 0 1,25 25-1,-25-24-15,0-26 16,-25 25 0,-25 25-1,1 0 1,49 50 0,-25-1-16,25-24 15,0 0-15,0 0 16,0 0-16,0 24 15,25-49 1,0 25-16,-1-25 16,1 0-16,0 0 15,25 0-15,-1-25 16</inkml:trace>
  <inkml:trace contextRef="#ctx0" brushRef="#br0" timeOffset="32267.566">29840 5879 0,'0'25'47,"0"-1"-31,0 1-16,0 0 0,0 0 15,0 24 1,0-24 0,0-99 46,0 24-62,0 25 16,50-49-1,-50 49-15,49 0 16,-24 25-16,25-49 0,-26 49 31,1 0-15</inkml:trace>
  <inkml:trace contextRef="#ctx0" brushRef="#br0" timeOffset="35590.796">20786 6821 0,'-49'0'62,"24"0"-62,-25 0 16,25 0 0,-24 0-1,49 25-15,-50-25 16,25 0-1,25 25 79,0 0-78,0 0-16,0-1 15,0 1-15,0 25 16,0-25-16,0-1 16,0 26-1,0-25 1,0-50 62,0-25-62,50 50-16,-25-24 15,0 24-15,-1 0 16,1 0-16,25 0 16,-25 0-16,0 0 15,-1 49-15,-24-24 16,50 0-16,-50 0 15,0 24-15,0-24 16,-25 25-16,25-26 16,-49-24-16,49 25 0,-50-25 15,25 0 1,-25 0-16,26 0 16,-1 0-1,25-25 1,0-24-1,25 49 1,-1-25-16</inkml:trace>
  <inkml:trace contextRef="#ctx0" brushRef="#br0" timeOffset="36130.944">22275 7144 0,'0'-25'16,"-50"25"0,0 0-1,75 0 48,25 0-63,-1 0 0,26 0 15,24 0 1,-25 0-16,26 0 0,-26 0 16,-24 0-1,-1 0-15,-24 0 0,25 0 16</inkml:trace>
  <inkml:trace contextRef="#ctx0" brushRef="#br0" timeOffset="36347.817">22796 6995 0,'0'0'16,"74"25"15,-49 24-31,-25-24 16,0 25-16,0-1 15,-50 1-15,1-25 16,-1 0-16,0-25 16</inkml:trace>
  <inkml:trace contextRef="#ctx0" brushRef="#br0" timeOffset="37197.448">24482 7119 0,'25'0'47,"25"0"-32,-1 0-15,1 0 0,-1 0 16,1 0-16,0-25 16,-26 25-16,1 0 15</inkml:trace>
  <inkml:trace contextRef="#ctx0" brushRef="#br0" timeOffset="37528.307">24705 6921 0,'0'49'78,"0"-24"-78,0 0 0,0 24 16,0 1-16,25 24 15,-25-24-15,0 0 16,0-26-16,25 26 16,-25-25-1</inkml:trace>
  <inkml:trace contextRef="#ctx0" brushRef="#br0" timeOffset="38228.4">25102 6970 0,'0'0'15,"0"-25"1,25 25 15,0 25-15,-25 0 0,50 25-16,-50-1 15,24 1-15,-24-25 16,25 24-16,-25-24 15,25-25 1,25-25 15,-50 0-15,0-24-16,24-1 0,-24 1 16,0 24-16,25-25 15,0 50 16,25 25-15,-50 25-16,49-26 16,-24-24-16,25 50 15,-1-50-15,-24 0 16,0 0-16,0 0 16,24 0-1,-49-25 1,0 0-16,0-49 15,-25 24 1,1 50 0,-26 0-1,25 25 1,0 25-16,25-1 16,-49 1-16,49 0 15,0-26-15,0 26 16,49-25-1,-24-25-15,0 0 16,0 0-16,0 0 16,-1 0-16</inkml:trace>
  <inkml:trace contextRef="#ctx0" brushRef="#br0" timeOffset="39123.962">26690 7069 0,'0'-24'31,"-50"24"16,25 24-47,-24 1 15,24 0-15,25 25 16,-25-26-16,25 1 16,0 0-16,0 0 15,25-25-15,25 0 16,-1 0-16,1 0 16,24 0-16,-24 0 15,24 0-15,1 0 0,-1-50 16,-49 50-16,0-49 15,24 24 1,-49 0 0,0 0 15,-49 50-15,49 0-1,-25 0-15,25-1 16,0 26-16,0-25 15,0 0 1,25-25-16,49 0 16,-49 0-16,0 0 15,0-25 1,-1 25-16,-24-25 0,50 25 16,-50-25-16,-25-24 15,0 49 1,-24-50-16,-1 50 15,1-50-15,-1 50 16,25 0-16,0 0 16</inkml:trace>
  <inkml:trace contextRef="#ctx0" brushRef="#br0" timeOffset="39438.082">27434 6871 0,'0'-25'0,"0"0"16,0 0 15,0 50 16,0 25-47,25 0 16,-25 24-16,0-24 0,25-1 15,-25 1 1,0-25-16,0-1 0,0 1 16,0 0-1,24-25-15</inkml:trace>
  <inkml:trace contextRef="#ctx0" brushRef="#br0" timeOffset="39908.774">27632 7069 0,'0'0'0,"0"-24"15,0 73 32,25-24-47,-25 25 16,0-26-16,0 1 16,25-25-1,-25 50-15,25-50 16,24 0-1,1-25 1,-50-25 0,25 1-16,-25 24 15,0 0-15,0 0 16,0-24 0,0 74 15,0-1-16,0 26-15,0-25 16,0 0-16,0-1 16,0 26-1,25-50 1,-25 25 0</inkml:trace>
  <inkml:trace contextRef="#ctx0" brushRef="#br0" timeOffset="40657.894">28054 7020 0,'0'25'47,"25"-25"-31,-25 49-16,0-24 16,0 0-16,0 24 15,0 1 1,0-25 15,0-75 16,25 25-31,-25 1-16,0-26 15,0 25-15,25 25 0,-25-25 16,24 25-1,1 0 1,50 25 0,-75 0-16,24 25 15,-24-26-15,0 1 16,0 25 0,0-25 15,0-50 0,0 0-15,0-25-16,0 1 15,25-1-15,0 1 16,0 49-16,0-25 16,-1 25-16,26 0 0,0 0 15,-50 25 1,24-1-16,-24 26 15,0-25-15,0 0 16,0 49 0,0-49-1,0 24 1</inkml:trace>
  <inkml:trace contextRef="#ctx0" brushRef="#br0" timeOffset="41178.956">28749 7119 0,'24'0'63,"-24"25"-48,25 0 1,-25-1-16,0 1 0,0 25 16,0-25-1,0-75 63,0 25-78,0-24 16,0-1 0,0 0-1,50 50-15,-1 0 16,1 0-1,-25 0-15,24 0 16,-49 50 0,50 0-16,-50-26 15,0 1-15,0 25 16,0-25 0,-25-25-1</inkml:trace>
  <inkml:trace contextRef="#ctx0" brushRef="#br0" timeOffset="45955.236">20092 8310 0,'0'-25'78,"-25"25"-47,-25 0-15,26 49-1,24 1-15,0 0 16,-25-1-16,25 1 15,0-1-15,0-24 0,0 0 16,0 25 0,0-1-16,25-49 15,-25 25 1,24-25-16,26 0 16,0-25-1,-1-24 1,-49 24-16,25 0 15,-25 0-15,0 0 16,50-24-16,-50-1 16,0-24-16,0 24 15,-25 1-15,25 24 16,-25 25-16,25-25 0,-25 25 16,0 0-1,1 0 1,24 25-16,0 0 15</inkml:trace>
  <inkml:trace contextRef="#ctx0" brushRef="#br0" timeOffset="46417.994">20439 8533 0,'0'49'63,"0"-24"-48,25-25 32,-25-49-16,0 24-15,0 0 15,-25 25-15</inkml:trace>
  <inkml:trace contextRef="#ctx0" brushRef="#br0" timeOffset="46989.789">20762 8334 0,'0'50'109,"-50"0"-93,50-26-16,0 1 16,25-25-1,0 0 1,-25 50-16,49-50 15,1 0-15,-25 0 0,-1 0 16,1 0 0,-25 25-1,0 24 1,-25-24 0,-24-25-1,24 25-15,-25-25 16,1 0-1,-1 0 1,25 0 0</inkml:trace>
  <inkml:trace contextRef="#ctx0" brushRef="#br0" timeOffset="47342.593">20762 8285 0,'49'0'79,"-24"-25"-79,0 25 15,0 0-15,24 0 16,-24 0-16,25-50 15,-26 50 1</inkml:trace>
  <inkml:trace contextRef="#ctx0" brushRef="#br0" timeOffset="48619.317">22399 8533 0,'-25'0'16,"-25"0"0,25 0 30,75 0-14,0 0-32,-26 0 15,51 0-15,-1 0 16,1 0-16,-26 0 16,1 0-16,0 0 0,-26 0 15,26 0 1</inkml:trace>
  <inkml:trace contextRef="#ctx0" brushRef="#br0" timeOffset="48842.209">22820 8409 0,'75'0'31,"-50"0"-15,-1 25-16,-24-1 15,50 51-15,-50-50 16,0 49-16,-25-24 15,-24-1-15,-1 1 16,0-25-16</inkml:trace>
  <inkml:trace contextRef="#ctx0" brushRef="#br0" timeOffset="50504.796">24829 8359 0,'0'-25'31,"-24"25"0,-1 0-15,0 0 0,0 0-16,0 0 0,1 0 15,-26 0-15,25 0 16,-24 0 0,49 25 124,0 25-140,0 24 16,24 1-16,-24-1 15,0 0-15,0 1 16,0-50 0,0-1-16,25 1 0,-25 0 15</inkml:trace>
  <inkml:trace contextRef="#ctx0" brushRef="#br0" timeOffset="50775.742">24631 8657 0,'25'0'32,"0"-25"-32,24 25 15,1 0-15,-25 0 16,-1 0-16,1 0 16,0 0-16</inkml:trace>
  <inkml:trace contextRef="#ctx0" brushRef="#br0" timeOffset="51287.88">25226 8607 0,'0'-25'16,"-24"25"0,-26 0-1,25 25-15,0 0 16,25 25-16,-49-1 16,49 1-16,0-25 15,0 24-15,0-24 16,25 0-1,-1-25-15,26 0 16,-25 0 0,24-50-1,-49 25-15,25-24 16,-25 24-16,0 0 0,0-24 16,0-1-1,0 25-15,0 50 47,0 49-47,0-24 16,0-25-16,0 24 15,0-24-15,50 0 16,-1-25 0</inkml:trace>
  <inkml:trace contextRef="#ctx0" brushRef="#br0" timeOffset="51637.015">25499 8533 0,'0'25'31,"25"24"-15,-25 1-16,0-1 15,0-24-15,0 0 16,50 25-16,-50-1 16,0-74 46,0-24-62,0 24 16,0-25-16,0 1 15,24 24-15,-24 0 16,25 25-16,-25-25 16,25 25-16,25 0 15,-26 0 1,1 0-16</inkml:trace>
  <inkml:trace contextRef="#ctx0" brushRef="#br0" timeOffset="52060.825">26070 8706 0,'0'-49'0,"-25"24"16,-25 25-1,1 25 1,24 0-16,0 24 15,-25 1-15,26-1 16,24-24-16,0 0 16,0 0-1,74-25 17,-49 0-32,25-25 0,-50 0 15,49-24 1,-49 24-16,0-25 15,0 25-15,0 1 16,0 48 15,0 1-31,0 0 16,0 25-16,25-50 16,-25 24-16,50-24 15,-1 0-15,-24 0 16,0 0-16</inkml:trace>
  <inkml:trace contextRef="#ctx0" brushRef="#br0" timeOffset="52572.53">26367 8731 0,'0'0'15,"25"-74"-15,-25 49 16,0 0-16,0 0 31,0 50 0,-49 25-15,49-1-16,-50-24 16,50 25-16,-50-25 15,50-1-15,0 26 16,25-50 0,0 0-1,25 0 1,-1 0-1,-49-50-15,50 26 16,-50-1-16,0-25 16,25-24-16,-25-1 15,0 1-15,0 0 16,0-1-16,0 26 16,0 24-16,0 0 15,0 75 32,0-1-47,0 26 16,0-1-1,0-24-15,0 49 0,0-50 16,0 26-16,0-26 16,0-24-16,0 25 15,49-50 1</inkml:trace>
  <inkml:trace contextRef="#ctx0" brushRef="#br0" timeOffset="53407.071">26690 8781 0,'0'0'0,"0"-50"0,0 25 31,-25 25-15,-49 50 0,74 0-1,-25-26-15,25 1 16,0 0-16,0 25 16,49-50 15,-24-25-31,25-25 31,-50 25-31,49 1 0,-49-1 16,0 0-16,0-25 15,0 75 17,0 0-17,0 0-15,0 24 16,25-49-1,0 0 1,25 0 0,-26-24-16,26-26 15,-50 25 1,0-24-16,0 73 47,0 1-32,0 0-15,0 25 16,0-26-16,25 1 16,24-25-1,1 0 1,0 0 0,-50-25-1,25-24-15,-25 24 16,0 0-16,0-24 0,0 24 15,0 99 32,0-24-31,0 24-16,0 1 0,0-26 16,-25 26-16,25-1 15,0-24-15,-25-25 16,25-1-16,-25-24 15,25 25-15,-74-25 16,24 0-16,25 0 16,-24 0-16,24 0 15,25-49 1,0 24 0,25 0-16</inkml:trace>
  <inkml:trace contextRef="#ctx0" brushRef="#br0" timeOffset="53670.946">27236 8558 0,'0'0'0,"24"-50"15,-24 25 1,25 25 15,-25 25-31,0 25 16,0-1 0,0 1-1</inkml:trace>
  <inkml:trace contextRef="#ctx0" brushRef="#br0" timeOffset="54037.75">27682 8657 0,'0'-25'15,"-25"25"1,0 0 0,-24 25-1,24 24 1,25-24-16,0 0 16,0 0-1,25-25 1,24 25-16,-24-25 15,0 49-15,-25-24 32,-50-25-17,1 25-15,-1-25 16,-49 0-16,-25 0 16,-50 0-16</inkml:trace>
  <inkml:trace contextRef="#ctx0" brushRef="#br0" timeOffset="55367.409">28749 8781 0,'-25'0'31,"-25"0"-15,1 0-16,24 0 16,0 25-16,0 24 15,25 1 1,0-25-16,0 24 15,50-49 1,-25 0-16,-1 25 16,1-25-16,0 0 15,49-25 1,-49-24 0,-25 24-16,0-25 15,0 1-15,0-1 16,0-24-16,0-1 15,0 26-15,0-26 16,0 26-16,0 24 16,0 74 31,0 51-47,0-1 15,0-25-15,0 25 0,0 1 16,0-26-16,0-24 15,0-25-15,0 24 16,0-24 0</inkml:trace>
  <inkml:trace contextRef="#ctx0" brushRef="#br0" timeOffset="56506.816">29220 8880 0,'0'-50'31,"-25"50"0,0 0-31,1 0 16,-1 25-16,-25 0 15,50 25-15,-25-26 0,25 1 16,0 0-16,0 25 16,50-50 15,0 0-16,-50-25-15,49 25 16,-49-50-16,25 25 16,-25 1-1,0-1-15,25-25 0,-25 25 16,0 50 31,0 0-47,0 0 0,0 24 15,0 1 1,49-50 0,1 0-16,-25 0 15,0 0-15,-1-25 16,1 0-16,25 1 16,-50-1-16,25-25 15,-25 25-15,0 1 16,0-1-16,0-25 15,24 75 48,1-25-63,0 25 16,0-25-16,24 25 0,-24-25 15,-25 49 1,25-49-16,-25 25 0,0 25 15,-25-26 1,-24 26 0,49-25-1,24-25 17,1 0-17,25 0-15,-25-50 16,-1 25-16,26-24 15,0-1-15,-26 1 16,1-26-16,-25 26 16,50-26-16,-50 1 0,0 24 15,0 25 1,0 50 15,0 25-31,0 24 16,0-24-16,0 24 15,0 1-15,0-26 16,0-24-16,0 25 16,0-1-1,0-74 17,25 1-17,-25-26-15,49 0 16,-49 1-1,75 24-15,-51 25 0,26 0 16,-25 0 0</inkml:trace>
  <inkml:trace contextRef="#ctx0" brushRef="#br0" timeOffset="56729.707">30038 8781 0,'0'49'47,"25"-24"-47,-25 25 16,50-25-16,-50-1 15,25-24-15,-25 50 16,24-50-16</inkml:trace>
  <inkml:trace contextRef="#ctx0" brushRef="#br0" timeOffset="57375.364">31006 8880 0,'0'-25'47,"0"-24"-16,0 24-15,25-25-1,-25 25 1,-25 25 15,0 0-31,0 0 16,-24 25 0,24 25-16,0-25 0,25 24 15,0-24 1,25-25-1,24 25 1,1-25-16,24 0 16,-24 49-16,0-49 15,-1 25-15,-49 0 16,0 0 0,-49-25-1,-26 50-15,26-50 16,-1 0-16,0 0 15,26 0-15,-1 0 0,0 0 16,0 0 0</inkml:trace>
  <inkml:trace contextRef="#ctx0" brushRef="#br0" timeOffset="57677.191">31378 8756 0,'0'0'0,"50"50"47,-50-1-32,0 1-15,0 24 16,0 1-16,0-26 16,0 1-16,0 0 15,0-1-15,0-24 16,0 25-16,0-26 16</inkml:trace>
  <inkml:trace contextRef="#ctx0" brushRef="#br0" timeOffset="57977.022">31403 8806 0,'0'0'0,"25"0"16,-1-25-16,1 25 0,25 0 16,-25 0-1,-1 0-15,26 0 16,-50 25-16,0-1 0,0 1 16,0 0-16,0 0 15,-25 24-15,0-49 16,25 50-16,-49-50 15,24 0-15,25 25 16,-25-25-16</inkml:trace>
  <inkml:trace contextRef="#ctx0" brushRef="#br0" timeOffset="58385.807">31874 8830 0,'-25'0'16,"-24"25"0,49 0-1,-50 25-15,50-26 16,0 1-16,0 0 15,25-25 17,24 0-32,-24-25 15,25-24 1,-25-1 0,-25 25-1,0 50 16,0 0-15,0 0-16,0-1 16,0 26-1,49-50 1</inkml:trace>
  <inkml:trace contextRef="#ctx0" brushRef="#br0" timeOffset="58912.504">32395 8806 0,'0'0'16,"-25"0"0,-24 0-1,24 24 1,0-24-16,-25 50 15,50 0-15,-49-26 16,49 1-16,0 0 16,0 25-1,0-25-15,24-25 16,1 0-16,25 0 16,-25 0-16,24 0 15,1 0-15,0 0 16,-1 0-16,1-50 15,-25 50-15,-1-50 16,-24 25-16,50-24 16,-50 24-16,25 0 15,-25 0-15,0 1 16,0-26 0,-25 50-1,0 0-15,0 0 16,-24 50-16,24-1 0,25 1 15,-50-1-15,50 1 16,0 0-16,0-25 16,0-1-16,25-24 15,0 0-15,25 0 16,-1 0 0,1 0-16,-25 0 0,-1 0 15</inkml:trace>
  <inkml:trace contextRef="#ctx0" brushRef="#br0" timeOffset="60787.178">20117 9674 0,'0'-25'62,"-25"25"1,25 50-63,-25-1 15,25-24-15,0 0 16,-50 0-16,50-1 0,0 26 15,0-25-15,0 24 16,25-49 0,25 0-1,-25 0 1,24-24 0,-49-1-16,50 25 15,-50-75-15,49 51 16,-49-1-16,0 0 15,0 0-15,0 0 16,-24-24-16,-1 24 16,0 25-1,-25 0 1,26 0 0,24 25-16</inkml:trace>
  <inkml:trace contextRef="#ctx0" brushRef="#br0" timeOffset="61158.99">20513 9823 0,'0'24'47,"0"-48"62,0-1-109,-49 25 32</inkml:trace>
  <inkml:trace contextRef="#ctx0" brushRef="#br0" timeOffset="61428.862">20786 9599 0,'0'0'0,"0"-24"15,0 73 32,0 1-47,0 24 16,0-24-16,0 24 16,0 1-16,0-26 15,0 1-15,0-25 16</inkml:trace>
  <inkml:trace contextRef="#ctx0" brushRef="#br0" timeOffset="62286.897">22200 9773 0,'-25'0'16,"1"0"0,73 0 46,26 0-62,-1 0 16,25 0-16,-24 0 15,-1 0-15,-49 0 16,24 0-16,-24 0 16,25 0-1</inkml:trace>
  <inkml:trace contextRef="#ctx0" brushRef="#br0" timeOffset="62476.769">22622 9575 0,'0'0'0,"49"0"0,-49 49 15,25-24 1,-25 25-16,0-1 15,0 26-15,0-51 0,-49 51 16,-1-26-16,0 1 16</inkml:trace>
  <inkml:trace contextRef="#ctx0" brushRef="#br0" timeOffset="63517.143">24780 9699 0,'0'-25'31,"-25"25"-16,-25 0 1,-24 25 0,24 24-1,26-24-15,24 0 0,-25 0 16,25 24 0,0-24-16,0 0 0,0 24 15,74-49 1,-49 0-16,0 0 15,0 0-15,-1 0 16,26 0-16,-25 0 16,24-49-1,-49 24 1,25 25-16</inkml:trace>
  <inkml:trace contextRef="#ctx0" brushRef="#br0" timeOffset="63856.927">24879 9748 0,'0'0'0,"25"0"47,-25 25-31,50 25 0,-50-26-16,0 1 15,24 0-15,-24 25 16,0-26-1,0-48 48,0-1-47,0-25-16,0 1 0,0 24 15,25-25-15,25 25 16,-1 25-1,-24 0 1,25 0 0</inkml:trace>
  <inkml:trace contextRef="#ctx0" brushRef="#br0" timeOffset="64241.731">25350 9723 0,'-24'0'47,"-26"50"-32,50-25-15,-25 24 16,25 1-16,0 0 15,0-26-15,0 26 16,25-50 0,25 0-1,-26 0-15,26-25 16,-50-49 0,25 49-1,-25 0-15,0-24 16,0 24-16,-25 0 15,-25 0 1,1 25 0,24 0-1</inkml:trace>
  <inkml:trace contextRef="#ctx0" brushRef="#br0" timeOffset="64660.534">25623 9748 0,'-25'0'47,"25"25"-47,-24-25 15,24 74-15,0-49 16,-25 0-16,25 0 16,0 0-16,0-1 15,0 26 1,74-50 0,-24 0-16,-1 0 15,-24 0 1,-25-50-1,0 26-15,0-26 16,0 25-16,0 0 16,-25 1-16,1-26 15,-26 25-15,25 25 16,25-25-16,-49 25 16</inkml:trace>
  <inkml:trace contextRef="#ctx0" brushRef="#br0" timeOffset="65072.834">25946 9624 0,'25'0'47,"-25"50"-47,0-1 16,0 1-1,0 0-15,0-1 0,0 1 16,0-25-16,0 24 16,0-74 46,49-24-62,-49-1 16,50 1-16,-50 24 15,49-50-15,-49 51 16,50 24-16,-50-25 16,50 25-16,-26 0 15,-24 74 1</inkml:trace>
  <inkml:trace contextRef="#ctx0" brushRef="#br0" timeOffset="65336.688">26070 9872 0,'25'0'31,"-1"25"-31,-24 25 16,25-26 0,-25 1-16,25-25 0,-25 50 15,50-50-15,-50 25 16,24-25-16,1 0 15</inkml:trace>
  <inkml:trace contextRef="#ctx0" brushRef="#br0" timeOffset="65718.675">26467 10046 0,'24'0'31,"1"-50"-15,0 1 0,-25 24-1,50 25 1,-50-50-16,0 25 16,0 1-16,-25-26 15,0 50 1,0 0-1,-24 25 1,49 0 0,-25-1-16,25 26 15,0-25-15,0 24 16,0-24-16,25 25 16,24-50-1,1 0 1,-25 0-1,24 0 1,-49-50-16</inkml:trace>
  <inkml:trace contextRef="#ctx0" brushRef="#br0" timeOffset="65937.678">26863 9624 0,'0'0'0,"0"50"63,0-25-63,0-1 16,0 1-16,0 0 15,0 25-15,0-1 16</inkml:trace>
  <inkml:trace contextRef="#ctx0" brushRef="#br0" timeOffset="66274.554">27186 9773 0,'-50'0'47,"1"25"-32,49 0 1,0-1 0,25 1-1,-1-25-15,1 50 16,25-50-1,-50 25-15,-25-1 32,0-24-17,-24 0-15,-26 0 16,1 0 0,-26 0-16</inkml:trace>
  <inkml:trace contextRef="#ctx0" brushRef="#br0" timeOffset="67055.751">29840 9773 0,'0'50'47,"0"-1"-31,-74 1 0,49-1-1</inkml:trace>
  <inkml:trace contextRef="#ctx0" brushRef="#br0" timeOffset="67262.632">30113 9823 0,'0'0'15,"0"24"1,0 1 0,-25 0-16,25 25 15,-50-26-15,50 1 16,-49-25-16</inkml:trace>
  <inkml:trace contextRef="#ctx0" brushRef="#br0" timeOffset="67653.816">31179 9823 0,'0'24'47,"0"26"-32,0-25-15,-24-25 16,24 49-16,-25-49 16</inkml:trace>
  <inkml:trace contextRef="#ctx0" brushRef="#br0" timeOffset="67840.162">31428 9847 0,'0'25'31,"-50"-25"-16,0 50-15,1-25 16,-1-25-16</inkml:trace>
  <inkml:trace contextRef="#ctx0" brushRef="#br0" timeOffset="69910.413">20141 11112 0,'-24'0'31,"-1"0"-15,25 25 0,-25-25-16,25 75 15,0-26-15,0 1 16,0-25-16,0 49 15,0-24-15,0-1 0,0-24 16,50 25 0,24-50-1,-24-25 1,-1-25 0,-49 26-16,25-1 15,-25 0-15,0-25 16,0 26-16,0-1 15,0-25-15,-25 25 16,0-24 0,1 49-1,24 25 1,-50-1-16,50 1 16,0 0-16</inkml:trace>
  <inkml:trace contextRef="#ctx0" brushRef="#br0" timeOffset="70288.245">20513 11435 0,'0'25'63,"25"-25"-16,0 0-16,-25-25-16,0 0 1,0 0 0,-25 25-1,0 0 1,25 25 0</inkml:trace>
  <inkml:trace contextRef="#ctx0" brushRef="#br0" timeOffset="70737.044">20811 11311 0,'0'-25'31,"0"50"0,-49 0-31,49 0 16,0 24-16,0 1 16,0-1-16,0 1 15,0-25-15,0 24 16,24-49-1,26 0 1,0 0 0,-1-74-1,-49 49-15,0-24 16,0 24-16,0 0 16,0 0-16,0 0 15,-25 1-15,25-26 16,-49 50-16,-1 0 15,25 0 17,25 25-32</inkml:trace>
  <inkml:trace contextRef="#ctx0" brushRef="#br0" timeOffset="71120.823">21233 11237 0,'0'0'16,"-50"24"31,50 1-47,-49 0 15,49 0-15,0 0 16,0 24-1,24 1 1,1-50-16,0 0 16,25 25-16,-1-25 0,1 24 15,-25-24 1,-25 25-16,0 25 16,-25-25 15,0-25-31,-25 0 15,26 0-15,-1 0 16,0 0-16,0 0 16,-24 0-1,49-25-15</inkml:trace>
  <inkml:trace contextRef="#ctx0" brushRef="#br0" timeOffset="71391.691">21282 11261 0,'0'-24'31,"50"24"-16,0 0-15,-26 0 16,1 0 0,25 0-16,-1 0 15,-24 0-15,25 0 0,-1 0 16,-24 0-16</inkml:trace>
  <inkml:trace contextRef="#ctx0" brushRef="#br0" timeOffset="71775.499">22051 11361 0,'25'0'47,"25"0"-32,-25 0-15,49 0 16,0 0-16,-24-25 16,49 25-16,25 0 15,0-25-15,-49 25 16,-1 0-16,-24 0 15,-1-50-15,-24 50 16,25 0-16,-75 0 31,-25 0 1,26 0-32</inkml:trace>
  <inkml:trace contextRef="#ctx0" brushRef="#br0" timeOffset="71994.371">22845 11162 0,'124'-25'31,"-124"75"-31,25 0 0,-25-1 15,0-24-15,-25 49 16,-24-24-16,-1 0 16,-24-1-16,-1 1 15</inkml:trace>
  <inkml:trace contextRef="#ctx0" brushRef="#br0" timeOffset="73310.789">24755 11137 0,'0'0'0,"0"-25"15,-50 25 17,1 0-17,24 0-15,25 25 16,-50 0-16,50 0 0,0 25 15,0-1-15,0-24 16,0 0-16,25 24 16,0-49-1,0 0-15,24 0 16,1 0-16,0 0 16,-26 50-16,1-50 15,-25 25 1,0 0-1,0-1 1,-25-24-16,-24 50 0,-1-50 16,-24 50-1,24-50-15,1 0 16,-1 0-16,25 0 0,0 0 16,1 0-16,-26-25 15,50 0 1</inkml:trace>
  <inkml:trace contextRef="#ctx0" brushRef="#br0" timeOffset="73694.789">25127 11038 0,'0'0'0,"0"-50"0,0 26 15,0 73 48,25 1-63,-25 24 0,0 1 15,0-26-15,0 26 16,50-1 0,-50-24-16,0-1 0,0-24 15,0 0 1</inkml:trace>
  <inkml:trace contextRef="#ctx0" brushRef="#br0" timeOffset="74330.466">25053 11336 0,'74'-50'15,"-49"50"1,0-49-16,0 49 16,24-25-16,-24 25 15,0 0-15,24 0 16,-24 0-16,0 0 15,0 0-15,0 0 16,-25 25-16,49-25 16,-49 74-16,50-49 0,-50 0 15,25 24 1,-25 1 0,0-25-1,0-1 1,-25-24-1,-25-24 17,50-1-17,0 0-15,25-25 16,0 26-16,0-1 16,-1 25-16,26-50 15,0 50-15,-1 0 0,1-49 16,-1 49-16,1 0 15,-25 0-15,0 0 16,24 24-16,-24 26 16,-25 0-1,0-1-15,0 1 16,0-25-16,0-1 16,0 26-1</inkml:trace>
  <inkml:trace contextRef="#ctx0" brushRef="#br0" timeOffset="74526.366">25921 11063 0,'0'0'16,"0"-25"-16,25 0 31</inkml:trace>
  <inkml:trace contextRef="#ctx0" brushRef="#br0" timeOffset="75375.692">26467 11385 0,'0'0'0,"0"-24"0,0-1 15,0-25 1,-25 50 15,-25 0-31,1 25 16,49 25-1,-25-1-15,25 1 16,0-1-16,0 1 16,0-25-16,0 24 15,49-49 1,1-24-1,0-26 1,-50 25 0,24 0-16,-24 1 15,0-26-15,0 25 16,0 0-16,0 1 16,0 73 15,0 1-31,0-1 15,0-24-15,0 25 16,25-1-16,-25-24 16,50-25-16,-50 25 15,25-25-15</inkml:trace>
  <inkml:trace contextRef="#ctx0" brushRef="#br0" timeOffset="75659.696">26863 11237 0,'0'0'0,"0"-25"16,0 74 30,0 1-46,0 0 16,0 24-16,0 0 16,0-24-16,0 0 15,0-26-15,0 1 16,0 0 0</inkml:trace>
  <inkml:trace contextRef="#ctx0" brushRef="#br0" timeOffset="75958.551">26814 11485 0,'0'-50'0,"99"25"15,-74 25 1,24 0-16,-24 0 15,0 0-15,25 0 0,-25 0 32,-25 50-32,0-25 0,0-1 15,0 26-15,0-25 16,0 0-16,0-1 16,0 1-1</inkml:trace>
  <inkml:trace contextRef="#ctx0" brushRef="#br0" timeOffset="76157.441">27112 11286 0,'24'0'63,"-24"25"-47</inkml:trace>
  <inkml:trace contextRef="#ctx0" brushRef="#br0" timeOffset="76602.217">27459 11385 0,'-25'0'47,"0"25"-31,-24 25-1,49-1-15,-25-24 16,25 0-16,0 0 16,0 0-16,0 24 0,0-24 31,25-25-16,24 0 1,1-25 0,-50 0-16,49 1 15,-49-1-15,0 0 16,25-25-16,-25 26 16,0-1-16,0 0 15,0-25 1,-25 50-16,1 0 15,-1 0 1</inkml:trace>
  <inkml:trace contextRef="#ctx0" brushRef="#br0" timeOffset="77093.549">27707 11385 0,'0'0'16,"0"75"15,25-26-31,-25 1 16,0 0-16,0-26 15,0 1-15,0 25 16,0-75 62,0 0-78,0 0 16,24-24-16,-24-1 15,25 1-15,-25-1 16,50 0-16,-1 26 16,1 24-1,-25 0 1,-25 49-16,49-24 16,-49 25-16,0-26 0,0 1 15,0 25-15,0-25 16,0 24 15</inkml:trace>
  <inkml:trace contextRef="#ctx0" brushRef="#br0" timeOffset="84141.01">20340 12601 0,'-50'0'16,"50"-25"-1,-25 25 1,1 0 0,-1 0-1,0 50 1,25-1-16,0 1 16,0 24-16,0-24 0,0-1 15,0 1 1,25-25-16,24 24 15,1-49 1,-25 0 0,24 0-16,-24 0 0,-25-24 15,50 24-15,-50-75 16,25 50-16,-25 1 16,0-26-16,0 0 15,0 1-15,0-1 16,0 25-16,0 1 15,-25 24-15,25-25 16,-50 25-16,25 0 47</inkml:trace>
  <inkml:trace contextRef="#ctx0" brushRef="#br0" timeOffset="84645.78">20712 12750 0,'0'49'31,"0"1"-15,0-25 0,25-25 31,0 0-32,-25-25 1,0 0-1,0-25 1</inkml:trace>
  <inkml:trace contextRef="#ctx0" brushRef="#br0" timeOffset="85111.258">21282 12576 0,'0'0'0,"-24"0"47,24 25-47,-25 24 16,25 1 0,0 0-16,-50-1 0,50-24 15,0 0-15,25 24 16,25-49-1,-26 0 1,1 0-16,0 0 16,0-24-16,24-1 15,-49-25-15,50 25 16,-50 1-16,0-1 16,0-25-16,0 25 15,0 1-15,-25 24 16,25-50-16,-49 50 15,-1 0-15,25 0 16</inkml:trace>
  <inkml:trace contextRef="#ctx0" brushRef="#br0" timeOffset="85447.135">21704 12402 0,'0'0'0,"0"25"62,0 25-46,0 24-16,0 1 16,0-1-16,25 0 15,-25-24-15,0 0 16,0-26-16,0 1 0</inkml:trace>
  <inkml:trace contextRef="#ctx0" brushRef="#br0" timeOffset="86896.025">22647 12874 0,'49'0'94,"1"0"-94,24 0 15,-24 0-15,24 0 16,1 0-16,-26 0 16,1-25-16,0 25 15,-26 0 1,-24-25 46</inkml:trace>
  <inkml:trace contextRef="#ctx0" brushRef="#br0" timeOffset="87136.928">23168 12601 0,'24'0'15,"26"0"1,-50 74-1,25-24-15,-25-1 0,0 1 16,0 0 0,-25-1-16,-25 1 0,1-1 15,-1-24-15,1 25 16</inkml:trace>
  <inkml:trace contextRef="#ctx0" brushRef="#br0" timeOffset="88531.203">24929 12601 0,'0'0'16,"0"-50"0,0 1 15,-25 49-31,-25 0 15,1 24 1,24-24-16,0 50 16,0-25-16,-24 0 15,49-1-15,-50 26 16,50-25-16,0 24 16,0 1-16,0 0 15,0-1-15,25 1 0,-25-25 16,49-1-16,26 26 15,-50-50 1,-1 0-16,51 25 16,-50-25-1,0 0-15,24 0 16,-24 0 0,0 0-16</inkml:trace>
  <inkml:trace contextRef="#ctx0" brushRef="#br0" timeOffset="89026.951">25425 12824 0,'0'0'0,"0"-50"15,-25 50 1,0 0 0,-24 0-1,-1 25 1,50 25-16,-25-25 16,25 24-16,0 1 0,0-25 15,0-1 1,0 1-16,25-25 15,25 0 1,-26 0-16,1 0 16,0-74-16,-25 49 15,50 0-15,-50-24 16,0 24-16,0 0 16,0 0-16,0 0 15,0 50 16,0 0-15,0 25-16,0-1 0,0 1 16,0-1-16,24-24 15,1 0 1,0-25 0</inkml:trace>
  <inkml:trace contextRef="#ctx0" brushRef="#br0" timeOffset="89322.774">25772 12551 0,'0'-25'16,"0"50"15,0 25-15,0-25-16,0 49 15,0 0-15,0-24 16,0 0-16,0-1 16,0 1-16,0-25 15,0-1 1</inkml:trace>
  <inkml:trace contextRef="#ctx0" brushRef="#br0" timeOffset="90207.419">25648 12750 0,'25'0'32,"0"0"-32,-1 0 15,1 0-15,25 0 16,-25 0-16,-1 0 16,1-50-16,25-24 15,-50 49 1,0 0-16,25-25 0,-25 26 15,0-1-15,0 50 47,0-1-31,0 51-16,0-1 16,0 1-16,0-1 15,0-24-15,25-1 16,-25-24-16,0 0 15,49-25-15,-24-25 47,-25-25-47,25 26 0,-25-26 16,49 25-16,-24 25 31,-25 50-15,0-25-1,25-1-15,-25 1 16,25 0-16,24 25 16,1-50-1,0-25 1,-26 25-16,26-50 16,-50 25-1,50 1-15,-50-1 0,24 0 16,-24-25-1,-24 50 32,24 25-47,-25 0 16,25 0-16,0 24 16,0-24-16,0 0 15,0 0 1,25-25-16,24 0 15,1 0 1,-25-25-16,-25 0 16,24 0-16,-24 1 0,0-1 15,0-25 1,0 25-16,-24 1 0,-1 24 16,0 0-1</inkml:trace>
  <inkml:trace contextRef="#ctx0" brushRef="#br0" timeOffset="90657.068">26913 12750 0,'25'0'0,"-50"0"0,99 0 16,-98 0 46,-26 49-62,25-24 16,0 25-16,-24-1 15,49 1-15,-25-1 16,25-24-16,0 0 16,0 0-1,25-25-15,24 0 16,-24 0-1,0-25-15,25 0 16,-26-24-16,-24-26 0,50 1 16,-50 24-16,0-49 15,0 0 1,0 24-16,0 1 0,0 49 16,0 100 30,0-1-46,0 50 16,0-25-16,0 25 16,0-49-16,0-26 15,0-24-15,0 25 16</inkml:trace>
  <inkml:trace contextRef="#ctx0" brushRef="#br0" timeOffset="90988.081">27186 13022 0,'0'0'0,"25"0"16,0 0 0,24-24-1,1-26 1,-1 0-1,-49 1 1,0 24-16,0-25 16,-24 50-16,-1 0 15,0 0 1,-25 0-16,26 25 0,-1 25 16,25 24-16,-75 1 15,75-26-15,0-24 16,0 0-16,25 24 15,0-49 1,25 0-16,-1 0 16,1 0-16,-25 0 15</inkml:trace>
  <inkml:trace contextRef="#ctx0" brushRef="#br0" timeOffset="91654.257">28203 12799 0,'0'0'0,"0"25"47,0 25-31,50 24-1,-50 0-15,0-24 0,0 0 16,0-26-16,0 1 16,0 0-1,0-50 32,0-24-47,0-1 16,24-24-16,-24-26 15,75 26-15,-75 49 0,49 0 16,-24 25 0,0 0-16,0 0 0,0 0 15,24 0 1,-49 25-16,50 25 16</inkml:trace>
  <inkml:trace contextRef="#ctx0" brushRef="#br0" timeOffset="92033.72">28724 12923 0,'-25'0'47,"-25"0"-32,26 25 1,-1 0-16,25 24 0,-50 1 15,50 0-15,0-26 16,0 1-16,0 0 16,25-25-1,0 0 1,0 0-16,-1-50 16,26 26-16,-50-1 15,50-25-15,-50 1 16,0-1-16,0 25 15,0 50 17,0 0-17,0 24-15,24 1 16,26-50 0,-25 0-16</inkml:trace>
  <inkml:trace contextRef="#ctx0" brushRef="#br0" timeOffset="92835.907">28997 12923 0,'0'-49'16,"0"24"-16,0 99 0,0-99 31,0 50-31,0 0 16,0 0-1,0 0-15,24-25 16,26 0-1,0 0 1,-25-50 15,-25 25-31,0 0 0,0-24 16,24 24-16,-24 50 47,0 24-32,0 1-15,0 0 16,0 24-16,0 0 16,0-24-16,0 0 0,0-1 15,0 1-15,-24-25 16,24 24-16,-50 1 16,0-50-1,25 25 1,1-25-16,-26 0 15,25 0 1,25-25 15,25-49-31,0 24 16,24 0-16,26 1 16,-25-1-16,-1 25 15,1 0-15,-1-24 16,1 24-16,-25 0 15,0-24-15,24 24 0,-49 0 16,50-25-16,-50 26 16,0-26-1,-25 50 17,-25 50-17,50-26 1,0 1-16,0 0 15,0 25 1,25-1 0,0-49-16,25 50 0,-26-50 15,-24 25 1,25-25-16,-25 24 0,0 26 16,-49-50-1,-1 25-15,25-25 16,-24 0-16,-51 0 15,-24 0-15,0 0 16</inkml:trace>
  <inkml:trace contextRef="#ctx0" brushRef="#br0" timeOffset="95958.775">24259 8657 0,'0'-25'94,"-50"25"-78,1 0-1,24 0-15,-49 0 16,-1 0 0,1 0-16,49 0 0,-25 0 15,1 0-15,-1 0 16,0 0-16,1 0 15,-1 0-15,1 0 16,-26 0-16,1 50 16,-50-50-16,-75 49 15,75-49-15,-24 50 16,-26-50-16,-25 49 16,26-49-16,-1 50 0,-24-50 15,-1 50 1,-24-50-16,-25 74 0,25-74 15,-50 75-15,25-26 16,25-49-16,-25 75 16,0-75-1,-1 74-15,51-74 0,-25 50 16,24-50-16,26 24 16,-1-24-16,25 50 15,25-50-15,50 0 16,-25 0-16,24 50 15,1-50-15,24 0 16,25 0-16,1 0 16,-1 0-16</inkml:trace>
  <inkml:trace contextRef="#ctx0" brushRef="#br0" timeOffset="96472.483">17835 9302 0,'0'74'63,"-25"-49"-47,25 0-16,-50 0 15,1 24 1,-1 1-1,0-25 1,75-25 62,0 0-78,25 0 0,-1 49 16,1-24-16,-1 25 15,1-1-15,0 1 16,-26-1-16</inkml:trace>
  <inkml:trace contextRef="#ctx0" brushRef="#br0" timeOffset="100135.023">12154 10443 0,'25'0'62,"0"0"-62,0 0 0,0 0 16,-1 0-16,26 0 15,-25 0-15,0 0 16,-1-25-16,1 25 16,25 0-16</inkml:trace>
  <inkml:trace contextRef="#ctx0" brushRef="#br0" timeOffset="100609.884">12526 10269 0,'0'0'0,"25"0"63,-25 25-48,50 25-15,-50-1 16,25 1-16,-25-25 16,24-1-16,-24 1 15,25-25-15,-25 25 16,25-25-1,25 0 17,-50-25-32,0 0 15,24-24 1,-24-26-16,0 26 0,25-1 16,-25 25-16,0-24 15,0 98 48</inkml:trace>
  <inkml:trace contextRef="#ctx0" brushRef="#br0" timeOffset="100997.69">12973 10368 0,'25'0'31,"-1"0"-15,26 0-1,-50-24-15,25-26 16,-25 25-1,0-24 1,-25 49 15,-25 0-15,1 49-16,24-24 16,25 25-16,-25-1 15,25-24-15,0 0 16,0 0-16,0-1 15,75 26 1,-26-50-16,1 0 16,-1 0-16,-24 0 15,0 0-15</inkml:trace>
  <inkml:trace contextRef="#ctx0" brushRef="#br0" timeOffset="101871.29">13841 10120 0,'0'-24'31,"-25"24"-15,-24 0 0,49 49-1,-25-24-15,25 25 16,0-1-16,0-24 16,0 25-1,25-50 1,-1 0-16,26 0 15,0 0 1,-50-50-16,24 50 16,-24-50-16,0 1 15,0 24 1,0 50 46,0 0-62,0 24 16,0 1-16,0-1 16,0 1-16,0 0 15,0-1-15,0-24 16,0 0-16,0 24 16,-49-24-1,24-25 1,-25 0-1,1 0 1,49-49-16,0-26 16,0 50-1</inkml:trace>
  <inkml:trace contextRef="#ctx0" brushRef="#br0" timeOffset="102191.105">14163 9847 0,'0'-24'0,"0"48"0,0-24 47,25 50-31,-25 0-16,0 24 15,0 1-15,0-1 16,0-24-16,0-1 0,0-24 16,0 25-1</inkml:trace>
  <inkml:trace contextRef="#ctx0" brushRef="#br0" timeOffset="102620.886">14412 10071 0,'0'0'0,"0"25"47,0-1-32,0 26-15,0 0 16,-25-26-16,25 1 15,0 0 1,25-25 0,24 0-1,-24 0 1,-25-50 0,0 1-16,0 24 15,0 0 1,-25 0-16,0 25 0,25-24 15,-49 24-15,24 0 16</inkml:trace>
  <inkml:trace contextRef="#ctx0" brushRef="#br0" timeOffset="103239.583">14660 10096 0,'0'-50'16,"0"75"31,0 0-47,0 24 0,0 1 16,0-25-16,0-1 15,0 1 1,24-25 15,1-25-15,25-49-1,-50 49 1,0-24 0,25 73 15,-25 1-31,0 0 15,24 0-15,51 24 16,-50-49 0,-1 0-16,1 0 0,0-24 15,-25-26 1,0 25 0,0-24-16,0 24 15,0-25-15,-50 25 16,26 0-16,-26-24 15,25 49 1,-24 25 0</inkml:trace>
  <inkml:trace contextRef="#ctx0" brushRef="#br0" timeOffset="108092.799">15478 9897 0,'0'-25'16,"25"25"-1,0 0 16,0 25-15,-25 25 0,0-26-16,0 26 15,0-25 1,-25-25-16,0 25 16,-25-25-1,26 0 16,48 0 32,26 0-63,0 0 16,-1 49-1,1-49-15,-25 50 0,24-50 16,-24 25-16,0-25 15,24 25 1</inkml:trace>
  <inkml:trace contextRef="#ctx0" brushRef="#br0" timeOffset="108505.585">15553 9922 0,'-25'0'15,"74"-25"79,-24 25-94,0 0 16,-25-25-16,50 25 15,-26 0 1</inkml:trace>
  <inkml:trace contextRef="#ctx0" brushRef="#br0" timeOffset="109037.317">16024 9624 0,'-25'0'0,"50"0"78,0-25-63,24 25 1,1-49-16,-25 49 0,-1-25 16,1 25-16,-25-25 15,50 25-15</inkml:trace>
  <inkml:trace contextRef="#ctx0" brushRef="#br0" timeOffset="109306.163">16173 9426 0,'0'0'15,"0"-25"-15,0 50 47,0 0-31,0 24-16,0 1 15,0-1-15,0-24 16,24 25-16,-24-25 16,0-1-16,50 1 15</inkml:trace>
  <inkml:trace contextRef="#ctx0" brushRef="#br0" timeOffset="110041.932">16346 9327 0,'0'0'0,"0"-25"0,0 0 31,50 25 79,-50 50-110,25-1 15,-25-24 1,25 0-1,-25 0 1,24-25 0,-24 24-16,50-24 78,-50-24-78,0-1 15,0-25-15,0 25 16,0-24-16,25-1 16,-25 25-16,0 1 15,0-26 1,25 50-16,-25-25 16,24 25 15,1 0 31</inkml:trace>
  <inkml:trace contextRef="#ctx0" brushRef="#br0" timeOffset="110672.598">16743 9302 0,'0'25'0,"25"-25"31,0 0-16,0 0 17,24 0-17,-49-25 1,0 0 0,25-25-16,-25 1 31,0 24-31,-25 25 31,0 0-15,-49 25-1,49 24 1,25 1 0,-25-25-1,25 0-15,0-1 16,0 26-16,0-25 15,0 0-15,25-1 16,25-24 0,-25 0-1,24 0-15,-24 0 16,0 0 0,0-24-1</inkml:trace>
  <inkml:trace contextRef="#ctx0" brushRef="#br0" timeOffset="115455.889">17462 8905 0,'-49'0'62,"49"25"-46,-25 24-16,25-24 0,0 0 15,0 0 1,0 0-16,0-1 16,0 1-1,50-25 1,-26 0-16,26 0 15,0 0 1,-50-49 0,25 49-16,-25-50 15,24 25-15,-24 0 16,50 0-16,-50 1 16,0-26-1,0 75 32,0 0-31,0-1-16,0 26 15,0-25 1,0 25-16,25-50 31,0 0-15,-1 0-1,1 0 1,-25-50-16,0 25 16,50-25-16,-50 26 15,0-1-15,0 0 0,-50 25 16,25-25-16,1 25 16,-26 0-16,25 0 15,0 0-15,1 0 16,-1 0-1</inkml:trace>
  <inkml:trace contextRef="#ctx0" brushRef="#br0" timeOffset="115802.686">17785 8533 0,'0'0'16,"0"-25"-1,0 50 32,0 0-31,50 24-16,-50 1 15,24-1-15,-24 1 16,0 0-16,50-1 16,-50-24-16,0 0 15,0 0-15,0 24 0,0-24 16,25-25 0,-25 25-16</inkml:trace>
  <inkml:trace contextRef="#ctx0" brushRef="#br0" timeOffset="116345.924">17983 8756 0,'0'-25'15,"0"75"32,0-25-47,0-1 16,0 1-16,50 25 16,-50-25-16,25-1 15,24 1 1,1-25-1,0 0 1,-26-25 0,-24-24-1,25 24-15,-25 0 0,0-24 16,0 24-16,0-25 16,0 25-16,0 1 15,0 48 32,0 1-31,0 0-16,0 0 15,0 0-15,0-1 16,0 26-16,25 0 16,-25-1-1,25-49 1,-25 25-1</inkml:trace>
  <inkml:trace contextRef="#ctx0" brushRef="#br0" timeOffset="117066.236">18455 8682 0,'0'-25'15,"0"50"32,0-1-47,0 1 16,0 0-16,24 0 15,-24 49 1,0-24 0,25-50-16,-25 25 15,0-50 63,0 0-78,-25-25 0,25 26 16,0-1-16,0-25 16,50 50 15,0 0-15,-25 50-1,-25-1 1,0-24-1,0 0 1,0-50 31,0-24-31,0 24-16,0-25 15,0 1-15,0-1 16,24 25-1,1 25 1,25 25 0,-50 0-16,49 24 15,-49-24-15,0 0 16,25 25 0,-25-26-1</inkml:trace>
  <inkml:trace contextRef="#ctx0" brushRef="#br0" timeOffset="117521.993">18852 8632 0,'0'-25'31,"24"100"0,-24-51-15,0 1-16,0 0 0,25 0 16,-25 24-1,0-73 48,0-26-48,0 25-15,0-24 16,50-1-16,-50 0 16,25 26-16,-1 24 31,51 49-31,-75-24 15,25 0 1,-25 0-16,0-1 0,0 26 16,0-25-1,0 0 1</inkml:trace>
  <inkml:trace contextRef="#ctx0" brushRef="#br0" timeOffset="123171.901">24259 9947 0,'0'-25'32,"-50"25"-1,26 0-31,-1 0 15,-25 0-15,1 0 0,-1 0 16,0 0 0,-24 0-16,24 0 0,-24 0 15,-1 0-15,26 0 16,-1 0-16,-49 0 16,0 0-16,0 0 15,-1 0-15,26 0 16,-50 49-16,-25-49 15,-49 50-15,24-50 16,-49 75-16,49-75 0,-49 99 16,24-50-16,-24 1 15,0-25-15,25 24 16,-26 1-16,-24 0 16,25-1-16,0 1 15,-25-1 1,49 1-16,-24 0 0,49-1 15,-24 1-15,49-50 16,0 49-16,1-49 16,-1 75-16,25-75 15,0 74-15,0-74 16,49 25-16,26-25 16,-26 50-16,1-50 15,24 0-15,25 0 16,1 0-1,24 24-15</inkml:trace>
  <inkml:trace contextRef="#ctx0" brushRef="#br0" timeOffset="123635.709">17760 10914 0,'-25'25'78,"25"0"-78,-74 24 0,49-24 16,-24 25 0,-1-26-1,25-24 1,25 25 46,25-25-46,25 50 0,-1-50-16,1 50 15,-1-50-15,-24 49 0</inkml:trace>
  <inkml:trace contextRef="#ctx0" brushRef="#br0" timeOffset="126500.732">12353 13171 0,'74'-25'110,"-49"25"-110,0 0 15,0 0-15,-1-49 16,26 49-16,-25 0 16,-25-25-1</inkml:trace>
  <inkml:trace contextRef="#ctx0" brushRef="#br0" timeOffset="126969.015">12650 12874 0,'25'0'63,"25"24"-48,-50 26-15,49-25 16,-49 0-16,50-1 16,-50 26-16,25-25 15,-25 0 1,25-25-16,-1-25 47,-24-25-32,0-24-15,0 24 16,0-24-16,50 24 0,-50 1 16,0 24-16,25 25 15,-25-25-15,25 25 31</inkml:trace>
  <inkml:trace contextRef="#ctx0" brushRef="#br0" timeOffset="127414.798">13146 12849 0,'25'0'47,"25"-50"-31,-25 25-1,-25 1 1,0-1-1,0 0 1,-75 75 47,75-1-63,-25-24 15,25 0-15,0 0 16,0-1-16,0 1 0,0 25 15,0-25 1,25-25 0,-25 24-16,50-24 15,-25 0-15,0 0 16,-1 0-16,26 0 16,-25 0-16,0-49 15</inkml:trace>
  <inkml:trace contextRef="#ctx0" brushRef="#br0" timeOffset="128342.697">13891 12551 0,'0'0'0,"0"-25"15,-50 25 17,50 25-17,-25 0-15,25 0 16,0 24-16,0 1 0,0-25 16,0 24-1,25-49 1,25 0-1,-1-49 1,-49-1 0,0 25-1,0-24 1,0 74 31,0-1-32,0 26-15,50 24 0,-50 1 16,74-1-16,-74-24 16,50 24-16,-50 1 15,25-26-15,-25 1 16,0 0-16,0-26 16,0 1-16,0 0 15,-25 25-15,-25-26 16,1-24-16,24 50 15,-25-50-15,25 0 16,25-50 15,0 26-15,0-1-16,0-25 16,0-24-16,0-1 15,50 1-15,-50 24 16,50-24-16,-50-1 0,24 26 15,-24-1-15,0 1 16,25-1-16,-25 0 16,0 1-16,0 24 15,0-25-15,0 1 16,0-1-16,0 1 16,0 24-16,0 0 15,0-25 1,0 100 31,0-25-32,0 24-15,0 1 16,25 0-16,-25-1 16,25 1-16,-25-25 15,25-1-15,-25 26 16,49 0-1</inkml:trace>
  <inkml:trace contextRef="#ctx0" brushRef="#br0" timeOffset="128717.164">14337 12502 0,'0'24'31,"-25"1"-15,25 25-16,0-1 15,0-24-15,0 0 16,0 25-1,50-50 1,-25 0-16,-25-25 16,49-25-16,-49 25 15,50 1-15,-50-1 16,0 0-16,0-25 16,-25 26-16,-24 24 15,24-25-15,0 25 16,-25 0-1,25 0 1</inkml:trace>
  <inkml:trace contextRef="#ctx0" brushRef="#br0" timeOffset="129241.89">14610 12353 0,'0'25'47,"0"24"-47,0 1 15,0-1-15,0 1 16,50-25-16,-1 24 15,-24-49 1,0 0 0,-25-24-16,25-26 15,-25 25-15,49-24 16,-49-1-16,0 25 16,0 75 30,25-25-30,25-1 0,-26-24-16,1 0 15,25 0 1,-50-24-16,0-1 0,0 0 16,0 0-1,0 0-15,0-24 0,-50-1 16,1 25-16,-1 1 15,25 24-15,0-50 16,1 50 0</inkml:trace>
  <inkml:trace contextRef="#ctx0" brushRef="#br0" timeOffset="130180.475">15627 12179 0,'0'-50'16,"25"50"0,24 0 15,-24 25-15,-25 25-16,0-25 0,0 0 15,0 24 1,0 1-1,-74-50-15,49 25 16,0-25-16,-24 0 16,49 24-16,-25-24 15,0 0 17,50 0 14,24 0-30,1 0-16,-25 0 0,24 0 16,1 0-16,0 50 15,-1-50-15,-24 0 16,0 25-16,24-25 16,-24 0 15</inkml:trace>
  <inkml:trace contextRef="#ctx0" brushRef="#br0" timeOffset="130523.734">15553 12129 0,'0'-24'47,"49"24"-32,1-25-15,-25 25 16,24 0-16,-24-50 16</inkml:trace>
  <inkml:trace contextRef="#ctx0" brushRef="#br0" timeOffset="132318.125">16545 12055 0,'0'-25'31,"0"-24"-15,-25 49 15,0 0-15,0 0-1,25 24 1,-24-24-16,24 25 0,-25 25 31,25-25-31,0-1 0,0 1 16,0 0-16,0 0 15,0 25 1,25-50-16,-25 24 16,24-24-16,26 0 15,0 0 1,-26 0 0,26 0-1,-25-24 1,0 24-1</inkml:trace>
  <inkml:trace contextRef="#ctx0" brushRef="#br0" timeOffset="132803.875">16991 11906 0,'0'0'0,"0"-25"31,-49 25-15,-1 0 0,50 50-16,-25 0 15,25-1-15,0-24 0,0 25 16,0-26-16,0 26 31,50-50 0,-50-25-31,49 25 16,-49-74-16,0 49 16,50 0-16,-50 0 15,0-24-15,0 24 16,0 50 15,0 24-15,25-24-16,-25 25 15,49-25 1,-24-25-16,0 49 16,0-49-16,24 0 0,-24 0 15</inkml:trace>
  <inkml:trace contextRef="#ctx0" brushRef="#br0" timeOffset="133083.714">17190 11609 0,'0'0'15,"24"24"32,-24 1-31,25 25-16,-25-1 16,25 1-16,-25 0 15,0-1-15,50-24 16,-50 49-1</inkml:trace>
  <inkml:trace contextRef="#ctx0" brushRef="#br0" timeOffset="133670.986">17090 11881 0,'50'0'15,"-25"0"1,0 0-16,-1-49 16,26 49-1,-50-50-15,50 50 0,-50-49 16,24-1-1,-24-24 1,0 49-16,0 0 16,0 0-16,0-24 15,0 73 17,25 26-17,-25 0-15,0-1 16,50 1-16,-50-1 15,0-24-15,25 25 16,-25-25-16,24-25 16,1-25 15,-25-25-15,50 1-1,-25 24 1,0 25-1,-1 0 1,-24 49 0,25-49-16,-25 50 15,50-25 1,-25-25 0</inkml:trace>
  <inkml:trace contextRef="#ctx0" brushRef="#br0" timeOffset="134042.791">17835 11757 0,'0'-49'16,"0"98"-16,0-148 0,-25 99 15,0 0 16,25 25-31,-25 25 16,25-26-16,0 1 16,0 0-16,0 0 15,0 0 1,25-25 0,0 0-16,0 0 15,24 0-15,1-50 16,-50-24-1,0 49 1,0 0-16,0 0 16,-25 25-16,0-25 15,0 25-15,-24 0 16</inkml:trace>
  <inkml:trace contextRef="#ctx0" brushRef="#br0" timeOffset="134567.675">18157 11559 0,'0'-25'16,"0"50"31,-25 25-47,25-26 15,0 1-15,0 25 16,25-50 31,0 0-32,24-75 1,-49 51 0,0-26-16,0 0 15,0 26-15,0-26 0,0 0 16,-24 1-16,24 24 16,-25 25-16,25-50 15,0 75 32,0 25-31,0-1-16,25 1 15,-25 0-15,49-1 16,-49 1-16,25-25 16,-25-1-16,25 51 15</inkml:trace>
  <inkml:trace contextRef="#ctx0" brushRef="#br0" timeOffset="134923.868">18405 11609 0,'25'0'31,"0"-25"-15,-25 0 0,24 25-16,-24-25 15,0-24 1,0 24 0,0-25-1,-24 50 1,-1 25-1,25 0-15,-25 0 16,25-1-16,0 1 16,0 0-16,0 25 15,25-26 1,0-24-16,-1 0 16,1 0-16,0 0 15,0 0-15,0 0 16</inkml:trace>
  <inkml:trace contextRef="#ctx0" brushRef="#br0" timeOffset="135950.192">17711 12526 0,'0'0'0,"-25"-49"16,0 49-16,25-25 15,-25 25-15,0 0 16,-24 0 0,49 25-16,-25 0 15,25-1-15,0 26 16,0-25-16,0 0 15,25-1 1,49-24 0,-49 0-16,0 0 15,0 0-15,-25-49 16,49 49-16,-49-50 16,0 25-1,0-24 1,-25 49-16,25-25 0,-24 25 47,24 50-32,0-1-15,0 1 16,24 24-16,-24-24 16,25-1-16,-25 1 15,25 0-15,-25-1 16,0 1-16,0-25 15,0 24-15,0-24 16,0 0-16,-25-25 16,25 49-16,-49-49 15,-1 25-15,0-25 0,26 0 16,-26 0-16,25 0 16,0 0-16,0-25 15,-24-49 1,49 49-1</inkml:trace>
  <inkml:trace contextRef="#ctx0" brushRef="#br0" timeOffset="136328.045">17859 12278 0,'0'-24'16,"25"48"31,-25 26-32,25 0-15,-25-1 16,50 1-16,-50-1 0,49 1 16,-49-25-16,0 24 15,0 1-15,0-25 16</inkml:trace>
  <inkml:trace contextRef="#ctx0" brushRef="#br0" timeOffset="136770.82">18132 12502 0,'0'-25'0,"0"50"62,0-1-46,0 26-16,0-25 15,0 0-15,25-25 16,-25 49-16,50-49 16,-1 0-1,-24 0 1,-25-25-16,50 25 0,-50-49 16,0-1-1,0 25-15,0-24 16,-25 24-16,0 0 15,0 25-15,0-25 16,-24 25 0,-1 0-1,50 25 1</inkml:trace>
  <inkml:trace contextRef="#ctx0" brushRef="#br0" timeOffset="137303.247">18455 12303 0,'0'25'46,"0"0"-30,0 24-16,0 1 16,0-25-16,0 0 15,24-25 1,1 0 0,25-25-1,-25-50 1,-25 51-1,0-1-15,0 50 47,0-1-31,25 26-16,24-25 16,-24-25-1,25 0-15,-26 0 16,1 0-16,0-75 15,-25 51 1,0-26-16,0 25 0,0-24 16,0-1-16,-25 0 15,-24 25-15,-1 1 16,0 24-16,1 0 16,24 0-16,0 0 15,-25 0-15</inkml:trace>
  <inkml:trace contextRef="#ctx0" brushRef="#br0" timeOffset="144252.231">1984 2406 0,'25'-25'31,"0"25"-15,25-25-16,-26 25 15,26 0-15,0-49 16,-1 49-16,26 0 16,-1 0-16,-24 0 15,24 49-15,0-24 16,1 25-16,-1-25 0,1 24 16,-26-49-16,-24 25 15,25-25-15,-25 0 16,24 0-1,1 0-15,-1 0 16,1-50-16,0 26 16,-1-26-16,26-24 15,-1 49-15,0 25 16,-24-50-16,0 50 16,-26 0-16,26 0 15,0 0-15,-1 0 0,1 50 16,0-50-16,-1 49 15,26-49-15,-1 0 16,-24 0-16,24-24 16,0 24-16,1-75 15,-1 50-15,1-24 16,-1 49-16,0-50 16,-24 50-16,-25 0 15,24 0-15,1 0 16,0 0-16,-1 50 15,1-50-15,0 0 16,24 0-16,0 0 16,1 0-16,24 0 15,-25-25-15,1 25 0,-26-50 16,26 50-16,-1-24 16,1 24-1,-26 0-15,1 0 0,-25 0 16,24 0-16,1 0 15,0 0-15,-26 0 16,26 24-16,-25-24 16,0 25-16,24 25 15,-24-50 1,-25 25 0,50-25-16,-26 0 15,1 0 1,0 0-1,-50 0 32</inkml:trace>
  <inkml:trace contextRef="#ctx0" brushRef="#br0" timeOffset="164252.16">21307 9004 0,'0'-25'78,"0"0"-62,0 1-1,0-26 1,0 25 0,0 0-16,0-24 15,0-1-15,25 1 16,-25-1-16,0 0 15,0 1-15,0-1 16,0 25-16,0 1 16,0-1-16,0 0 0,0-25 15,0 26 1,0-1-16,0 0 0,0 0 16,0 0-16,0-24 15,0 24 1,0 0-1,0 0 17,0 1-17,0-1 17,0 0-1,0-25-16,0 25 17,0 1-17,0-1 17,0 0 14,-25 25-30,0 0 0,-24 0-1,24 0-15,0 0 16,0 0-16,-24 0 16,24 0-16,-25 0 15,1 0-15,-1 25 16,1-25-16,24 0 15,-50 49-15,51-49 16,-26 0-16,0 0 16,1 25-16,-1-25 15,0 0-15,1 0 16,24 0-16,-25 0 16,26 25-16,-26-25 15,25 0-15,0 0 0,1 0 16,-1 0-1,0 0-15,0 0 0,-24 50 16,24-50 0,0 0-16,0 0 0,-24 25 15,-1-25 1,0 0 0,26 0-1,-1 0 1,-25 0-1,25 0 1,1 0 15,24 24 1,-25-24-32,0 0 343,25 25-46,-25-25-281,25 50 249,0-25-233,0-1-17,0 1 1,0 25 0,0-1-1,0 1 1,0 0-1,0-1 1,0-24 0,0 25-16,0-1 15,0-24 1,0 25 0,0-1-1,0 1 1,25-1-1,-25 1 1,0 0 0,25-26-1,-25 26 1,0-25 0,0 0 30,49-25-14,-49 25 30,25-25 16</inkml:trace>
  <inkml:trace contextRef="#ctx0" brushRef="#br0" timeOffset="171119.298">918 6201 0,'0'25'78,"0"0"-62,0 0-16,0-1 15,0 1-15,25-25 16,24 50-16,1-50 16,-1 0-16,51 0 15,48-99-15,26-25 16,25-25-16,-1 25 0,-24-25 16,-50 50-1,-25 74-15,-50 25 16,-49-25-16,25 25 15,0 0 1</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34:37.035"/>
    </inkml:context>
    <inkml:brush xml:id="br0">
      <inkml:brushProperty name="width" value="0.05292" units="cm"/>
      <inkml:brushProperty name="height" value="0.05292" units="cm"/>
      <inkml:brushProperty name="color" value="#C00000"/>
    </inkml:brush>
  </inkml:definitions>
  <inkml:trace contextRef="#ctx0" brushRef="#br0">4837 2208 0,'0'-25'63,"25"25"-48,0-25 1,-1 25-16,26 0 16,0-50-16,-26 50 15,26 0-15,24 0 16,1 0-16,-26 0 16,1 0-16,0 25 15,-1-25-15,1 50 16,-1-50-16,1 25 0,-25-25 15,0 0-15,-1 0 16,1 0-16,0 0 16,25 0-16,-26 0 15,1 0-15,0 0 16,0 0-16,25-50 16,-26 50-16,1-50 15,0 50-15,0 0 16,24 0-16,-24 0 15,0 0-15,0 0 16,0 0-16,24 0 16,1 25-16,-1-25 15,1 50-15,0-50 16,-1 0-16,1 0 0,-1 0 16,-24 0-16,0 0 15,0 0-15,24-25 16,-24 25-16,0-25 15,0 25-15,24-25 16,-24 25-16,0 0 16,0 0-16,0 0 15,24 0-15,1 0 0,0 0 16,-1 0 0,1 50-16,-1-50 15,1 0-15,-25 0 16,0 0-16,-1 0 0,1 0 15,25 0-15,-25 0 16,-1 0 0,1 0-16,0 0 0,25 0 15,-1 0 1,-24 0 0,0 0 15,-50 0 16</inkml:trace>
  <inkml:trace contextRef="#ctx0" brushRef="#br0" timeOffset="2763.863">11658 1463 0,'0'-24'47,"0"-1"-32,-49 25 1,49-50-1,-25 50-15,25-25 16,-25 25 0,25-24-16,-25 24 31,0-25-31,1 25 16,-26 0 15,25 0-16,0 0 17,1 0-17,-1 0 1,0 0 15,-25 25-15,26 24 15,24-24-15,-25-25-1,25 25 1,0 0 0,0 24-1,-25-24 1,25 0-1,0 24 1,0-24 0,0 25-1,0 0 1,0-1 0,0-24-1,0 25 1,0-26-1,25 26 1,-25-25 0,25 0-1,24-1 1,-24 26 0,0-50-1,0 25 1,24-25-1,-24 0 1,0 0 0,0 0-1,-1 0 1,1 0 0,25 0-1,-50-25 1,25 25-16,-25-50 15,24 50-15,-24-24 0,25 24 16,-25-50 0,0 25-16,25 25 0,-25-49 15,0-1 1,0 25-16,0-24 0,0-1 16,0 0-16,0 25 15,0-24-15,0-1 16,-74 25-16,49 25 15,0-49-15,-25 49 16,1 0-16,24 0 16,-25 0-16,26 0 15</inkml:trace>
  <inkml:trace contextRef="#ctx0" brushRef="#br0" timeOffset="6252.479">21059 1687 0,'0'0'0,"0"-25"63,0 0-32,0 0-15,0-24 15,0 24-15,-25 25-1,25-25 1,-24 25-16,24-25 15,-25 25 1,25-25 0,-25 25-1,25-24 1,-50 24 0,26 0-1,-1-50 1,0 50-1,0 0 17,-24 0-17,24 0 17,0 0-17,0 0 1,0 0-1,0 50 17,-24-26-17,24-24 1,25 25-16,-25-25 16,25 25-1,-25 25 1,25-26-1,0 1 1,0 25 0,0 0-1,0-1 1,0 1 0,0-25-1,0 24 1,25 1-1,-25-25 1,25-1 0,-25 1-1,50-25-15,-50 25 16,24 25 0,-24-26-1,25-24-15,0 25 16,0-25-1,25 50 1,-1-50 0,-24 0-1,0 0 1,24 0 0,-24 0-1,0-50 1,25 25-1,-1 25-15,-49-49 16,25 49-16,-25-50 16,25 25-16,-25 1 15,25 24-15,-25-75 16,0 50-16,24 1 0,-24-1 16,0-25-1,0 25-15,0 1 0,0-1 16,-49-25-16,24 50 15,0-50-15,-24 50 16,24-24-16,0 24 16,0 0-16</inkml:trace>
  <inkml:trace contextRef="#ctx0" brushRef="#br0" timeOffset="7798.876">4514 843 0,'0'0'0,"0"-24"31,0 73 31,0 1-62,0-1 0,0 26 16,0-50-16,0 24 16,0-24-16,0 25 15,0-1 1,0-24 0</inkml:trace>
  <inkml:trace contextRef="#ctx0" brushRef="#br0" timeOffset="10265.036">4366 967 0,'0'-24'32,"0"-26"-1,0 25 0,24 25-15,1-25-1,0 25 17,-25-24-17,25 24-15,0 0 32,24 0-1,-24 0-16,-25 24 32,25-24-31,-25 25-16,0 25 31,0-25-15,0-1-1,0 1 1,0 0 0,0 0-1,0 0 1,0 24 0,0-24-1,0 0 1,0 0-1,0-1 17,0 1-17,0 25 17,0-75 93,0 0-110,-50 25 1,50-25-16,0 1 15,0-1 1,0 0 0,0 0-1,0-24 1,0 24 0,0 0-1,25 0 1,-25 0-1,25 25 1,-25-24 0,25 24-16,-25-50 15,24 50 1,1 0 15,25 0-15,-1 0-1,-49 25 1,25-25 0,-25 25-1,25-25 1,-25 24 0,0 1-1,50 0 1,-50 0-1,0 24 1,0-24 0,0 0-16,0 0 31,0 0-15</inkml:trace>
  <inkml:trace contextRef="#ctx0" brushRef="#br0" timeOffset="10836.929">5085 918 0,'25'0'93,"24"0"-77,-49-25-16,75 25 16,-50 0-16,24 0 15,-49-50 1,50 50-16,-25 0 31,-25 25 0</inkml:trace>
  <inkml:trace contextRef="#ctx0" brushRef="#br0" timeOffset="11165.786">5209 1067 0,'25'0'63,"24"0"-48,1 0 1,0 0 0,-1-25-1,1 25 1,-25 0 0</inkml:trace>
  <inkml:trace contextRef="#ctx0" brushRef="#br0" timeOffset="12224.591">5779 670 0,'0'-25'47,"0"0"-16,0 0-16,0 1 1,0-26-16,0 25 16,25 25-1,-25-25 1,25 25-16,0 0 31,25 50-15,-50 24-1,0-24 1,0-25 0,0 49-1,-25-24 1,25-1 0,0-24-16,-25 25 15,25-1 1,0 1-1</inkml:trace>
  <inkml:trace contextRef="#ctx0" brushRef="#br0" timeOffset="12425.513">5854 1141 0</inkml:trace>
  <inkml:trace contextRef="#ctx0" brushRef="#br0" timeOffset="30635.837">9302 3076 0,'0'-50'15,"0"25"1,0 50 31,0 25-47,0 24 16,0 1-16,0 24 15,0-25-15,0 1 16,0-51-16,0 26 15,0 0-15,0-26 16,0 1 0,0-74 31,25 49-32,-25-25-15,24 25 16,26 0-1,0 0 1,-26 0-16,51 25 16,-50-25-1,-1 0-15,1 0 16,25 0 0,-25 0-1,-25-25-15,0 0 16,24 0-16,-24 0 15,0 1-15,0-26 16,0 25-16,-24 50 63,24 0-48,0 24-15,0 1 16,0 0-16,0-26 15,0 26 1,49-50 15,-24 0-31,-25-25 16,0-49 0,0 49-1,0-25-15,0 26 16,0-26-16,-50 0 15,50 75 32</inkml:trace>
  <inkml:trace contextRef="#ctx0" brushRef="#br0" timeOffset="31271.501">10220 3423 0,'-25'0'15,"25"-25"-15,-25 25 16,-25 0 0,1 25-1,49 0-15,-50 0 16,50 24-16,0 1 15,0-25-15,0 24 16,50-49 15,-25 0-15,24 0-16,1-74 16,-50 49-1,0 0-15,25-24 16,-25-1-1,0 75 17,0 24-17,0 1-15,0 24 16,0 1-16,0-25 16,0 24-16,0 0 15,0-24-15,0 0 16,0-26-16,-50 1 15,50 0-15,-25-25 0,25 50 16,-49-50-16,24 24 16,0-24-1,0 0-15,-25 0 16,26-24 0,24-1-16,0 0 15,0 0-15,0-24 16,0-1-16,24 25 15,1 0-15,50-24 16,-26 24-16,1 0 16,24-24-16,-24 24 15,0-25-15,-1 25 16</inkml:trace>
  <inkml:trace contextRef="#ctx0" brushRef="#br0" timeOffset="31453.397">10492 3547 0,'0'50'62,"0"-26"-46,0 1-16,0 0 16,0 0-16,0 25 15</inkml:trace>
  <inkml:trace contextRef="#ctx0" brushRef="#br0" timeOffset="31650.288">10542 3398 0,'0'-49'0,"25"49"31</inkml:trace>
  <inkml:trace contextRef="#ctx0" brushRef="#br0" timeOffset="31974.103">10864 3547 0,'-24'0'31,"-26"25"-16,50 0-15,-25-1 16,25 1 0,-25 25-16,25 0 0,0-26 15,0 26-15,0-25 16,0 24 0,50-49-1,-25 0-15,0 0 16,24-24-16,-24 24 15,0-50-15</inkml:trace>
  <inkml:trace contextRef="#ctx0" brushRef="#br0" timeOffset="32197.019">11212 3423 0,'0'0'0,"-25"0"78,25 50-62</inkml:trace>
  <inkml:trace contextRef="#ctx0" brushRef="#br0" timeOffset="32382.913">11286 3870 0,'0'0'0,"0"-25"78,0 0-63</inkml:trace>
  <inkml:trace contextRef="#ctx0" brushRef="#br0" timeOffset="32583.797">11410 3621 0,'25'0'31,"-25"-24"-31,74 24 16,-49-25-16,0 25 15,0-25-15,24 25 16</inkml:trace>
  <inkml:trace contextRef="#ctx0" brushRef="#br0" timeOffset="33514.394">13320 3497 0,'0'25'62,"0"25"-62,0-1 16,0 51-16,0-1 16,0-25-16,0 1 15,0-1-15,0-24 16,0-25-16,0-1 15,0 1 1</inkml:trace>
  <inkml:trace contextRef="#ctx0" brushRef="#br0" timeOffset="34093.561">13320 3547 0,'0'-25'31,"0"0"-15,25 25-1,-25-24-15,25 24 16,-25-25-16,49 25 0,26 0 16,-50 0-1,24 25-15,-24-25 16,-25 74-16,25-49 15,-25 0-15,0-1 16,0 26 0,-50 0-16,25-25 15,1-25-15,-1 24 16,-25-24 0,25 0-1,25-24 1</inkml:trace>
  <inkml:trace contextRef="#ctx0" brushRef="#br0" timeOffset="34595.382">13940 3696 0,'75'0'94,"-51"0"-94,1 0 16,25 0-16,-1 0 15,1 0-15,0 0 16,-26 0-16,26 0 16,-25 0 15</inkml:trace>
  <inkml:trace contextRef="#ctx0" brushRef="#br0" timeOffset="34896.411">14039 3919 0,'75'0'63,"-50"0"-48,-1 0-15,26 0 16,0 0-16,-1 0 16,-24 0-16,25 0 15</inkml:trace>
  <inkml:trace contextRef="#ctx0" brushRef="#br0" timeOffset="36274.308">15553 3175 0,'0'-50'31,"-25"50"-15,25-24-16,-25 24 0,-25 0 16,1 0-1,-1 0 1,50 49-1,-25-49-15,25 50 16,0-25-16,-49 24 16,49-24-16,0 0 15,0 0-15,24-25 16,-24 24-16,50-24 16,-25 0-16,25 0 15,-1 0 1,-24 0-1,0 0 17,-25-24-32,0-1 31,-50 25-15,25 0-1,25 25-15,-49-25 16,24 74-16,25-49 15,-50 24-15,50-24 16,-49 0-16,49 0 16,0 0-16,0-1 15,24 51 1,26-50-16,-25-25 16,0 0-1,0 0-15,-1 0 16,26 0-16,0 0 15,-50-25 1,24 25 0</inkml:trace>
  <inkml:trace contextRef="#ctx0" brushRef="#br0" timeOffset="36853.257">15205 3944 0,'-25'0'0,"50"0"110,25 0-95,24 0-15,-24 0 0,24 0 16,1 0-16,-26 0 16,26 0-16,-1 0 15,-24 0-15,-25 0 16,-1 0-16,1 0 16</inkml:trace>
  <inkml:trace contextRef="#ctx0" brushRef="#br0" timeOffset="37413.004">15503 4242 0,'0'24'78,"0"1"-62,0 0-16,0 0 15,0 24-15,0-24 16,0 0-16,0 0 15,0 0-15,0-1 16,0 26-16,0-25 16,0 24-16,0-24 15,0 25-15,0-25 0,25-1 16,-25 26 0,25-50-16,-25 25 15,24-25 1,1 0-16,25 0 15,-25 0 1,-25-50-16,49 50 16,-49-49-16,50 49 15,-50-50-15,25 50 16,-25-25-16</inkml:trace>
  <inkml:trace contextRef="#ctx0" brushRef="#br0" timeOffset="37781.813">15354 4514 0,'50'0'46,"-1"0"-30,1 0-16,0 0 16,-1 0-16,1 0 15,-1-24-15,-24 24 16</inkml:trace>
  <inkml:trace contextRef="#ctx0" brushRef="#br0" timeOffset="45176.765">992 3894 0,'0'50'62,"0"0"-46,75-1-16,-51-24 15,1-25-15,25 50 16,24-50-16,25-50 16,50-49-16,75-25 15,-26-50-15,0 0 16,1 26-16,-75 48 16,-50 51-16,-24 49 0</inkml:trace>
  <inkml:trace contextRef="#ctx0" brushRef="#br0" timeOffset="48719.26">16694 3894 0,'49'0'110,"-24"0"-95,25 0-15,-1 0 0,1 0 16,-25 0 0,24 0-16,1 0 15,-25 0-15,24 0 16,-24 0 0</inkml:trace>
  <inkml:trace contextRef="#ctx0" brushRef="#br0" timeOffset="49006.093">16867 4093 0,'75'0'63,"-51"0"-63,1-50 15,25 50-15,-25 0 16,24 0-16,-24 0 16,0 0-16</inkml:trace>
  <inkml:trace contextRef="#ctx0" brushRef="#br0" timeOffset="51036.095">16917 4142 0,'-50'0'16,"25"0"46,75 0 47,-25 0-109,24 0 16,1 0-16,0 0 16,-26 0-1,26 0-15,0-49 16,-1 49-16,-24 0 16</inkml:trace>
  <inkml:trace contextRef="#ctx0" brushRef="#br0" timeOffset="53175.999">16818 4242 0,'24'-50'109,"1"50"-93,25 0-16,24 0 15,-24-25-15,24 25 0,-24 0 16,-1 0 0,1 0-16,-25 0 0,0 0 31,-50 0 0,0 0-15,0 0-16,-24 0 15,24 0-15,0 0 16,0 0-16,0 0 16,1 0-16,-26 0 15,25 0-15,0 0 16,-24 0 0,24 0-1,0 0-15,0 0 31,1 0-15,73 0 93,1 0-93,-1 0-16,26 0 16,-1 0-16,-24 0 0,-25-25 15,-1 25-15,1 0 16,-74 0 62,24 0-62,0 0-16,-25 0 15,26 0-15,-26 0 16,25 0-16,0 0 16,1 0-16,-1 0 0,-25 0 31,25 0-16,50 0 79,25 0-78,-25 0-16,24 0 15,1 0-15,-1 0 16,1 0-16,-25 0 16,0 0-16,24 0 15,-24 0 1,0 0 0</inkml:trace>
  <inkml:trace contextRef="#ctx0" brushRef="#br0" timeOffset="54599.159">19124 2853 0,'0'-25'16,"0"0"15,0 75 47,0-26-78,0 26 16,0 0-16,0-26 15,0 51-15,0-26 0,0 1 16,0 0-16,0-26 15,0 1 1,0 0-16,0 25 0,0-26 16,0 26-1,0-75 110,0-24-109,25-1 0,-25 25-1,0-24 1,50-1-16,-50 0 15,25 50 1,-25-24-16,24-1 16,1 25-1,-25-25 1,25 25-16,0 0 16,24 0-1,-24 0 1,-25 50-16,0-26 15,25 1 1,-25 25-16,0-25 0,0-1 16,0 26-1,0 0 1,0-26 0,0 1-1,25-25 16</inkml:trace>
  <inkml:trace contextRef="#ctx0" brushRef="#br0" timeOffset="55588.772">19968 2853 0,'0'-25'0,"0"-25"31,-25 50-15,0 0 15,-24 0-15,24 25-1,0 0 1,25 0 0,-25-25-16,25 24 15,0 1 1,-25-25-16,25 50 15,0-1-15,0-24 16,0 25 0,0-1-1,0 1 1,0 0 0,0-1-1,0 1 1,0-1-1,0 26 1,0-50 0,0-1-1,0 1 17,-49-25-32,24 0 15,0 0 16</inkml:trace>
  <inkml:trace contextRef="#ctx0" brushRef="#br0" timeOffset="56076.212">19670 3150 0,'25'0'78,"0"0"-78,0 0 16,24 0-16,-24 0 15,25 0-15,-26 0 16,-24-25-16</inkml:trace>
  <inkml:trace contextRef="#ctx0" brushRef="#br0" timeOffset="65822.907">18281 3125 0,'0'-24'16,"0"-1"15,25 25-31,-25-25 0,25 25 15,-1 0 1,1 0 15,25 0-15,-50 74 0,0-49-16,0 25 15,0-25-15,0-1 16,0 1-16,0 25 15,0-25-15,0-1 16,0 1-16,0 25 16,0-25-1,0-1 1,-25-24 78,25-74-79,0 49 1,0 0-16,0 1 16,25-1-16,-25-25 15,25 25-15,-1-49 16,-24 49-1,50 25-15,-50-49 0,25 49 16,-25-25-16,25 25 16,0-25-1,-1 25 1,26 0 0,-50 50-1,0-26-15,25 26 16,-25-25-16,0 24 15,0-24-15,0 0 16,0 0-16,0 0 16,0-1-16,0 26 15,0 0 1,-50-1 0,50-24-1,0 25 1</inkml:trace>
  <inkml:trace contextRef="#ctx0" brushRef="#br0" timeOffset="66846.462">18331 4018 0,'49'0'78,"1"0"-78,24-49 15,-24 49-15,49 0 16,25 0-16,0 0 16,0-25-16,0 25 0,0 0 15,0 0-15,-49 0 16,-1-50-16,-24 50 16,-25 0-16,24 0 15,-24 0 1,0 0-1,0 0 17,-1 0-1,1 0 0,0 0-15,-75 0 124</inkml:trace>
  <inkml:trace contextRef="#ctx0" brushRef="#br0" timeOffset="67435.192">19075 4266 0,'0'25'79,"0"0"-64,0 0-15,0 0 16,0 24-16,0 1 15,0-1-15,-25 1 16,25 0-16,0-1 16,0-24-16,0 0 0,0 0 15,0-1-15,0 1 16,0 25-16,0-25 16,0 24-1,0-24 1,25-25-1,24 0 1,-24 0 0,0 0-16,25-49 15,-1-1 1,-24-25 0,-25 51-16</inkml:trace>
  <inkml:trace contextRef="#ctx0" brushRef="#br0" timeOffset="67892.965">18852 4589 0,'24'0'62,"1"0"-46,25 0 0,-1-25-16,1 25 0,0 0 15,-1-25-15</inkml:trace>
  <inkml:trace contextRef="#ctx0" brushRef="#br0" timeOffset="77212.677">21530 3770 0,'-24'0'16,"48"0"77,26 0-93,0 0 0,-1 0 16,1 0-16,0 0 16,-26 0-16,1 0 15,25 0 1,-25 0 0,-25 25-1</inkml:trace>
  <inkml:trace contextRef="#ctx0" brushRef="#br0" timeOffset="77721.417">21580 4118 0,'-25'0'15,"75"0"79,-1 0-94,-24 0 16,50 0-1,-1 0-15,1 0 0,-51 0 16,26 0 0,0 0-16,-26 0 0,1 0 31</inkml:trace>
  <inkml:trace contextRef="#ctx0" brushRef="#br0" timeOffset="82742.464">22944 3398 0,'0'-25'15,"0"1"1,0-1 0,25 0-1,0 25 1,-25-25-16,25 25 15,24 0 1,1 25 0,-50 25-16,25-1 15,-25 1-15,0-25 16,0 24-16,0-24 16,0 0-16,0 0 15,0 24 1,0-74 31,0-24-47,0-1 15,0 1 1,0 24-16,0-25 0,49 25 16,-49 1-16,50 24 15,-50-50-15,50 50 16,-1 0-1,-24 0 1,25 50 0,-50-26-16,0 26 15,0 0-15,0-1 16,0-24-16,0 0 16,0 0-16,0 24 15,0-24 1</inkml:trace>
  <inkml:trace contextRef="#ctx0" brushRef="#br0" timeOffset="83478.255">23837 3175 0,'0'-50'16,"0"75"46,0 0-46,0 0-16,0 24 0,0 1 15,0 0-15,0-1 16,0-24 0,0 25-16,0-1 0,0-24 15,0 25 1,0-26-16,0 1 16,0-50 62,0-49-63,0 49 1,0 0-16,0 1 0,25-26 16,-25 25-16,25 25 15,-25-49-15,50 49 16,-50-25-16,49 25 15,1 0 1,-25 25 0,-25-1-16,0 26 15,0-25-15,0 0 16,0-1-16,0 1 16,0 0-16,0 25 15,0-26 1,0 26 15</inkml:trace>
  <inkml:trace contextRef="#ctx0" brushRef="#br0" timeOffset="84380.418">24978 3299 0,'0'-25'32,"-49"25"-1,-1 0-16,0 0 1,50 50-16,-49-25 16,49-1-16,-50 26 0,50 0 15,0-1-15,0 1 16,0-1-16,0-24 16,0 25-16,25 0 15,25-50 1,-1 0-1,-24 0-15,0 0 16,0-25-16,0 25 16,-25-25-16</inkml:trace>
  <inkml:trace contextRef="#ctx0" brushRef="#br0" timeOffset="85002.223">24433 3944 0,'24'0'62,"26"0"-62,24 0 16,26 0-16,24 0 16,0 0-16,0 0 15,0 0-15,-50 0 16,1 0-16,-26-25 16,-24 25-16,0 0 15,-50 0 48,0 0-63</inkml:trace>
  <inkml:trace contextRef="#ctx0" brushRef="#br0" timeOffset="85456.694">24755 4266 0,'0'-24'0,"25"24"46,24 0-46,-24 0 16,25 49-16,0-49 16,-26 75-1,26-26-15,-25-24 0,24 25 16,-49-26 0,25-24-1,-25 25 1</inkml:trace>
  <inkml:trace contextRef="#ctx0" brushRef="#br0" timeOffset="85761.532">24978 4415 0,'-49'25'78,"24"25"-78,0 24 15,-49 25-15,-26 50 16,26-25-16,0-49 0,49-26 16,25 1-16,-50-50 15</inkml:trace>
  <inkml:trace contextRef="#ctx0" brushRef="#br0" timeOffset="86811.634">23093 3944 0,'25'0'47,"0"0"-31,24 0-16,1 25 16,0-25-16,49 0 15,0 0-15,-25 0 16,26 0-16,-26 0 15,-24 0-15,-26 0 16,1 0-16,0 0 16,-25 25-1,-50-1 32</inkml:trace>
  <inkml:trace contextRef="#ctx0" brushRef="#br0" timeOffset="87306.898">23292 4266 0,'0'25'62,"0"0"-46,0 25-16,0-1 16,0 26-16,0-1 15,0-24-15,0 24 16,0 0-16,0-24 15,49 0-15,-49-25 16,25 24-16,0-24 16,24-25-1,-24 0-15,25 0 16,-25 0 0,-25-25-16,49 0 15</inkml:trace>
  <inkml:trace contextRef="#ctx0" brushRef="#br0" timeOffset="87714.561">23143 4614 0,'-25'0'15,"75"-25"48,-1 25-47,26 0-16,-1-50 15,0 50-15,1 0 16,-1 0-16,-49 0 15</inkml:trace>
  <inkml:trace contextRef="#ctx0" brushRef="#br0" timeOffset="93160.231">13841 6995 0,'25'0'109,"24"25"-93,-24-25-16,25 0 15,-1 0-15,1 0 16,0-25-16,-26 25 16,26 0-16,-75 0 31</inkml:trace>
  <inkml:trace contextRef="#ctx0" brushRef="#br0" timeOffset="93399.081">13791 7268 0,'25'0'31,"0"0"-16,25 0 1,-1 0-16,26 0 0,-26 0 16,1 0-16,-1 0 15,1 0-15,-25 0 16</inkml:trace>
  <inkml:trace contextRef="#ctx0" brushRef="#br0" timeOffset="93679.946">14163 6821 0,'0'0'0,"75"0"31,-50 0-15,-1 50-16,26 0 16,-50-1-16,0 50 15,0 1-15,0-26 16,-50 25-16,1-24 16,24-1-16,-49-24 15</inkml:trace>
  <inkml:trace contextRef="#ctx0" brushRef="#br0" timeOffset="94779.48">15453 7119 0,'0'-50'16,"0"26"0,0-26-1,0 25 1,50 25-1,0 0 1,-1 0 0,1 25-1,-50 25-15,25-1 16,-25 1-16,0-1 16,0 1-16,0-25 15,0 0-15,0 24 16,-25-49 15,-25 0 0,50-25-31,0 1 16,0-26-16,0 0 16,0 26-16,25-26 15,-25 0-15,50 26 16,-1-26-1,-24 50-15,0 0 16,49 0-16,-49 0 16,0 0-1,-25 50-15,25-1 0,-25 1 16,0-1-16,0-24 16,0 25-1,0-1-15,0-24 0,0 25 16,0-25-16,0 24 15,0 1 1,0-25 0</inkml:trace>
  <inkml:trace contextRef="#ctx0" brushRef="#br0" timeOffset="95260.229">16247 7218 0,'50'0'47,"-26"0"-47,1 0 0,0 0 15,25-25 1,-1 25-16,1 0 0,-25 0 15,0 0 1,-1 0-16</inkml:trace>
  <inkml:trace contextRef="#ctx0" brushRef="#br0" timeOffset="95527.079">16247 7466 0,'25'0'31,"0"0"-16,24 0-15,1 0 16,0 0-16,-1 0 16,-24 0-16,0 0 15,24 0-15</inkml:trace>
  <inkml:trace contextRef="#ctx0" brushRef="#br0" timeOffset="96654.715">17934 6623 0,'0'-25'31,"0"0"-15,0 75 47,0-1-63,0 26 15,0-1-15,0-24 16,0 0-16,0-1 15,0-24-15,0 25 16,0-26 0,0 26-1</inkml:trace>
  <inkml:trace contextRef="#ctx0" brushRef="#br0" timeOffset="97057.47">17909 6697 0,'0'-49'16,"0"-26"-1,25 50-15,0-24 32,24 49-32,1 0 15,-1 49 1,-49-24 0,25 25-16,-25-1 15,0-24-15,0 0 16,0 0-16,0 24 15,-25-49 1,25 25-16,-49-25 16,24 0-1,25 50-15,-25-50 0,-24 0 47</inkml:trace>
  <inkml:trace contextRef="#ctx0" brushRef="#br0" timeOffset="97440.879">18256 6846 0,'0'25'31,"0"0"-15,50-25 46,-25 0-46,-25-50 31,-50 50-16</inkml:trace>
  <inkml:trace contextRef="#ctx0" brushRef="#br0" timeOffset="97880.65">18678 6474 0,'0'-25'16,"25"25"62,24 50-63,-49-25-15,50 24 16,-50-24-16,50 0 0,-50 0 16,24-25-16,-24 49 15,25-49-15,-25 50 16,25-25-1,-25-1 1</inkml:trace>
  <inkml:trace contextRef="#ctx0" brushRef="#br0" timeOffset="98666.206">18802 6697 0,'0'-25'32,"-50"25"93,50 50-125,-24 0 0,24-26 15,-25 26-15,25-25 16,-50 0-16,50 0 15,-25 24-15,-24 1 16,49-25 0,-25-25 15</inkml:trace>
  <inkml:trace contextRef="#ctx0" brushRef="#br0" timeOffset="99234.017">19248 6896 0,'0'25'46,"25"-25"33,-25-25-33</inkml:trace>
  <inkml:trace contextRef="#ctx0" brushRef="#br0" timeOffset="99691.875">19670 6548 0,'0'0'16,"0"-24"15,0 48 16,0 1-32,0 0-15,0 25 0,0-1 16,0 1-16,0 24 16,0-24-16,0 0 15,0-26-15,0 1 16,0 25-1,25-25 1,0-1 0,24-24-1,-24 0 1,25 0 0,-50-24-16,25 24 15</inkml:trace>
  <inkml:trace contextRef="#ctx0" brushRef="#br0" timeOffset="99957.742">19447 6772 0,'0'0'0,"25"0"31,24 0-15,1 0-16,0 0 15,-1 0-15,1-50 16,-25 50-16</inkml:trace>
  <inkml:trace contextRef="#ctx0" brushRef="#br0" timeOffset="101131.981">17934 7392 0,'25'25'109,"49"-25"-109,25 0 16,100 0-16,-1 0 15,1 0-15,49 0 16,-50 0-16,25 0 15,-49 0-15,-50 0 16,-50 0-16,26 0 16,-26 0-16,-24 0 15,-26 0-15,1 0 16,-74 0 78,24 0-94,0 0 15</inkml:trace>
  <inkml:trace contextRef="#ctx0" brushRef="#br0" timeOffset="102001.509">18876 7615 0,'0'-25'16,"0"50"62,0 25-63,0-1-15,0 1 16,0-1-16,0 1 16,0 0-16,0-1 15,0-24-15,0 25 16,0-25-16,0 24 16,0-24-16,0 25 15,0-75 48,0 0-48,0 0-15,0-24 16,0 24-16,50 0 16,24-25-1,-24 1 1,0 24-1,-26 25 1,1 0 0,0 0-1,-25 25-15,50 49 16,-50-49 0,0 0-16,0 24 0,0 1 15,0-25-15,0 24 16,0-24-1,24-25 1</inkml:trace>
  <inkml:trace contextRef="#ctx0" brushRef="#br0" timeOffset="102428.141">19844 7913 0,'0'-75'32,"-25"75"-17,0 0-15,-24 0 32,-1 25-32,25 25 0,25-26 15,-49 1-15,49 25 16,-25 0-16,25-1 15,0 1-15,0-1 16,0-24 0,0 25-16,49-50 15,1 0-15,0 0 16,-1 0-16,1-25 16,-1 25-16,1-50 15</inkml:trace>
  <inkml:trace contextRef="#ctx0" brushRef="#br0" timeOffset="103526.343">23118 7268 0,'0'0'0,"0"-50"0,-25-24 31,-24 49-15,-1 25 0,0 0-16,26 25 15,24 0-15,-25 24 0,25 1 16,0-1-16,0 1 16,0 0-16,0-26 15,25 1 1,-1-25-16,1 0 15,0 0-15,25 0 16,-1-49 0,-49 24-16,0 0 15,25-25-15,-25 26 16,0-26-16,0 75 47,0 0-32,0 24-15,25 1 16,-25-1-16,49-24 16,-49 25-16,25-25 15,0-1 1</inkml:trace>
  <inkml:trace contextRef="#ctx0" brushRef="#br0" timeOffset="104049.04">23292 6821 0,'-75'0'16,"150"0"-16,-175-49 0,76 49 15,-26 0-15,0-25 16,1 25-16,-1 0 16,1 0-16,-1 0 15,0 74-15,1-24 16,-1 0-16,0 24 16,50 0-16,-49 1 0,49 24 15,-50 0 1,50 0-16,0-24 0,0 24 15,0 0-15,50-24 16,-1-1-16,26-24 16,-1 24-16,26-49 15,48-25-15,51 50 16,-50-50-16,-1-25 16,26 0-16,-50-25 15,-49-24-15,-26 24 16,-24 1-16,25-26 15,-50 26-15,0-51 16,0-24-16,-25 0 16,-50-24-16,-24-1 0,-50 50 15,25 49-15,-25 50 16,1 0-16,-26 0 16,-24 74-16</inkml:trace>
</inkml:ink>
</file>

<file path=ppt/ink/ink1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40:34.639"/>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24085 3994 0,'0'0'0,"-24"0"16,-51 0-1,50 0-15,75 0 79,0 0-79,24 0 15,0 0-15,50 0 16,0 0-16,25 0 15,0-50-15,0 50 16,-25-25-16,0 25 16,-25-49-16,-24 49 15,-26 0-15,-24-25 0,-50 25 47,-24 0-31,-1 0-16,-49 0 15,0 0-15,24 0 16,-24 0-16,0 0 16,24 0-16,26 0 15,-1 0-15,0 0 16,1 25-16,-1-25 16,25 49-16,-24-49 15,49 50 1,-25-50-16,25 25 15,0-1-15,0 1 16,50 0 15,-1-25-31,50 0 16,50 0-16,0 0 16,0 0-16,-25 0 15,-25 0-15,-24 0 16,-26-50-16,-24 50 15,-25-24 1,-74-1 15,-26 25-31,-24 0 16,0 0-16,25 0 16,-25 0-16,-25 25 15,75-25 1,-25 24-16,-224 51 15,274-26 1,24-49-16,-25 50 16,25 0-1,25-1 1,0-24-16,0 25 16,25-26-1,25-24 1,24 0-16,50 0 15,25 0-15,0-24 0,0 24 16,49-50 0,-49 50-16,49-74 15,-123 24 1,-50 50-16,24-25 16,-49 0-1,-25 1 1,1 24-1,-51-50-15,26 50 16,-51-50-16,-73 50 16,73 0-1,1 0-15,25 0 16,24 25-16,1-25 16,-1 50-16,0-50 15,26 49 1,-1 1-16,25 0 15,0-1 1,0-24-16,0 25 16,25-50-16,24 24 15,1-24-15,24 0 16,25 0-16,50 0 16,25-24-16,0 24 15,-1-75-15,-49 50 16,-49 25-16,-1-49 15,-49-1 1,-25 1 0,0 24-16,-50 0 15,1 0-15,-26-24 16,26 49-16,-51-25 16,1 25-16,25 0 15,-25 0-15,-1 0 16,-24 49-1,99-49-15,1 25 16,24 0-16,-50 0 16,50 24-16,-50 26 31,50-50-31,0-1 16,50 26-16,0-50 15,-1 0-15,75 0 16,25 0-16,0-50 15,-50 1-15,-24 24 16,-51-25-16,1 1 16,-25 24-1,0-25 1,-25 26-16,-24 24 16,-26-25-16,-123 25 15,148 0 1,-24 25-16,0-25 15,-1 49-15,25-49 0</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37:13.407"/>
    </inkml:context>
    <inkml:brush xml:id="br0">
      <inkml:brushProperty name="width" value="0.05292" units="cm"/>
      <inkml:brushProperty name="height" value="0.05292" units="cm"/>
      <inkml:brushProperty name="color" value="#C00000"/>
    </inkml:brush>
  </inkml:definitions>
  <inkml:trace contextRef="#ctx0" brushRef="#br0">8235 2084 0,'0'0'0,"-25"0"94,-24 0-47,74 0 94,-1 0-141,26 0 15,0 0-15,-26 0 16,51 0-16,-1 0 16,1 0-16,24 0 15,0 0-15,-25 0 16,-24 0-16,24 0 15,-24 0-15,0 0 0,-1 0 16,-24 0-16,0 0 16,0 0-16,24 0 15,-24 0-15,25 0 16,-25 0-16,24 0 16,-24 0-16,0 0 15,0 0-15,24 0 16,-24 0-1,0 0 1,24 0 0,-24 0-1,0 0 1,25 0 0,-26 0-1</inkml:trace>
  <inkml:trace contextRef="#ctx0" brushRef="#br0" timeOffset="3620.407">9351 496 0,'0'-25'0,"0"50"110,0 0-95,0 0-15,0 0 16,0-1-16,0 26 16,0-25-16,0 0 15,0-1-15,0 26 16,0-25 0,0 0-1,0-50 79,0-25-78,0 1-16,0 24 15,0 0-15,0 0 16,0-24-1,50 49-15,-50-25 16,50 25-16,-26 0 16,26 0-1,0 25 1,-50-1 0,0 1-16,49 0 15,-49 25 1,0-1-1,0-24-15,0-75 94,0 26-94,0-1 16,25 0-16,0-25 15,24 26 1,-24 24 0,0 0-1,-25 49-15,0-24 16,0 0-16,0 0 16,0-1-16,0 1 15,0 0-15,0 25 16,0-1-1,0-24 1</inkml:trace>
  <inkml:trace contextRef="#ctx0" brushRef="#br0" timeOffset="3967.212">10145 571 0,'50'0'78,"-25"0"-78,-1 0 16,26 0 0,0 0-16,-1 0 0,-24 0 15,0 0-15,0 0 16</inkml:trace>
  <inkml:trace contextRef="#ctx0" brushRef="#br0" timeOffset="4201.073">10195 744 0,'25'0'47,"-1"0"-47,1 0 16,25 0-16,-1 0 16,1 0-16,0-25 15,-1 25-15,1 0 16</inkml:trace>
  <inkml:trace contextRef="#ctx0" brushRef="#br0" timeOffset="4621.838">11162 347 0,'-25'25'47,"-24"25"-31,49-26 0,-75 26-16,50 0 15,1-1-15,-26-24 16,50 25-16,-50-50 0,50 49 15,25-49 32,25 0-31,24 0 0,-49 0-1,0 0-15,0-24 16,24 24-16,-24 0 15,25 0 1,-25 0 0</inkml:trace>
  <inkml:trace contextRef="#ctx0" brushRef="#br0" timeOffset="4918.715">11187 397 0,'-25'-25'31,"25"75"0,0-1-15,0 26-16,0 24 0,0-25 16,0 26-16,0-1 15,0-50-15,-25 26 16,25-26-16</inkml:trace>
  <inkml:trace contextRef="#ctx0" brushRef="#br0" timeOffset="5733.274">11509 595 0,'0'-24'31,"-49"48"16,49 1-31,-25 25-16,25-1 15,0-24-15,0 0 16,0 0-16,0 0 16,0 24-1,25-49-15,0 0 16,24 0-16,-24 0 15,25 0-15,-50-25 16,0-24 0,24 49-16,-24-50 0,0 25 15,0-24-15,0-1 16,-24 1-16,24 24 16,-25 25-16,25-25 15,-50 25-15,25 0 16,25 25 15</inkml:trace>
  <inkml:trace contextRef="#ctx0" brushRef="#br0" timeOffset="6187.037">11857 571 0,'-25'0'62,"0"49"-46,25-24-16,0 25 15,-25-26-15,25 1 16,0 0-16,0 25 16,25-1-1,25-24 1,-1-25 0,1 0-1,-1 0 1,-49-50-16,0 26 15,25-26-15,-25 25 16,0-24-16,0-1 16,0 0-16,0 1 15,-25 24 1,-24 25-16,-1 25 16</inkml:trace>
  <inkml:trace contextRef="#ctx0" brushRef="#br0" timeOffset="7333.426">12477 521 0,'0'-25'0,"0"50"62,0 0-46,0 24-16,0 1 16,0 0-16,0-1 15,0-24-15,0 0 16,0 24-1,0-24 1,0-50 31,0 1-31,0-26-16,0 0 15,0 26-15,0-26 16,0 25-16,0 0 15,25 25-15,-25-49 16,24 49-16,1 0 16,0 0-16,0 0 15,0 25-15,-25-1 16,49 1-16,-49 25 16,0-25-16,0-1 15,0 26-15,0-25 31,-49-25-31,49-50 47,0 25-31,0-24-16,0 24 16,0 0-16,24 25 15,-24-25-15,50 25 16,-25 0-16,24 0 15,1 0 1,0 25 0,-50 25-16,0-1 15,0 1-15,0-25 0,0 0 16,0 24 0,0-24-1</inkml:trace>
  <inkml:trace contextRef="#ctx0" brushRef="#br0" timeOffset="7855.13">12973 1017 0,'25'0'0,"-1"0"47,26 0-31,-25 0-1,-25-25 1,25 25-16,-25-25 16,0-24-1,49 49-15,-49-25 16,0 0 0,-25 25-1,1 0 1,-26 0-16,25 0 15,25 25-15,-49-25 16,49 50-16,0-26 16,-25 1-16,25 25 15,0-25-15,0-1 16,0 26 0,74-50-16,-24 25 15,-1-25-15,1 0 0,-25 0 16,0 0-1,0 0-15</inkml:trace>
  <inkml:trace contextRef="#ctx0" brushRef="#br0" timeOffset="9184.489">17438 2059 0,'49'0'16,"-24"0"0,25 0-16,24 0 15,25 0-15,50 0 16,25 0-16,49 0 0,-25 0 15,51 0-15,-51 0 16,0 0-16,1 0 16,-50 0-16,0 0 15,-25 0-15,-25 25 16,-50-25-16,-24 0 16,25 0-1,-75 0 79</inkml:trace>
  <inkml:trace contextRef="#ctx0" brushRef="#br0" timeOffset="10258.069">18231 521 0,'-49'0'47,"24"25"-32,-25 0 1,50-1-16,-49 1 0,49 25 16,-25-1-16,25 1 15,0 0-15,0-26 16,0 26-16,50-50 15,-1 0 1,-24 0-16,0 0 16,0 0-16,-25-25 15,49 0 1,-49 1-16,50-26 0,-50 25 16,0-24-16,0-1 15,0 25-15,-25 0 16,0 1-1,0 24 1,1 0 0,24 24-16,-25-24 0</inkml:trace>
  <inkml:trace contextRef="#ctx0" brushRef="#br0" timeOffset="10531.919">18132 744 0,'50'50'63,"-50"-1"-63,49-24 15,-24 0-15,0 0 16,-25 24-16,74-24 16,-24 25-1,-25-25 1</inkml:trace>
  <inkml:trace contextRef="#ctx0" brushRef="#br0" timeOffset="11160.652">18504 322 0,'0'-24'32,"0"48"14,0 26-30,0-25-16,0 0 16,0-1-16,0 1 15,0 0-15,0 0 16</inkml:trace>
  <inkml:trace contextRef="#ctx0" brushRef="#br0" timeOffset="11532.434">18678 670 0,'25'0'47,"49"0"-31,-24 0-16,-1 0 15,-24 0-15,25 0 16,-1 0-16,-24 0 16,0 0-1</inkml:trace>
  <inkml:trace contextRef="#ctx0" brushRef="#br0" timeOffset="11830.273">18728 868 0,'49'0'63,"-24"0"-48,25 0-15,-26 0 16,1 0-16,0 0 16,0 0-1,24 0-15,-24 0 0,0 0 16</inkml:trace>
  <inkml:trace contextRef="#ctx0" brushRef="#br0" timeOffset="12501.907">19397 645 0,'0'-99'16,"25"74"-1,0 25 1,24 0 0,-24 0-1,0 0 1,-25 50-1,0-1 1,0-24-16,0 0 16,0 0-16,-25-1 15,0 26-15,-24-25 16,24-25-16,0 49 16,-24-24-1,24-25 1,74 0 78,-24 0-94,0 0 15,0 0-15,24 0 16,1 50-16,-25-50 15,0 0-15,0 0 16,24 0-16,-24 0 16</inkml:trace>
  <inkml:trace contextRef="#ctx0" brushRef="#br0" timeOffset="13052.662">19918 546 0,'0'0'0,"0"-25"15,0 0 1,-25 50 31,25 0-47,-49 0 16,49 24-16,0 1 15,-25-25-15,25 24 16,0-24-16,0 0 15,0 24 1,25-49-16,-25 25 16,49-25-16,26 0 15,-50 0-15,-1 0 16,1 0 0,25 0-1,-50-49-15,25-1 0,-25 25 16,0-24-16,0-1 15,0 0-15,0 1 16,0 24-16,0 0 16,-50 25-1,25 0-15,0 0 16,1 0-16,-26 50 16</inkml:trace>
  <inkml:trace contextRef="#ctx0" brushRef="#br0" timeOffset="13328.506">19943 719 0,'0'-24'16,"25"24"46,-25 24-62,49 1 0,-24 0 16,0 25-16,25-26 16,-26 1-16,1 25 15,0-50-15,-25 49 16</inkml:trace>
  <inkml:trace contextRef="#ctx0" brushRef="#br0" timeOffset="23158.077">15205 1488 0,'-49'0'0,"49"-25"16,-25 25-16,-25 0 15,1-24 1,24 24 0,0-25-1,0 25 1,0 0 0,25-50-16,-49 50 15,-1 0 1,25 0-1,-49 0 1,49 0-16,0 0 0,-24 0 16,24 0-1,-25 0-15,1 0 16,-1 0 0,25 0-1,-24 0 1,49 25-1,-50-25-15,0 0 16,1 0 0,-1 0-1,1 0 1,-1 0 0,0 0-1,1-25 1,-1 25-1,1 0 1,-1 0 0,0 0-1,26 0 1,-26 0 0,25 0-1,0 0 1,1 0-1,-1 0 1,-25 0 0,25 0-1,1 0-15,-26 0 32,25 0-17,-24 0 16,24 0-15,0 0 0,0 0-1,0 0 1,1 0 15,-26 0-15,25 0 15,0 0-15,25 50-16,-25-50 15,1 0 1,-1 0 15,25 25 0,-50-25-15,25 24 15,1-24-15,-1 0 62,25 25-62,-25-25 15,25 25-15,-50-25 15,50 50 0,-24-50-15,24 24-1,-25-24 1,25 25 0,-25-25 15,25 25-31,0 0 47,-25-25-32,25 25 1,0 0 15,0 24 0,0-24-15,0 0 0,0 0-1,0-1 1,0 1 0,0 25 15,25-50-31,-25 25 15,25-1 1,24-24 0,-49 25-16,25-25 15,0 25 1,25-25 0,-26 0-16,1 0 15,25 50-15,-25-50 16,-1 0-16,1 0 15,0 0-15,0 24 16,25-24-16,-26 0 16,1 0-16,0 0 0,0 25 15,0-25 1,24 0-16,-24 0 0,0 0 16,0 0-16,-1 0 15,-24 25-15,75-25 16,-50 0-16,24 0 15,-24 0 1,0 0-16,24 50 16,-24-50-16,0 0 15,0 0-15,0 0 16,-1 0-16,26 0 16,-25 0-1,24 0 1,1 0-16,-25 0 15,24 0 1,1 0 0,0 0-1,-1 0 1,-24 0-16,25 0 16,-1 0-1,1 0 1,-25 0-1,0 0-15,24-25 16,-24 25-16,25 0 16,-1 0-16,-24-25 15,0 25 1,0 0-16,-1 0 16,26 0-16,0-25 15,-1 25 1,-24 0-1,-25-25 1,50 25-16,-26 0 16,1-49-1,0 49 1,0-25 0,24 25-1,1-25 1,-25 25-1,-25-25 1,49 25-16,-24 0 47,-25-49-47,25 49 31,-25-25-31,25 25 16,-25-25-1,0 0 1,25 25 0,-25-24-1,0-26-15,0-24 16,0 49 0,0 0-16,0 0 15,0-25 1,0 26-1,-25 24 1,25-50-16,-25 50 16,-25 0 15</inkml:trace>
  <inkml:trace contextRef="#ctx0" brushRef="#br0" timeOffset="24284.123">20513 695 0,'25'0'94,"0"0"-94,0 0 0,0 0 15,-1 0-15,26 0 16,-25 0-16,25 0 15,-26 0 1</inkml:trace>
  <inkml:trace contextRef="#ctx0" brushRef="#br0" timeOffset="24618.947">20538 868 0,'0'0'0,"0"25"0,75 25 78,-51-50-78,1 0 16,0 0-16,25 0 15,-25 0-15,24 0 16,1 0-1,-25 0 1</inkml:trace>
  <inkml:trace contextRef="#ctx0" brushRef="#br0" timeOffset="25467.148">21134 719 0,'-25'-49'31,"25"24"-15,0 0 0,0 0 15,49 25-31,1-49 16,-25 49-1,0 0 1,-1 49-1,-24 1 1,0-25-16,0 0 16,0-1-16,0 1 15,0 0 1,0 25-16,-24-26 16,24 1-16,-25-25 0,25 50 15,-50-50-15,50 25 16,-25-25-16,25 24 15,-24-24 1,-1 0 15,50 0 47,-1 0-78,26 0 16,-25 0-16,0 0 16,-1 0-16,1 0 15,0 0-15,0 0 16,24 0 0,-24 0-1</inkml:trace>
  <inkml:trace contextRef="#ctx0" brushRef="#br0" timeOffset="26161.768">21555 819 0,'25'0'78,"0"0"-62,0 0-1,-1 0 1,-24-25-16,50 25 16,-50-25-1,0 0 1,25 25-16,-25-49 0,0-1 15,0 25 17,0 0-17,-50 25 17,25 0-17,1 0 1,-1 0-1,0 25 1,25 0 0,-50-25-16,50 50 15,0-1-15,0-24 16,0 49 0,0-49-16,0 25 15,25-50 1,-25 25-16,50-25 15,-50 24-15,25-24 16,24 0-16,-24 0 16,0 0-1</inkml:trace>
  <inkml:trace contextRef="#ctx0" brushRef="#br0" timeOffset="31355.848">30187 620 0,'25'0'78,"0"0"-78,0 0 16,0 0-16,24 0 16,1 0-16,-25 0 0,-1 0 15,1 0 1,0 0 0</inkml:trace>
  <inkml:trace contextRef="#ctx0" brushRef="#br0" timeOffset="32136.454">30386 620 0,'0'25'125,"0"25"-110,0-26-15,0 26 16,0-25-16,0 0 0,25-1 15,-25 26-15,0-25 16,49 24-16,-49-24 16,0 0-16,25-25 15,-25 50-15,0-26 16,25-24 0,-25 25-16,0 0 31,25-25 31,-1-50-46,-24 26 0,0-1-16,50 0 15,-50-25-15,25 1 16,-25-1-16,25 1 15,-25-1-15,0 0 16,49 1-16,-49 24 16,25-25-1</inkml:trace>
  <inkml:trace contextRef="#ctx0" brushRef="#br0" timeOffset="32485.354">30659 571 0,'24'0'110,"1"0"-110,0 0 15,0 0-15,0 0 16,-1 0-16,26 0 0,-25 0 15,24 0 1</inkml:trace>
  <inkml:trace contextRef="#ctx0" brushRef="#br0" timeOffset="34232.4">31676 1439 0,'0'-50'16,"0"25"-1,0 0 1,-25 25 0,25-24-16,-25 24 0,-25-25 15,26 25 1,-26 0-16,0-50 15,1 50 1,24 0 0,-25 0-1,1 0 1,-26 0 0,1 0-1,49 0 1,0 0-16,0 0 15,1 0-15,-1 0 16,-25 0-16,25 25 0,-24-25 31,24 0-31,0 0 32,0 0-32,-24 25 15,24-25 1,0 0-1,25 25 1,-25-25 0,25 24-1,0 1 1,-24-25 0,24 25-16,0 25 0,0-1 15,0-24 1,0 25-1,0-1 1,0 51 15,49-51-15,-49-24 0,0 25-1,25-1-15,-25-24 16,25 25-1,-25-1 1,25-49-16,-25 25 0,49-25 16,-49 25-16,25-25 15,-25 25-15,25-25 16,24 49 0,26-49-1,-26 25 1,-24-25-16,0 0 15,25 0 1,-1 0 0,1 0-16,-25 0 15,0 0-15,-1 0 16,1 0-16,25 0 16,-25 0-16,-25-50 15,49 50-15,26-24 16,-51 24-1,26-25 1,0 25 0,-50-25-16,24 25 15,26-50 1,-25-24 0,-25 49-16,25 0 15,-25 1-15,49-1 16,-49-25-16,25 1 15,-25 24 1,0-25 0,0 25-1,0 0-15,0 1 0,-50-26 16,50 0-16,-49 26 16,-1-51-1,25 75-15,-24 0 16,-1 0-16,1 0 15,-1 0-15,0 0 16</inkml:trace>
  <inkml:trace contextRef="#ctx0" brushRef="#br0" timeOffset="36335.813">6226 3026 0,'50'0'47,"-26"0"-32,1 0-15,0 0 16,25 0-16,-1 0 15,26 0-15,-1 0 16,-24 0-16,24 0 16,0 0-16,-24 0 15,49 0-15,25 0 16,-24 0-16,-26 0 16,0 0-16,1 0 15,-26 0-15,26 0 16,-1 0-16,-24 0 0,24 0 15,1 0-15,-1 0 16,-24 0-16,24 0 16,-24 0-16,-1 0 15,1 0-15,0 0 16,-1 0-16,1 0 16,-1 0-16,1 0 15,0 0-15,-26 0 16,1 0-16,0 0 15,25 0-15,-1 0 16,-24 0 0,25 0-1,-1 0 1,-24 0 0,-25-25-16,50 25 15,-26 0 1,-73 0 109</inkml:trace>
  <inkml:trace contextRef="#ctx0" brushRef="#br0" timeOffset="37483.436">11956 2952 0,'49'25'31,"1"-25"-31,24 0 16,1 0-16,49 0 16,0 0-16,0 0 15,0 0-15,0 49 16,0-49-16,0 0 15,-74 0-15,-1 0 16,-24 0-16,25 0 16,-1 0 15,-73 0 16,-26 0-32,25 0-15,0 0 16</inkml:trace>
  <inkml:trace contextRef="#ctx0" brushRef="#br0" timeOffset="38887.847">6003 3969 0,'0'0'0,"0"-25"31,0 75 31,25-1-62,-25 1 16,0 24-16,0 1 16,0-26-16,0 26 15,0-26-15,0 1 16,0-25 0,0-1-16,0-48 62,0-1-62,0-25 16,0 1-16,49-1 15,-49 0-15,50 26 0,-50-1 16,49-25-16,26 1 16,-50 49-1,24 0 1,-24 0-16,25 0 15,-26 0 1,-24 49 15</inkml:trace>
  <inkml:trace contextRef="#ctx0" brushRef="#br0" timeOffset="39236.657">6226 4266 0,'0'50'78,"50"-25"-62,-26 24 0,26 1-16,-50-25 0,50 24 15,-50-24-15,49-25 16,-49 25-16,25-25 15,-25 25 1</inkml:trace>
  <inkml:trace contextRef="#ctx0" brushRef="#br0" timeOffset="40218.212">6846 4266 0,'0'-49'31,"0"24"-31,-50 25 63,1 25-48,49 0-15,-25-1 16,25 1-16,0 25 15,0-25-15,0 24 16,0-24-16,0 25 16,0-26-16,25-24 15,24 0 1,1 0 0,-25 0-1,-25-49 1,50-1-1,-50 25 1,-25 25 15,-50 25-15,75 25 0,-25-25-16,25-1 15,0 1-15,-24 0 16,24 25-16,0-26 15,0 1-15,0 0 0,0 0 16,49-25 0,-24 0-16,0 0 15,0 0-15,24 0 16,-24 0-16,25 0 16,-25 0-1,-25-25 1</inkml:trace>
  <inkml:trace contextRef="#ctx0" brushRef="#br0" timeOffset="40834.983">7565 4366 0,'-24'0'31,"48"0"32,26 0-48,24 0-15,1 0 16,-50 0-16,24 0 16,-24 0-16,0 0 0</inkml:trace>
  <inkml:trace contextRef="#ctx0" brushRef="#br0" timeOffset="41073.843">7541 4638 0,'24'0'16,"1"0"-1,25 0-15,-25 0 0,24 0 16,-24 0-16,0 0 16,0 0-16,-1 0 15,26 0 1</inkml:trace>
  <inkml:trace contextRef="#ctx0" brushRef="#br0" timeOffset="46606.833">8706 4142 0,'0'25'63,"0"0"-63,0 25 15,0-1-15,0-24 16,0 25-16,0-1 16,25 1-1,-25-25 1,0-1 15</inkml:trace>
  <inkml:trace contextRef="#ctx0" brushRef="#br0" timeOffset="46969.684">8558 4663 0,'0'25'46,"49"-25"-30,-24 0 0,0 25-16,24-25 15,1 0-15,0 0 16,-1 0-16,1 0 16,-25 0-1,-1 0-15,1 0 16,-25 25-1</inkml:trace>
  <inkml:trace contextRef="#ctx0" brushRef="#br0" timeOffset="47504.4">8632 5159 0,'0'-49'16,"0"24"0,0 0-1,50 25 1,-26 0-1,1 0 1,-25 25 0,0 25-16,0-1 15,0-24-15,0 25 16,0-1-16,0 1 16,-49-25-16,-1-1 15,25 1-15,-24-25 16,24 50-16,-25-50 15,25 0 17,25-25-17,0-25 1,25 26 0,25 24-16,-1 0 15,1 0 1,-25 0-16,0 0 0,-1 0 15,26 0-15,-25 0 16,0 0-16,-1 0 16</inkml:trace>
  <inkml:trace contextRef="#ctx0" brushRef="#br0" timeOffset="48757.879">9351 4291 0,'0'-25'32,"0"50"46,0 0-78,0 25 15,0-26-15,0 1 16,0 0-16,0 0 16,0 24-1,0-73 48,0-26-48,0 25-15,25-24 16,-25 24 0,25-25-16,25 25 15,-1 25 1,-24 0-16,25 0 16,-50 25-16,49 0 15,-49 0-15,0 0 16,25 24-16,-25-24 15,0 0-15,0 24 16,0-24 0,-25-25 15,25-25-15,0 1-16,0-1 15,0 0 1,0 0-16,0-24 0,0 24 15,0 0 1,50 25-16,-25 0 16,-1 0-16,26 0 15,0 0-15,-26 0 16,-24 50-16,50-1 16,-50-24-16,0 0 15,25 0-15,-25-1 16,0 26-1,0 0 1</inkml:trace>
  <inkml:trace contextRef="#ctx0" brushRef="#br0" timeOffset="49738.388">10220 4266 0,'0'-24'15,"0"98"79,0-49-78,0 0-16,0 24 15,0-24-15,0 0 16,0 0-16,0-1 15,24 26-15,-24-25 16,50 24 0,-50-24-1,25-25-15,0 0 16,-1 0 0,1 0-1,25 0 1,-25 0-1,-25-49-15,49-1 16,-49 25-16,25 0 16,-25-24-16,25-1 15,-25 25-15,0 1 16,49-26-16,-49 25 16,0-24-1,-24-1 1,24 25-1,-25 25 1,0 0 15,0 0-15,0 0 0,1 0 15,24 25-31,0 25 15,0-1 1,0-24 0,0 25-1,0-1-15,24 1 32,-24-1-17,25-49-15,-25 25 16,50-25-16,-25 0 31</inkml:trace>
  <inkml:trace contextRef="#ctx0" brushRef="#br0" timeOffset="50374.03">10740 3894 0,'-24'-49'15,"24"24"1,0 0-1,0-24 1,0 24 15,49 25-15,-24 0-16,25 0 16,-1 0-1,-49 25-15,25-1 16,-25 26-16,0-25 0,0 0 15,0-1-15,0 1 16,-50-25-16,1 50 16,24-50-16,0 49 15,-24 1 1,49-25 15,24-25-15,26 0-16,0 0 15,24-25-15,25 25 16,0-50-16,-24 50 16</inkml:trace>
  <inkml:trace contextRef="#ctx0" brushRef="#br0" timeOffset="59268.533">21158 3894 0,'0'25'79,"0"0"-79,0 0 15,0 0-15,0 24 16,0 1-16,0-25 15,0 24 1,0-24-16</inkml:trace>
  <inkml:trace contextRef="#ctx0" brushRef="#br0" timeOffset="59630.834">21010 4242 0,'49'0'78,"-24"0"-62,25 0-16,-1 0 16,-24 0-16,0 0 15,0 0-15,-1 0 16,26 0-1,-50 24 1,0 1 0</inkml:trace>
  <inkml:trace contextRef="#ctx0" brushRef="#br0" timeOffset="60126.55">21134 4589 0,'0'-50'16,"24"25"0,26 1-1,0 24 1,-26 0-1,-24 24 1,25 1 0,-25 25-16,0-1 15,0 1-15,0 0 16,-49-26-16,49 1 16,-50 25-16,25-50 15,0 25-15,1-25 16,-26 25-1,25-25 1,25-25 0,0 0-1,0-25 17,25 50-32,0 0 15,0 0-15,24 0 16,-24 0-16,0 0 15,0 0-15,49 25 16,-49-25 0</inkml:trace>
  <inkml:trace contextRef="#ctx0" brushRef="#br0" timeOffset="64779.575">21729 4068 0,'25'0'94,"-25"50"-78,0-26-16,0 26 15,0 0-15,0-26 16,0 26 0,0-25-1,0-50 63,0 0-78,0-24 16,0 24-16,0 0 16,0 0-16,0-24 15,25 24 1,24 25 0,1 0-1,-1 25 1,-49-1-16,25 1 15,-25 0-15,0 0 16,0 24-16,0 1 16,0-25-1,-25-50 48,25 0-63,0-24 15,0-1-15,25 0 16,-25 26-16,25 24 16,-25-50-16,50 50 15,24 0-15,-49 0 16,0 25 0,-25 0-16,24-1 15,-24 1-15,0 0 16,0 25-16,0-26 0,0 1 15,0 25 1,0-25 0</inkml:trace>
  <inkml:trace contextRef="#ctx0" brushRef="#br0" timeOffset="65367.814">22473 3994 0,'0'24'47,"0"1"-47,0 25 16,-25-1-16,25 1 15,0-25-15,0 0 16,0-1-16,0 26 16,0-25-1,50-25-15,-1 0 16,-24 0-1,25 0 1,-25-50 0,-25 25-1,24-24-15,-24-1 16,50-24-16,-50 49 16,0-25-16,0 26 15,0-1 1,-50 25 15,26 0-15,-1 74-1,25-49 1,0 25-16,0-26 16,0 26-1,0-25 1,25-25 15,-1 0-15</inkml:trace>
  <inkml:trace contextRef="#ctx0" brushRef="#br0" timeOffset="65818.561">22771 3621 0,'0'0'0,"0"-24"15,49-26 16,-24 50-15,25 0-16,-25 25 16,-25 0-1,0-1 1,0 1-16,0 25 0,0-25 16,-50 0-16,0 24 15,1 1 1,49-25 15,25-25 16,24 0-47,1 0 16,-1 0-16,1 0 0,-25 0 15</inkml:trace>
  <inkml:trace contextRef="#ctx0" brushRef="#br0" timeOffset="66203.001">23267 4068 0,'25'0'46,"-1"0"-30,26 0-16,-25 0 16,0 0-16,-1 0 15,1 0-15,0 0 0,25 0 32</inkml:trace>
  <inkml:trace contextRef="#ctx0" brushRef="#br0" timeOffset="66468.853">23267 4242 0,'49'0'62,"1"0"-62,-25 0 16,0 0 0,-1 0-16,26 0 0,0 0 15,-26 0 1</inkml:trace>
  <inkml:trace contextRef="#ctx0" brushRef="#br0" timeOffset="67935.605">24135 3919 0,'-25'0'47,"0"0"-31,-24 25-1,49 0-15,-25 0 16,25 24-16,-50 1 15,50-1-15,0 1 16,0-25-16,0 0 16,0-1-16,0 26 15,50-50 1,-25 0-16,0 0 16,-1 0-16,1 0 15,0-25-15,25-24 16,-50 24-1,49 0-15,-49-25 16,0 1-16,0-1 0,0 1 16,0 24-16,-25 25 15,25-50-15,-49 50 16,24 0-16,0 0 16,-24 0-16,24 25 15</inkml:trace>
  <inkml:trace contextRef="#ctx0" brushRef="#br0" timeOffset="68218.467">23986 4142 0,'25'0'31,"25"50"-15,-50-25-1,49 0-15,-49-1 16,50 26-16,-1-50 16,1 50-16,0-50 15,-26 24-15,26-24 16,-50 25-1,25-25-15</inkml:trace>
  <inkml:trace contextRef="#ctx0" brushRef="#br0" timeOffset="68680.342">24606 3894 0,'75'0'94,"-51"0"-79,26 0-15,0 0 16,-1 0-16,1-49 16,-25 49-16,0 0 0,-1 0 31</inkml:trace>
  <inkml:trace contextRef="#ctx0" brushRef="#br0" timeOffset="69395.613">24755 3919 0,'50'25'63,"-50"0"-48,24-25-15,-24 49 16,25-24-16,-25 25 15,25-25-15,-25-1 16,50 1-16,-50 25 16,0-25-16,25-25 0,-25 49 15,0 1 1,24-50-16,-24 25 16,0-1-1,25-24-15,-25 25 16,25-25 15,0 0 0,24-25 1,-49-24-1,50-1-31,-50 1 15,25-26-15,-25 1 0,74-1 16,-74 26-16,25-1 16,-25 1-16,0 24 15,25 25-15,-25-50 16,0 25 0</inkml:trace>
  <inkml:trace contextRef="#ctx0" brushRef="#br0" timeOffset="69741.439">25202 3746 0,'49'0'78,"-24"0"-62,0 0-16,24 0 15,1 0-15,-25 0 0,24-25 16</inkml:trace>
  <inkml:trace contextRef="#ctx0" brushRef="#br0" timeOffset="72666.025">22126 5779 0,'0'25'78,"0"0"-63,0 0-15,0 0 16,0 0 0,0-1-16,0 26 15,0-25-15,0 0 0,0-1 16,0 1-16,0 25 15,25-50 1,-25 25-16,24-25 16,1 0-1,25 0 1,-25 0 0,-1 0-1,1 0 1,-25-50-16,50 50 15,-50-50-15,25 26 16,-25-1-16,0 0 16,24 0-16,-24-24 15,0 24-15,0 0 16,0 0-16,0 0 16,0-24-1,0 24 1,-24-25 31,-1 50-32,-25 25 1,50 25 0,0-26-16,-25 1 15,25 0-15,0 0 16,0 25-1,0-1 1,0-24 0,25-25-1,-25 25-15,50-25 16,-25 0 0</inkml:trace>
  <inkml:trace contextRef="#ctx0" brushRef="#br0" timeOffset="73655.463">22845 5928 0,'50'0'218,"-1"0"-202,1 0-16,-25 0 16,0 0-16,-1 0 15,1-24-15,0 24 16,25 0 15,-75 0 16</inkml:trace>
  <inkml:trace contextRef="#ctx0" brushRef="#br0" timeOffset="73992.85">22845 6176 0,'25'0'63,"0"0"-47,0 0-16,-1 0 15,1 0-15,0 0 16,25 0-16,-26 0 15,26 0-15,0 0 0,-26 0 16</inkml:trace>
  <inkml:trace contextRef="#ctx0" brushRef="#br0" timeOffset="75005.268">24036 5655 0,'0'-49'16,"0"-1"-16,0 1 16,0 24-1,0-25 1,49 1-1,-24 49-15,25 0 32,-50 24-32,49-24 0,-49 50 15,25-25-15,-25 24 16,0-24-16,0 0 16,0 0-16,-25 0 15,1 24-15,-26-24 16,25 0-16,0-25 15,-24 74-15,24-74 16,25 50-16,-50-50 16,50 25-1,50-25 32,0 0-47,-1 0 16,1 0-16,24-25 15,-24 25-15,24-25 16,-24 25-16,-1 0 16,-24-50-16</inkml:trace>
  <inkml:trace contextRef="#ctx0" brushRef="#br0" timeOffset="75522.802">24829 5457 0,'0'0'0,"0"-50"0,0 26 31,-24 24-15,-1 0-1,25 24 1,-50 1-16,50 0 0,-49 0 16,49 24-1,-25 1-15,25 0 0,0-1 16,0-24-16,0 0 15,0 24 1,74-49-16,-49 0 16,0 0-16,0 0 15,24-24-15,-24 24 16,0-50-16,-25 25 16,25 0-16,-25 1 15,0-26-15,0-24 16,0-1-16,0 26 15,0-1-15,-25 50 16,25-25-16,-50 25 16,25 0-16,-24 50 0,49-25 15,-25-1-15</inkml:trace>
  <inkml:trace contextRef="#ctx0" brushRef="#br0" timeOffset="75794.66">24755 5581 0,'0'25'47,"25"-25"-47,-25 49 15,74-24-15,-49 0 16,0 25-16,25-50 16,-26 49-16,1-49 15,0 25-15,25-25 16,-26 0 0</inkml:trace>
  <inkml:trace contextRef="#ctx0" brushRef="#br0" timeOffset="76267.375">25177 5383 0,'-50'0'31,"75"0"48,25 0-79,-1-50 15,1 50-15,-1 0 16,1 0-16,-25 0 15,0 0-15,-1 0 16</inkml:trace>
  <inkml:trace contextRef="#ctx0" brushRef="#br0" timeOffset="76837.665">25326 5383 0,'0'49'47,"0"1"-32,0-25 1,24-1-16,-24 1 16,50 25-16,-50-1 15,25-24-15,-25 25 16,25-1-16,-25-24 16,24 0-16,-24 25 15,50-25 16,-25-25 16,0 0-31,-1-50 0,-24 25-1,50 0-15,-50-24 16,25-1-16,-25-24 15,25-1-15,-25 1 16,49 24-16,-49 25 16,0 1-1</inkml:trace>
  <inkml:trace contextRef="#ctx0" brushRef="#br0" timeOffset="77148.486">25648 5358 0,'25'0'94,"24"0"-94,1 0 16,0 0-16,-1 0 15,-24 0-15,-25-25 0</inkml:trace>
  <inkml:trace contextRef="#ctx0" brushRef="#br0" timeOffset="78116.514">24185 6201 0,'24'0'94,"26"0"-78,74 0-16,25 0 15,24 0-15,1 0 0,25 0 16,-26 0-16,-24 0 15,-25 0-15,-25 0 16,-49 0-16,-1 25 16,1-25-16,-25 0 15,24 0-15,-24 0 16,25 0 0</inkml:trace>
  <inkml:trace contextRef="#ctx0" brushRef="#br0" timeOffset="79551.402">24631 6548 0,'0'25'63,"0"50"-48,0-51 1,0 1-16,0 0 16,0 25-1,0-1 1,0-24-1,0 0 1,0-75 109,25 25-109,-25 1-16,25-26 15,-25 25-15,49 25 16,-49-49-16,25 49 16,0-25-1,0 25 1,-1 0-1,26 0 1,-50 49 0,50 1-16,-50-25 15,0 0-15,0 24 16,-25-49 0,25 25-16,0-50 78,0 0-78,0-24 15,0-1-15,25 1 16,-25 24-16,49 25 16,-49-50-16,50 50 0,-25 0 15,0 0 1,-1 0-16,26 25 15,-50 0-15,0 24 16,25 1-16,-25 0 16,0-26-16,0 1 15,0 25 1,0 0 0</inkml:trace>
  <inkml:trace contextRef="#ctx0" brushRef="#br0" timeOffset="81918.987">23391 7169 0,'0'0'0,"25"0"94,-1 74-79,1-24 1,25-26-16,-25 1 16,-1 0-16,1 25 0,-25-26 15,50-24-15,-50 50 16,25-50-16,-25 25 16,0-50 46,0 0-62,0-24 16,0-1-16,0 0 15,0 1-15,0-1 16,0 1-16,0-1 0,0 0 16,0 1-16,0 24 15,0-25-15,0 1 16,0-1-16,0-24 15,0-1 1,0 26-16,0-1 0,0 0 16,0 1-16,0 24 15,0 0-15,0 0 16,0-24-16,0 24 16,0 0-16,0-24 15,0-1-15,0 25 16,0 0-16,0 1 15,0-26 1,0 25-16,0-24 16,0-1-1,0 25 1,0 0-16,0-24 0,0 24 16,0 0-16,0 0 15,49 0-15,-49-24 16,0-1-1,0 25 1,0-24 0,0-1-1,25 25-15,-25-24 16,0 24-16,0-25 31,0 26-31,0-1 31,0 0-15,25 25-16,-25-50 16,0 26-1,0-1 1,0-25 31,25 50-32,-25-25 1,0 1 0,0-1 15,0 0 31,24 25 32,26 0-78,0 0-1,-25 0 1,24 0-16,-24 0 16,0 0-16,0 0 15,24 0-15,1 0 16,-1 0-16,1 0 16,0 0-16,-1 0 15,-24 0-15,0 0 16,24 0-16,1 0 15,0 0-15,-1 0 16,1 0-16,-25 0 16,24 0-16,1 0 0,-1 0 15,1 0 1,-25 0-16,0 0 0,24-25 16,-24 25-16,0 0 15,25 0 1,-26 0-16,51 0 15,-50 0 1,-1 0-16,1 0 16,25 0-16,-1 0 15,1-49-15,0 49 0,-26 0 16,1 0-16,0 0 16,25 0-1,-1-25-15,1 25 16,-25 0-16,24 0 0,-24 0 15,0-25-15,0 25 16,24 0 0,-24 0-1,0 0 1,25 0 15,-75 0 63,-25 0-78</inkml:trace>
  <inkml:trace contextRef="#ctx0" brushRef="#br0" timeOffset="83337.65">21059 6052 0,'25'0'110,"25"0"-95,-26 0-15,1 0 16,25 0-16,-25 0 16,-1 0-16,1 0 15</inkml:trace>
  <inkml:trace contextRef="#ctx0" brushRef="#br0" timeOffset="83676.465">21059 6276 0,'50'0'78,"-25"0"-62,-1 0-16,1 0 15,25 24-15,-25-24 16,-1 0-16,1 0 16,0 0-16</inkml:trace>
  <inkml:trace contextRef="#ctx0" brushRef="#br0" timeOffset="84321.427">21233 5854 0,'25'25'110,"49"0"-95,-24-25-15,-1 24 16,1-24-16,-25 50 15,-1-50-15,1 25 16,-25 0-16,0-1 16,0 26-16,0 24 15,-49-24-15,-26 24 16,1 26-16,-1-26 0,1-24 16,0-1-16,24 1 15,0-25-15</inkml:trace>
  <inkml:trace contextRef="#ctx0" brushRef="#br0" timeOffset="89671.685">10740 4762 0,'0'-24'31,"-24"24"47,-1 0-62,0 0-1,-25 0 16,26 49-15,24-24 0,-25 0-1,25 0 1,0 0 0,0 24-1,0-24 1,0 25-1,0-26 1,0 26 0,0-25-1,0 24 1,0-24 0,0 25-1,0-25 1,-25-25-1,-25 0 1,26 0 0,-1 0-1,0 0 17</inkml:trace>
  <inkml:trace contextRef="#ctx0" brushRef="#br0" timeOffset="90038.47">10418 5011 0,'25'0'62,"24"0"-46,-24 0-16,0 0 15,25 0-15,-1 0 16,1 0-16,-1 0 0</inkml:trace>
  <inkml:trace contextRef="#ctx0" brushRef="#br0" timeOffset="91702.852">22523 6201 0,'24'-25'93,"-24"1"-30,-24 24-16,-1 0-32,25 24 1,-50-24 0,50 50-16,0-25 15,-25-25 1,25 25-16,0 24 15,0 1 1,0-1 0,0 1-1,0-25 1,0 0 0,0-1-1,0 1 1,0 0-1,0 25 1,-24-1 0,-1-49-1,0 50 1,-25-50 0,1 0-1,24-25 1</inkml:trace>
  <inkml:trace contextRef="#ctx0" brushRef="#br0" timeOffset="92070.655">22324 6524 0,'25'0'47,"25"-25"-31,-26 25-16,1 0 16,25 0-16,-1-50 15,1 50-15</inkml:trace>
  <inkml:trace contextRef="#ctx0" brushRef="#br0" timeOffset="94657.498">7466 6995 0,'50'0'78,"-25"0"-78,-1 0 15,26 0-15,0 0 16,-1 0-16,1 0 16,-25 0-16,24 0 15</inkml:trace>
  <inkml:trace contextRef="#ctx0" brushRef="#br0" timeOffset="94931.343">7516 7317 0,'25'0'63,"24"0"-63,1 0 15,-1 0-15,1-24 16,0 24-16,24 0 0,-24 0 16,-1 0-1</inkml:trace>
  <inkml:trace contextRef="#ctx0" brushRef="#br0" timeOffset="95364.506">8533 6672 0,'0'-24'15,"0"-26"17,0 75-1,0 0-31,0 24 16,0 1-16,25-1 15,-25-24-15,0 25 16,0-25-16,0 0 15,0 24 1</inkml:trace>
  <inkml:trace contextRef="#ctx0" brushRef="#br0" timeOffset="95636.344">8359 7193 0,'0'-24'47,"50"24"-31,-1 0-16,1 0 15,0-25-15,-1 25 16,1 0-16,-1 0 16,-24 0-16</inkml:trace>
  <inkml:trace contextRef="#ctx0" brushRef="#br0" timeOffset="96123.103">8508 7516 0,'0'0'0,"0"-25"16,-50 0 0,50-24-1,25 24 1,25 25-1,-1 0-15,-49 25 16,25 24 0,-25 1-16,0-25 15,0 49-15,0-24 16,-49 24-16,-1-24 16,25-50-16,0 49 15,-24-49-15,-1 25 16,25-25-16,1 0 15,-26 0 1,50-25 0,0-24-16,0-1 31,25 50-31,24-25 16,1 25-16,0 0 0,24 0 15,0 0-15,-24 0 16,24 0-16,-24 0 15,0 0-15,-1 0 16,-24 0-16,0 0 16</inkml:trace>
  <inkml:trace contextRef="#ctx0" brushRef="#br0" timeOffset="97089.214">9178 6747 0,'0'-25'0,"0"50"62,25 24-46,-25 1-1,0-25-15,0 0 0,0 0 16,0-1-16,0 1 16,0 25-1,0-1 1,-25-73 31,25-26-32,0 25-15,0-24 16,0-1-16,0 25 0,25 0 16,49 25-1,-49 0 1,0 0-16,-25 25 15,49-25-15,-49 75 16,0-51-16,0 26 16,0-25-1,0-50 48,0-25-63,0 1 15,75-26-15,-51 26 16,1 24-16,0 25 0,0 0 16,24 0-16,1 0 15,-25 25-15,0-1 16,-25 26-16,49 0 16,-49-1-16,0 1 15,0-25-15,0 0 16,-25 24-16</inkml:trace>
  <inkml:trace contextRef="#ctx0" brushRef="#br0" timeOffset="97906.384">10244 6524 0,'0'24'78,"-24"1"-78,24 25 15,-25 24-15,25 1 16,0-26-16,-25 26 0,25-1 16,0 1-16,0 24 15,0 0-15,-50 0 16,50 0-16,0-24 16,25 24-16,-25-25 15,50 1-15,-25-1 16,24-24-16,-49-1 15,75 1-15,-51-25 16,-24 25-16,50-26 16,-25 26-1</inkml:trace>
  <inkml:trace contextRef="#ctx0" brushRef="#br0" timeOffset="100786.123">10740 8012 0,'25'0'63,"50"74"-48,-51-49-15,1 25 16,0-25-16,25-1 15,-26 1-15,26 50 16,-25-75 15,-25-25 1,0 0-17,0-25-15,0 1 16,0-50-16,0-26 15,0 1-15,0 0 16,0 25-16,-25-50 0,25 75 16,0 0-16,0-1 15,0 26-15,-25-1 16,25 0-16,0 1 16,0 24-16,0 0 15,0 0-15,0 1 16,0-1-16,0 0 15,0-25 17,0 25-1,0 1 0,0-1 16,0 0-16,0 0 1,0-24-17,0 24 1,0 0 31,0 0 0,50 25 93,-1 0-140,26 0 16,-25 0-16,74 0 15,0 0-15,24 0 16,26 0-16,-25 0 16,-25 0-16,25 0 15,-25 0-15,-25 0 16,-49 0-16,-1 0 16,-24 0-16,0 0 15,24 0-15,-49 50 16,25-50-16,-74 0 78</inkml:trace>
  <inkml:trace contextRef="#ctx0" brushRef="#br0" timeOffset="101655.164">11460 6945 0,'0'-24'31,"0"-26"-15,0 25-1,25 25 1,-1 0 0,26 0-1,-50 50-15,25-25 16,-25 24-16,0 1 16,0-25-16,0-1 0,0 26 15,0-25 1,-50-25-16,50 25 15,-25-25-15,25 24 16,-24-24-16,-1 0 16,0 0-1,50 0 48,24 0-48,1 0-15,0 0 16,-26 0-16,51 0 16,-50 0-16,24 0 0,1 50 15,-25-50-15</inkml:trace>
  <inkml:trace contextRef="#ctx0" brushRef="#br0" timeOffset="102098.937">12129 6896 0,'0'0'15,"0"-25"-15,-49 25 31,-1 50-15,50-1 0,-25 1-16,25-1 15,0 1-15,0-25 16,0 0-16,0-1 16,0 26-1,50-50 1,0 0-1,-26 0-15,26-25 16,-25 0-16,-25 1 16,25-26-16,-25 25 15,0-24-15,0-1 0,0 0 16,0 1-16,-25-1 16,-25 50-16,25 0 15,-24 0 1,49 50-1</inkml:trace>
  <inkml:trace contextRef="#ctx0" brushRef="#br0" timeOffset="102322.813">12080 6995 0,'0'50'46,"25"-1"-30,-25-24 0,49 0-16,-49 0 15,50 24-15,-50-24 16,50 25-16,-26-26 16,1-24-16,-25 50 15,25-50-15</inkml:trace>
  <inkml:trace contextRef="#ctx0" brushRef="#br0" timeOffset="103274.025">12452 6846 0,'25'0'94,"0"0"-94,-1 0 16,26 0-1,-25 0 1</inkml:trace>
  <inkml:trace contextRef="#ctx0" brushRef="#br0" timeOffset="103804.05">12576 6846 0,'0'50'62,"0"-25"-46,0 24-1,0-24-15,0 0 16,0 0-16,50-1 16,-50 26-16,24-25 15,-24 24-15,25-49 16,-25 25-16,25-25 94,0 0-79,-25-49-15,49 24 16,-49-25-16,25 1 16,-25-1-16,25-24 15,-25-1-15,50 25 16,-50 26-16,0-1 15,24 25-15,-24 25 79</inkml:trace>
  <inkml:trace contextRef="#ctx0" brushRef="#br0" timeOffset="104070.943">12824 6772 0,'25'0'78,"24"0"-78,-24 0 16,25 0-16,-1 0 0,-24 0 15,25 0 1</inkml:trace>
  <inkml:trace contextRef="#ctx0" brushRef="#br0" timeOffset="104876.519">11708 7615 0,'-25'0'31,"50"0"16,24 0-47,26 0 16,49 0-16,0 0 15,25 0-15,49-25 16,-49 25-16,-50 0 16,0 0-16,-24 0 15,-26 0-15,-24 0 16,0 0 0,0 0 30</inkml:trace>
  <inkml:trace contextRef="#ctx0" brushRef="#br0" timeOffset="105646.134">12055 7937 0,'0'50'31,"0"-25"-15,0 0-1,0 49 1,0-49-16,0 0 15,0 0-15,0 24 16,0-24 0,0-50 46,50 0-46,-50-24-16,24-1 15,-24 25-15,50 25 16,-50-24-16,50 24 16,-1 0-16,-49 24 15,25 1 1,-25 0-16,0 0 16,0 24-16,0-24 31,0-74 16,0 24-47,25-25 15,-25 1-15,50 24 16,-1 0-16,-24 25 16,0 0-16,0 0 0,-1 0 15,26 0-15,-25 25 16,-25 0-16,25 24 15,-25-24-15,0 25 16</inkml:trace>
  <inkml:trace contextRef="#ctx0" brushRef="#br0" timeOffset="106417.432">13395 6474 0,'0'25'78,"24"0"-78,26 24 16,-25 1-16,-25 24 16,49 25-16,-49 1 15,0-26-15,0 50 16,0 0-16,0 0 16,0 0-16,0 0 0,-49 25 15,-1-25-15,25-50 16,25-49-16,-49 25 15,-1 24-15,50-49 16,-49 0 0,24 0-16,0-25 31,0 0-15</inkml:trace>
  <inkml:trace contextRef="#ctx0" brushRef="#br0" timeOffset="107562.341">13717 6226 0,'0'-25'15,"0"0"17,25-24-17,24 49 1,-24 0-1,25 0 1,-50 25 0,25-25-16,-25 74 15,0-24-15,0-1 16,-25 1-16,25-1 16,-50-24-16,50 0 15,-49-25-15,49 50 16,-50-50-16,50 24 31,25-24-15,24 0-1,-24 0-15,50-24 16,-51 24-16,51-50 16,-1 25-16,25-24 15</inkml:trace>
  <inkml:trace contextRef="#ctx0" brushRef="#br0" timeOffset="115863.558">22845 4390 0,'0'-24'16,"0"-1"31,-49 25-16,24 0-15,0 49 15,25 1-31,-25-50 16,25 25-16,0 24 15,0-24-15,0 0 16,0 0-16,0 49 15,0-49 1,0 49 0,0-24-1,0 0-15,0-1 16,0-24 0,0 25-1,-25-50 1,0 0 15</inkml:trace>
  <inkml:trace contextRef="#ctx0" brushRef="#br0" timeOffset="116111.416">22647 4812 0,'24'0'16,"1"-25"-1,0 25 1,0 0-16,25 0 15,-1 0-15,-24-49 16,0 49-16</inkml:trace>
  <inkml:trace contextRef="#ctx0" brushRef="#br0" timeOffset="119619.582">7665 9847 0,'-25'0'16,"50"0"109,24 0-125,-24 0 16,25 0-1,-1 0-15,-24 0 16,25 0-16,-26 0 0,1 0 16,25 0-1,-75 0 48</inkml:trace>
  <inkml:trace contextRef="#ctx0" brushRef="#br0" timeOffset="119926.433">7689 10170 0,'50'0'46,"-25"0"-30,24 0-16,-24 0 16,0 0-16,25 0 0,-1 0 15,-24 0 1,0 0-16,0 0 0</inkml:trace>
  <inkml:trace contextRef="#ctx0" brushRef="#br0" timeOffset="125516.865">9004 9649 0,'0'-25'16,"0"75"46,0-1-46,0 1-16,0 24 15,0 1-15,0-26 16,0 1-16,0-25 16,0 0-1</inkml:trace>
  <inkml:trace contextRef="#ctx0" brushRef="#br0" timeOffset="125826.74">8756 10195 0,'25'0'47,"24"0"-47,-24 0 0,25 0 15,-25 0-15,24 0 16,1 0-16,0 0 16,-26 0-16,26 0 15,-25 0-15</inkml:trace>
  <inkml:trace contextRef="#ctx0" brushRef="#br0" timeOffset="126282.478">8880 10616 0,'0'0'0,"-25"-24"16,25-26 0,0 0-1,25 50 1,0 0-16,24 0 16,-24 0-16,0 0 15,-25 25-15,0 25 16,0 24-16,0 1 15,0-26-15,-25 26 16,-24-26-16,-1-24 0,0 0 16,26-25-16,-1 49 15,0-49 1,0 0 0,25-24-16,0-26 15,0 0 1,25 26-1,25 24 1,24-50-16,-24 50 16,24 0-16,1 0 15,-26 0-15,1 0 16,-25 0-16</inkml:trace>
  <inkml:trace contextRef="#ctx0" brushRef="#br0" timeOffset="127195.97">9500 9897 0,'25'0'47,"-25"25"-31,0 24-16,50 1 16,-50 0-16,0-1 15,0-24-15,0 0 16,0 0-16,0-50 62,0-25-46,0 1-16,24-1 16,-24 25-16,25 25 15,-25-25-15,50 25 16,-25 0-16,-25 25 15,49 0-15,-49 0 16,0 0-16,0 24 16,0-24-16,0-50 62,25-24-46,-25-1-16,25 25 15,24 0 1,-24 25-16,25 0 16,-1 25-16,-24 0 15,-25 0-15,25 25 16,-25-1-16,0-24 16,0 0-16,25-25 15,-25 25-15</inkml:trace>
  <inkml:trace contextRef="#ctx0" brushRef="#br0" timeOffset="127466.814">10244 9971 0,'25'0'31,"25"0"-15,-25 25-1,-1 25-15,26-25 0,-25 0 16,0-1-16,-25 26 16,49-25-1,1 24-15,-50-24 16</inkml:trace>
  <inkml:trace contextRef="#ctx0" brushRef="#br0" timeOffset="127670.7">10616 9947 0,'-24'0'31,"-1"24"-31,-25 26 0,1 25 16,24-1-16,-25 0 15,1 1 1,-26-1-16,50 1 16,1-51-16</inkml:trace>
  <inkml:trace contextRef="#ctx0" brushRef="#br0" timeOffset="128615.314">11733 9847 0,'0'0'0,"-25"-49"32,25 24-17,0-25 1,49 50-16,-24 0 15,0 0 1,25 25-16,-50 25 16,24-1-16,-24 1 0,0 0 15,-24-1-15,-1 1 16,-25-25-16,25 24 16,1-49-16,-26 50 15,0-50-15,26 25 16,-26-25-1,25 0 1,25-25 15,25 25-15,0 0-16,24 0 16,1 0-16,0 0 15,-1 0-15,1 0 16,-1 0-16,1 0 15,0 0-15,-26 0 16,1 0-16</inkml:trace>
  <inkml:trace contextRef="#ctx0" brushRef="#br0" timeOffset="129021.774">12303 9872 0,'0'0'0,"0"-25"15,-25 25 17,-24 25-17,49 25-15,0 24 16,-50 1-16,50-26 15,0 1-15,0 0 16,0-26-16,25 26 16,25-50-16,-26 25 15,26-25-15,-25 0 0,0 0 16,-1 0 0,26-50-16,-50 1 15,0-1 1,0 25-16,0-49 0,0-1 15,0 1-15,-25 24 16,-24 25-16,24 25 16,0 0-16,0 0 15,0 0-15</inkml:trace>
  <inkml:trace contextRef="#ctx0" brushRef="#br0" timeOffset="129258.62">12254 10021 0,'0'25'31,"24"-25"-15,-24 25-16,50-25 15,-25 74-15,-25-49 16,49 0-16,-49 0 15,50 24-15,-25-49 16,24 50-16,1-50 16,-25 0-16</inkml:trace>
  <inkml:trace contextRef="#ctx0" brushRef="#br0" timeOffset="129619.076">12774 9823 0,'25'0'78,"25"-25"-62,-25 25-16,24 0 15,1 0-15,-25 0 16,-1 0-16,26 0 15,-25 0 1</inkml:trace>
  <inkml:trace contextRef="#ctx0" brushRef="#br0" timeOffset="130062.844">12948 9798 0,'0'49'63,"0"-24"-48,25 25-15,-25-1 16,49 26-16,-49-1 0,25-24 15,-25 0-15,25-1 16,-25-24 0,50 0-16,-26 24 15,1-49 17,-25-24-17,25-1 1,-25 0-16,50-25 0,-50-24 15,25 0-15,-25-1 16,74 1-16,-74 24 16,25 0-16,-25 26 15,25 24 1</inkml:trace>
  <inkml:trace contextRef="#ctx0" brushRef="#br0" timeOffset="130313.711">13271 9823 0,'0'-25'31,"49"25"0,-24 0-31,25 0 0,-26 0 16,26 0-16,-25 0 16,49 0-16,-24 0 15</inkml:trace>
  <inkml:trace contextRef="#ctx0" brushRef="#br0" timeOffset="131014.351">11782 10691 0,'0'0'0,"25"0"47,25 0-47,49 0 16,50 0-16,24 0 15,26 0-15,49 0 16,-25 0-16,25 0 16,0 0-16,-74 0 15,-50 0-15,-50 0 16,-24 0-16,-25 0 15,-75 0 32</inkml:trace>
  <inkml:trace contextRef="#ctx0" brushRef="#br0" timeOffset="131893.894">12725 11063 0,'0'25'78,"0"-1"-62,0 1-16,0 0 15,0 25-15,0-25 16,0 24-16,0-24 16,0 0-16,0 24 15,0-24 17,0-50-1,0 1-16,0-26-15,0 0 16,49 1-16,-49-1 16,75 25-16,-50 25 15,24-49-15,-24 49 16,25 0-16,-26 24 16,1 26-16,-25-25 15,50 0-15,-50 0 16,0 24-1,0-24 1,0-50 15,0 0-31,0-24 16,49-1-16,-24 0 16,25 26-16,0 24 15,-26 0-15,26 0 16,-25 0-16,24 0 15,-49 24-15,50 26 16,-50-25-16,0 0 16,0 0-16,-25-1 15</inkml:trace>
  <inkml:trace contextRef="#ctx0" brushRef="#br0" timeOffset="133359.72">7813 12774 0,'-24'0'31,"73"0"47,-24 0-78,25-24 16,49 24-16,-25 0 16,-24 0-16,0-50 15,-1 50-15,1 0 16,-25 0-1,-25 25-15</inkml:trace>
  <inkml:trace contextRef="#ctx0" brushRef="#br0" timeOffset="133625.568">7714 13196 0,'25'0'16,"0"0"0,0 0-16,-1 0 15,26 0-15,0 0 16,24 0-16,-24 0 15,-1 0-15,1 0 0,0 0 16,-1 0-16,1 0 16</inkml:trace>
  <inkml:trace contextRef="#ctx0" brushRef="#br0" timeOffset="134518.259">9723 12427 0,'0'0'16,"0"-25"-16,0 1 31,0-26-31,-49 50 16,-1 0-1,25 25 1,1 0-16,-1 24 16,25 1-16,-50-1 15,50 26-15,0-26 16,0 26-16,0-26 15,0 1-15,25-25 0,0 24 16,0-49 0,-1 25-16,1-25 0,25 0 15,-25 0-15,-1 0 16,1-49-16,25 24 16,-50 0-16,25-25 15,-25 1-15,0-1 16,0 1-16,0-1 15,0 25-15,0-24 16,-50 49 0,-24 0-1,49 0-15</inkml:trace>
  <inkml:trace contextRef="#ctx0" brushRef="#br0" timeOffset="134772.149">9550 12601 0,'49'25'32,"-24"-25"-17,25 49 1,-25-49-16,-1 75 0,26-26 15,-25-49 1,0 50-16,-1-50 16,26 25-16,0-25 15,-26 0-15</inkml:trace>
  <inkml:trace contextRef="#ctx0" brushRef="#br0" timeOffset="135176.925">10220 12502 0,'-25'-25'16,"50"25"46,-1 0-46,26 0-16,-25 0 0,24 0 15,1 0-15,0-25 16,-26 25-16,26 0 16</inkml:trace>
  <inkml:trace contextRef="#ctx0" brushRef="#br0" timeOffset="135749.614">10344 12502 0,'0'24'47,"0"51"-31,49-50-1,-49 24-15,25 26 16,-25-26-16,50 1 0,-50-1 15,49 1 1,-49-25-16,50 24 0,-50-24 16,25-25-1,-25 50-15,49-50 0,-49 25 16,25-25 31,0-50-32,-25 25-15,25-24 16,-25-26-16,49 26 16,-49-1-16,50-24 15,-50 24-15,25 0 16,-25 26-16,49-26 16,-49 25-1</inkml:trace>
  <inkml:trace contextRef="#ctx0" brushRef="#br0" timeOffset="136020.464">10765 12551 0,'25'0'62,"0"0"-46,24 0-16,1 0 16,-25 0-16,24 0 15</inkml:trace>
  <inkml:trace contextRef="#ctx0" brushRef="#br0" timeOffset="136792.616">7764 14412 0,'49'0'62,"1"0"-62,24 0 16,1 0-16,74-50 16,-75 50-16,25 0 15,-24 0-15,-26 0 16,-24 0-16</inkml:trace>
  <inkml:trace contextRef="#ctx0" brushRef="#br0" timeOffset="137029.481">8037 14784 0,'0'0'0,"49"0"0,1 0 15,0-25-15,-1 25 16,1-25-16,24 25 16,1-25-16,-1 25 15,0-49-15,-24 49 16</inkml:trace>
  <inkml:trace contextRef="#ctx0" brushRef="#br0" timeOffset="140067.724">9178 14486 0,'0'-50'15,"0"26"-15,0-1 16,0-25-16,0 25 0,0 0 16,0 1-16,49-1 15,-49-25-15,50 50 16,-50-25-16,50 25 15,-26 0 1,26 0 0,-50 50-16,50 0 15,-50-1-15,0 1 16,0 0-16,0-1 16,-25 1-16,-25 24 15,25-24-15,-24-1 0,24-24 16,25 0-1,-50-25-15,50 50 0,-24-50 16,24 24 0,-25-24-1,99 0 79,-24 0-78,24 0-16,1 0 15,-26 0-15,26 0 16,-26 0-16,1 0 0,-1 0 16,-24 0-16,0 0 15</inkml:trace>
  <inkml:trace contextRef="#ctx0" brushRef="#br0" timeOffset="140714.879">9922 14560 0,'25'0'78,"24"0"-62,-24 0-1,25 0-15,-25 0 0,-1-24 16,26-1 0,-25 0-1,-25-25 1,0 1-1,0 24 1,0-25 0,-50 50-16,1 0 15,-1 0 1,0 25 0,1 25-1,49-25-15,-25-1 16,25 1-16,0 25 15,0-25 1,0-1-16,0 1 0,0 0 16,25 0-16,-1 24 15,1-49-15,50 50 16,-50-50-16,-1 0 16,1 25-16,0-25 15,0 0-15,24 0 16,1 0-1</inkml:trace>
  <inkml:trace contextRef="#ctx0" brushRef="#br0" timeOffset="141096.418">10641 14362 0,'0'-25'0,"0"0"16,0 0 15,25 25 16,49 75-47,-49-25 16,0-26-1,25 1-15,-26 0 0,1 25 16,25-26-16,-1 26 16,-24-25-1</inkml:trace>
  <inkml:trace contextRef="#ctx0" brushRef="#br0" timeOffset="141337.28">11038 14312 0,'0'0'16,"-25"25"15,-24 25-31,24 24 16,-25 1-16,1 24 16,-26 0-16,50-25 15,-24 1-15,24-26 16,0 1-16,-24-25 0</inkml:trace>
  <inkml:trace contextRef="#ctx0" brushRef="#br0" timeOffset="147087.917">11981 14213 0,'0'0'0,"-50"0"93,25 0-77,-24 25 0,-1-25-1,25 0 1,0 0 15,25 25 94,0 24-109,0 1-1,0 0 1,0-1 0,0-24-1,0 0 16,0-75 79,50 50-95,-50-25-15,50 25 16,-26 0-16,1 0 16,25 0-16,-25 0 15,-25 25 1,49-25-16,-49 50 0,0-25 16,0-1-1,0 26-15,0-25 16,-25 24-1,-24 26 1,-1-50 0,25-25-1,-24 0 1,-1 0 0,1 0-1,24 0 1</inkml:trace>
  <inkml:trace contextRef="#ctx0" brushRef="#br0" timeOffset="148430.439">12303 14287 0,'0'-24'15,"25"24"48,-25 49-47,25-24-16,-25 25 15,49-1-15,-49 1 16,50 0-16,-50-1 15,25-24-15,-25 25 16,0-26 0,25-24-16,24-49 62,-49-1-46,50 1-16,-1-26 15,-24 1-15,25-1 16,-50 26-16,25 24 16</inkml:trace>
  <inkml:trace contextRef="#ctx0" brushRef="#br0" timeOffset="150440.3">8260 15801 0,'25'0'63,"24"0"-63,-24 0 15,25 0-15,-1 0 16,1 0-16,0 0 16,-26 0-16,1 0 0</inkml:trace>
  <inkml:trace contextRef="#ctx0" brushRef="#br0" timeOffset="150734.252">8384 16073 0,'50'0'47,"-1"0"-47,-24 0 15,0 0-15,24 0 16,1 0-16,0-49 15,-1 49-15,1 0 16</inkml:trace>
  <inkml:trace contextRef="#ctx0" brushRef="#br0" timeOffset="151066.501">9178 15801 0,'0'24'62,"0"26"-46,0 0-16,0 24 16,0 0-16,0-24 15,0 24-15,0-24 16,0 0-16,0-26 16,0 1-16,0 0 15</inkml:trace>
  <inkml:trace contextRef="#ctx0" brushRef="#br0" timeOffset="151503.326">9525 16024 0,'0'25'47,"0"24"-31,0-24-16,0 25 16,0-26-16,0 1 15,0 0-15,0 25 16,0-26-1,50-24 1,-1 0-16,-24-24 16,-25-1-16,50 25 15,-50-75 1,24 51-16,-24-1 0,0-25 16,0 1-16,0-1 15,0 0-15,-49 26 16,-1 24-1,50 49 17</inkml:trace>
  <inkml:trace contextRef="#ctx0" brushRef="#br0" timeOffset="152064.403">10021 16148 0,'25'0'47,"0"0"-31,0 0-1,24-50 1,1 25 0,-50 1-1,0-26 1,0 0-1,-25 50 1,25-24-16,-25 24 16,0 0-1,1 0-15,-26 49 16,50-24 0,-25 25-16,25-26 0,0 1 15,0 0 1,0 0-16,0 0 0,0-1 15,0 26-15,25 0 16,0-50 0,0 24-16,24-24 15,1 0-15,-25 0 16,-1 0-16,26 0 16,-25 0-1</inkml:trace>
  <inkml:trace contextRef="#ctx0" brushRef="#br0" timeOffset="152561.563">10468 15776 0,'0'0'0,"0"-25"15,0 50 48,0 0-47,0 24-16,24 26 15,-24-1-15,0 0 16,50-24-16,-50 0 15,0-1-15,0-24 16,25 25-16,-25-26 16,0 26-1,25-50 17,24-50-17,-49 1 1,50-26-16,-1-24 15,1-25-15,-50 0 0,50 0 16,-50 50 0,49 24-16,-49 25 15,0-24-15,-25 49 32,1 0-17</inkml:trace>
  <inkml:trace contextRef="#ctx0" brushRef="#br0" timeOffset="154128.136">1042 5159 0,'0'25'78,"0"0"-63,25 25-15,24-1 16,-24 1-16,0-25 16,24 24-16,1-49 15,24 0-15,26 0 16,48-99-16,51-25 15,24-25-15,-24 0 16,-26 25-16,-24 25 0,-99 25 16</inkml:trace>
  <inkml:trace contextRef="#ctx0" brushRef="#br0" timeOffset="168035.78">25648 3547 0,'0'-25'47,"0"0"-31,-25 25 0,0-49-16,1 49 15,-26-25-15,25 25 16,-24-50-16,-1 50 15,0-49-15,1 49 16,-1-50-16,25 50 16,1-49-16,-26 49 15,0-25-15,1 25 16,-1-25-16,1 25 16,-26 0-16,25-50 0,1 50 15,-1 0-15,1 0 16,-26 0-16,1 0 15,24 0-15,-24 0 16,-1 0-16,26 0 16,-50 0-1,-1 0-15,26 0 0,-25 0 16,-1 0-16,1 0 16,25 0-16,-25 0 15,-1 0-15,26 0 16,-25 25-16,0-25 0,-1 0 15,1 0 1,25 0-16,-1 0 0,1 0 16,-1 25-1,26-25-15,-26 0 0,1 0 16,24 0-16,-24 0 16,0 0-16,24 0 15,0 0-15,1 50 16,24-50-16,-25 0 15,1 0-15,-1 0 16,1 0-16,-1 0 16,0 0-16,1 0 0,-1 0 15,0 0 1,26 0-16,-26 0 0,0 0 16,1 0-16,-1 0 15,1 0-15,24 0 16,-25 0-16,1 0 15,-26 24-15,26-24 16,-1 0 0,0 50-16,26-50 0,-26 0 15,25 25-15,-24-25 16,-1 25-16,25-25 16,0 24-16,1-24 15,-1 50-15,-25-25 16,-24 24-1,24 1 1,25 0 0,25-26-16,-25 26 15,25-25-15,0 0 16,-24-25-16,24 49 16,0 26-1,-50-75-15,50 49 16,0-24-1,0 25 1,0-1 0,0 1-1,0 24 1,0-24 0,0 24-16,0-49 15,0 0-15,0 0 16,0 0-16,25-1 15,-25 26-15,0-25 16,0 0-16,0-1 16,0 1-16,0 0 15,25-25-15,-25 50 16,0-26-16,0 51 16,24-50-16,-24 24 31,25 1-31,-25-25 31,50-25-31,-50 49 0,25-24 16,-25 0-1,24-25 1,1 25 0,25-25-1,-50 25-15,25-25 16,24 49-1,1-49-15,-25 25 16,0-25 0,-1 0-16,1 25 0,74 24 31,-74-49-31,74 25 31,-74-25-31,0 25 16,0-25-16,24 0 15,1 0 1,-25 50-16,0-50 16,-1 0-16,76 0 31,-76 0-31,1 0 16,25 0-1,-25 0 1,49 24 15,-49-24-31,25 25 31,-1-25-31,1 25 32,24-25-32,25 0 31,-74 0-31,0 0 15,0 0-15,0 0 16,24 0-16,-24 0 0,0 0 16,24 0-1,-24 0 1,25 0-16,-25 0 16,24 0-16,1 0 15,-25 0 16,49 0-31,-49 0 16,0 0-16,24 0 31,1 0-31,0 0 32,-26 0-32,26 0 15,-50-25-15,25 25 16,24 0-1,-49-25-15,50 25 16,-25 0 0,-25-24-16,49 24 15,-24-50 1,0 25 0,0 25-1,24-49 1,-24 49-1,-25-25-15,25 25 0,0-25 32,0 25-32,-25-50 15,49 50-15,1-24 16,-1 24 0,-49-25-1,25 25-15,0 0 16,-25-25-1,25 25-15,0 0 16,-1-25 0,26 25-1,-25 0 1,0 0 0,-1 0-1,1 0 1,0 0-1,0 0 1,24 0 0,1 0-1,-50-49-15,50 49 16,-1 0 0,-24 0-16,50 0 15,-51 0 1,1 0-16,0 0 15,25 0-15,-26 0 16,1 0-16,0 0 0,0-25 16,24 25-16,-24 0 15,0 0-15,0 0 16,0 0-16,-1 0 16,1 0-16,25 0 15,-25 0-15,-1 0 16,1 0-16,0 0 15,0-25-15,24 25 16,-24 0-16,0 0 16,0 0-16,0 0 15,24 0 1,1 0 0,-25 0-16,49 0 15,-49 0 1,0 0-16,0 0 0,24 0 15,-24 0-15,25-50 16,-26 50 0,26 0-1,-25 0-15,0 0 16,-1 0-16,1-25 16,25 25-16,-25 0 15,-1 0-15,1 0 16,-25-24-16,50 24 15,-1 0-15,-49-25 16,25 25 0,0 0-16,-25-25 15,25 25-15,24-50 16,-24 50 0,-25-24-1,25 24 1,-25-25-16,50 25 15,-50-25 1,24 25-16,-24-25 16,25 25-16,-25-25 15,25-24 1,-25-1 0,50 50-16,-50-25 0,0-24 15,25 49 1,-25-50-16,0 1 15,0-1 1,24 0 0,-24-24-1,0 49 1,0-24 0,0-1-1,0 25 1,0 0-1,0 1 1,0-26 0,0 0-1,0 26-15,0-1 32,-24 25-32,24-50 0,-25 25 15,25 0 1,-50 25-1,50-24-15,-25-1 16,25-25 0,-25 50-1,25-25-15,-24 1 16,24-1 0,-50 25-1,50-25-15,-25 25 0,-24-50 16,24 50-1,0 0 17,25-24-32,-50 24 15,1 0-15,24 0 16,0 0-16</inkml:trace>
  <inkml:trace contextRef="#ctx0" brushRef="#br0" timeOffset="206913.476">27037 11832 0</inkml:trace>
</inkml:ink>
</file>

<file path=ppt/ink/ink1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40:51.783"/>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13221 1513 0,'0'-25'47,"0"0"16,0 1-48,0-1 1,0-25 0,-25 50-1,25-25-15,-50 25 16,50-24-16,-24 24 15,24-25-15,-25 25 16,25-25-16,-25 25 0,0-25 16,0 25-1,-24 0 1,49-49 0,-25 49-16,0 0 15,0 0 1,-24 0-1,24 0 1,0 0 0,0 0-1,-24 0 17,24 0-1,0 0-16,0 24 1,1-24 0,24 25-1,-25-25 1,25 25 0,-50-25-1,50 50-15,-25-1 31,25 1 1,-24-25-17,24-1-15,0 1 16,0 25 0,0-25-1,0-1 1,0 1-1,0 0 1,0 0 0,0 0-1,0 24 1,0-24 0,0 0-1,0 0 1,24-25-16,-24 25 15,0-1 1,25-24-16,-25 50 16,25-25-1,-25 0 1,50-25-16,-50 24 16,24-24-1,1 25 1,0-25-1,0 0 1,-25 50-16,49-50 0,-24 0 16,25 0-1,-1 0 1,-24 0 0,0 0-1,0 0 1,-25-25-1,25 25-15,24-25 16,-24 25 0,-25-25-1,25 25 1,-25-24 0,49 24-16,-49-50 15,25 50-15,-25-25 16,25-24-1,-25 24 1,25 0 0,-25 0-1,0 0 1,0-24 0,50-1-1,-50 0 1,0 26-1,0-26-15,0 25 32,0 0-32,0 1 15,-25-1 1,25 0 15,-25 25-15,0 0 15,0 0-15</inkml:trace>
  <inkml:trace contextRef="#ctx0" brushRef="#br0" timeOffset="26128.179">1240 9178 0,'0'0'0,"0"-50"16,0 25-1,0 50 48,0 25-47,0 24-16,0 1 15,0 24-15,0 0 16,0-49-16,0-1 15,0-24-15,0 0 16,-25 24-16,25-98 47,0 24-31,0 0-16,0-24 15,50 24 1,0 25-1,-26 0-15,1 0 16,0 0-16,25 49 16,-26-49-16,1 25 15,0-25-15,0 0 0,0 0 16,24 0 0,1 0-1,-50-25 1,0-24-16,0 24 15,0 0-15,0 0 16,-25 25 0,0 50 31,25 0-47,0-1 0,0-24 15,0 0-15,0 24 16,50-49-1,0 0 1,-1-24 0,-49-26-1,25 50-15,-25-50 16,0 1-16,0 24 16,-25 0-16,-24 0 15,-1 25 1,50 25 15,25-25-15</inkml:trace>
  <inkml:trace contextRef="#ctx0" brushRef="#br0" timeOffset="26919.775">2133 9426 0,'0'0'0,"0"-25"15,-25 25 17,-24 0-17,49 25-15,-50 0 16,50 24-16,-49 1 16,49-1-16,0-24 15,0 0-15,0 25 16,0-26-1,24-24-15,26 0 16,0 0 0,-50-49-16,24-1 15,-24 25-15,0 1 16,0-1-16,0-25 16,0 100 30,0 24-30,0 1-16,0-1 16,0 25-16,0-24 15,0-26-15,0 1 0,0 0 16,0-26-16,0 1 16,0 25-16,0-25 15,-49-25-15,24 49 16,0-49-16,-24 0 15,24 0 1,-25 0 0,50-25-16,0 1 15,-25-26-15,25 0 16,0 1-16,0-1 16,50 0-16,-25 1 15,0 24-15,24-25 16,-24 26-16,0-1 15,24 25-15,-24-50 16,25 50-16,-25-49 16,24-1-16,-49 25 15,25 25 1,-25-25 0,0 50 46,0 0-62,0 0 16,0 24-16,0 1 15,0-25-15,0 24 16,0-24-16</inkml:trace>
  <inkml:trace contextRef="#ctx0" brushRef="#br0" timeOffset="27116.666">2307 9475 0,'0'-24'16</inkml:trace>
  <inkml:trace contextRef="#ctx0" brushRef="#br0" timeOffset="27396.529">2629 9575 0,'-49'0'31,"24"0"-15,25 24-16,-50 26 16,50-25-16,0 0 15,0-1-15,0 1 16,0 0-16,0 25 15,25-50-15,0 24 16,24-24-16,-24 0 16,0 0-16,0 0 15,0-49-15</inkml:trace>
  <inkml:trace contextRef="#ctx0" brushRef="#br0" timeOffset="27565.456">2902 9426 0,'0'25'47,"0"-1"-32,0 1-15</inkml:trace>
  <inkml:trace contextRef="#ctx0" brushRef="#br0" timeOffset="27738.358">2952 9897 0,'0'0'0,"0"-25"62,0 0-62</inkml:trace>
  <inkml:trace contextRef="#ctx0" brushRef="#br0" timeOffset="27931.247">2977 9748 0,'24'0'16,"-24"-25"-16,50 25 15,0-49 1,-1 49 0,-24-25-1</inkml:trace>
  <inkml:trace contextRef="#ctx0" brushRef="#br0" timeOffset="28887.784">5383 9351 0,'24'-24'78,"26"-26"-62,-50 25-16,25 0 16,-25 1-16,0-1 15,0-25-15,0 25 16,0 1-16,0-1 15,0 0-15,0 0 16,-25 25 0,-25 0-1,1 25 1,49 0-16,-50 0 16,50 24-16,0-24 15,0 0-15,0 0 16,0-1-16,0 26 15,0 0-15,0-26 16,25 26-16,-25-25 16,0 24-16,25 1 15,-25-25-15,0 0 0,0-1 16,0 1 0,0 0-16,0 25 0,0-26 15,0 26 1,-75-50-16,51 25 15,-1-25-15,0 0 16,-25 0-16,26 0 16,-1 0-1</inkml:trace>
  <inkml:trace contextRef="#ctx0" brushRef="#br0" timeOffset="29165.625">5209 9674 0,'0'0'0,"25"0"16,0-25-1,24-25 1,-24 50-16,25 0 16,-26 0-16,1 0 0,50 0 31,-51 0-31</inkml:trace>
  <inkml:trace contextRef="#ctx0" brushRef="#br0" timeOffset="29680.404">5655 9823 0,'-49'0'47,"24"0"-32,-25 49 1,50 1 0,0-25-1,0-1-15,0 26 0,25 0 16,25-50 0,-25 0-1,-1 0 1,1 0-16,0-25 0,25 0 15,-50 0 1,0-24 0,0 24-1,0 0-15,-25 25 16,25-25-16,-25 25 16,-25 0-1</inkml:trace>
  <inkml:trace contextRef="#ctx0" brushRef="#br0" timeOffset="31617.915">2654 11212 0,'50'0'110,"-50"-25"-110,25 25 15,-25-50-15,24 50 16,-24-49-16,0 24 15,0-25 1,0 25 0,0 1-1,-24 24 48,-26 0-32,50 49-31,0 1 16,-25-50-1,25 49-15,0 1 16,0-25 0,0 0-16,0 0 15,25 24-15,-25-24 16,0 0-16,25 0 0,-25-1 15,0 26 1,25-25-16,-25 0 0,0-1 16,0 1-16,0 25 15,0-25-15,0-1 16,0 1-16,0 0 16,-25-25-1,-25 0 1,25 0-1,-24 0-15,24 0 16,25-25-16,-25 0 16</inkml:trace>
  <inkml:trace contextRef="#ctx0" brushRef="#br0" timeOffset="31853.779">2530 11460 0,'0'-25'0,"50"25"31,-26 0-15,26-25-16,-25 25 0,49-49 15,1 49 1,-1-25-16,1 25 15,-26-50-15,26 25 16</inkml:trace>
  <inkml:trace contextRef="#ctx0" brushRef="#br0" timeOffset="33049.326">17661 1960 0,'0'24'62,"0"1"-62,0 0 16,0 0-16,50-25 15,-26 0-15,51 0 16,24 0-16,25-50 16,74-49-16,-24-25 0,25 0 15,-1 0-15,-74 49 16,-25 1-16,0 24 16</inkml:trace>
  <inkml:trace contextRef="#ctx0" brushRef="#br0" timeOffset="34988.459">3076 11832 0,'0'-25'32,"0"75"15,0-26-32,0 26-15,0 0 16,0-26-16,0 26 15,0 0-15,0-26 16</inkml:trace>
  <inkml:trace contextRef="#ctx0" brushRef="#br0" timeOffset="35511.226">3597 11361 0,'49'0'94,"-24"0"-94,0 0 0,25 0 16,-1 0-1,-24 0-15,0 0 0,0 0 16,-1 0 0</inkml:trace>
  <inkml:trace contextRef="#ctx0" brushRef="#br0" timeOffset="35802.084">3621 11658 0,'25'0'78,"0"0"-78,25 0 16,-25 0-16,-1 0 15,26 0-15,-25 0 16,0 0-16,24 0 16</inkml:trace>
  <inkml:trace contextRef="#ctx0" brushRef="#br0" timeOffset="36486.74">4390 11261 0,'0'-24'15,"0"-26"1,0 0 0,0 1-1,25 49 1,-25-25-16,25 25 16,25 0-16,-1 25 31,-49-1-31,50 26 15,-50 0-15,0-1 0,0 1 16,-25 0-16,25-1 16,-50 1-16,50-25 15,-74 24-15,49-24 16,0-25-16,25 50 16,-24-50-16,-1 0 31,74 0 47,-24 0-78,0 0 16,0 0-16,0 0 15,24 0-15,-24 0 16,25 0-1,-26 0 1</inkml:trace>
  <inkml:trace contextRef="#ctx0" brushRef="#br0" timeOffset="37083.425">5085 11187 0,'0'0'0,"0"-50"31,0 25-31,0 1 16,-25 24 31,0 0-32,-24 0 1,24 49 0,25 1-1,0 24 1,0 1 0,0-50-16,0 49 15,0-49-15,0 0 16,0-1-1,0 1-15,0 0 16,0 25-16,0-26 0,0 26 16,0 0-1,0-26 1,-25 1 0,-24-25-1,24 0 1</inkml:trace>
  <inkml:trace contextRef="#ctx0" brushRef="#br0" timeOffset="37301.295">4812 11559 0,'0'-25'0,"50"0"31,24 1-15,-49 24-16,25 0 15,-26-50-15,1 50 0,0 0 16,0 0-16,0 0 16,24 0-16</inkml:trace>
  <inkml:trace contextRef="#ctx0" brushRef="#br0" timeOffset="37700.072">5283 11609 0,'0'24'31,"0"1"-15,-24-25-16,24 50 0,0-25 16,0-1-16,-25 26 15,25-25-15,0 24 16,0-24 0,25-25-1,-1 0 1,26 0-1,-50-74-15,50 49 16,-50 0-16,0-24 16,0 24-16,0 0 15,-25 0-15,25 0 16,-50 25-16,25 0 16,1 0-1</inkml:trace>
  <inkml:trace contextRef="#ctx0" brushRef="#br0" timeOffset="38182.848">5755 11385 0,'24'0'47,"26"0"-32,-25 0-15,25 0 16,-1 0 0,1 0-16,-1 0 0,1 0 15,24 0-15,1 0 16,-26 0-1,1 0-15,-25-24 0,0 24 16,-1 0-16,26-25 16,-50 0 46</inkml:trace>
  <inkml:trace contextRef="#ctx0" brushRef="#br0" timeOffset="38443.688">6375 11212 0,'0'-75'16,"25"75"-1,24 0 1,-24 50 0,-25 0-16,0-1 15,0 1 1,-25-1-16,25 1 16,-49 0-16,24-1 0,-25 1 15,1-25-15</inkml:trace>
  <inkml:trace contextRef="#ctx0" brushRef="#br0" timeOffset="41864.715">10567 3101 0,'25'0'31,"49"0"-31,-24 0 16,24 0-1,0 0-15,50 0 16,0 0-16,1 0 16,-26 24-16,-25-24 0,-24 0 15,-1 0-15,1 0 16,-25 0 0,-25 25 30,-25-25-46,-25 0 16,1 0-16</inkml:trace>
  <inkml:trace contextRef="#ctx0" brushRef="#br0" timeOffset="44386.851">7218 11187 0,'0'-50'31,"0"75"16,0 25-31,0-25-1,0 24-15,0-24 16,50 0-16,-50 0 15,0-1-15,25 26 16,-25-25-16,0 0 16,24 24-1,-24-24 1,50 0 0,-25-25 15,0 0-16,-1 0 1,1 0 0,25-25-1,-1-25 1,-24 1 0,0-1-1,-25 25-15,0 1 16,50-1-16,-50 0 15,0 0-15,0-24 16,0 24-16,0-25 16,-25 25-1,-25 0 17,25 25 14,1 0-30,-1 25 0,25 0-1,0 25 1,0-25-16,0 24 16,0-24-16,0 0 15,0 0-15,0-1 16,0 26-1,0 0 1,0-26 0,0 1-1</inkml:trace>
  <inkml:trace contextRef="#ctx0" brushRef="#br0" timeOffset="45230.667">7665 11733 0,'0'-25'62,"0"50"1,0-1-48,0 1-15,0 25 16,0-1-16,0 26 16,0-26-16,0 1 15,0 0-15,0-26 16,0 1-16,0 0 16,24-25-1</inkml:trace>
  <inkml:trace contextRef="#ctx0" brushRef="#br0" timeOffset="45723.47">8086 11435 0,'0'-25'31,"25"25"16,25 0-32,-25 0 1,-1 0-16,1 0 16,25 0-16,-1 0 15,-24 0-15,25 0 16</inkml:trace>
  <inkml:trace contextRef="#ctx0" brushRef="#br0" timeOffset="45960.327">8161 11609 0,'0'24'32,"25"-24"-1,-1 0-31,1 0 16,25 0-16,-25 0 15,24 0 1,1 0-1</inkml:trace>
  <inkml:trace contextRef="#ctx0" brushRef="#br0" timeOffset="46854.936">9302 11162 0,'0'0'0,"0"-50"31,0 75 16,-50 0-47,50 0 16,-25 25-16,25-1 16,-49-24-16,49 0 15,-50 24-15,50-24 16,-25-25-16,25 25 15,0-50 32,0-24-31,0 24 0,25 25-1,50 0-15,-51 0 16,1 0-16,0 0 15,25 49-15,-26-49 16,-24 50-16,50-50 16,-25 0-1,0 0 17,-25-25-17,0 0 1,0-24-16,0 24 15,0-25 1,0 100 15,-25 0-15,25-1-16,0 1 16,0-1-16,0 1 15,0-25-15,0 0 16,0-1-1,0 1 1</inkml:trace>
  <inkml:trace contextRef="#ctx0" brushRef="#br0" timeOffset="47167.791">9699 11361 0,'24'0'47,"1"0"-31,-25 49-1,50-24-15,-50 0 16,74 24-16,-49-24 0,0 0 16,24-25-1,-49 50-15,25-50 16,-25 24-16</inkml:trace>
  <inkml:trace contextRef="#ctx0" brushRef="#br0" timeOffset="47429.665">9996 11336 0,'-25'25'31,"-24"-1"-16,24 26-15,0 0 16,-24-1-16,24 1 16,25-25-16,-50 24 15,50-24-15,-25-25 16,25 50-16,0-26 31</inkml:trace>
  <inkml:trace contextRef="#ctx0" brushRef="#br0" timeOffset="47777.467">10244 11286 0,'0'-25'15,"50"25"32,-50 25-31,0 25-1,0-1-15,0 26 0,0-26 16,0-24-16,0 25 16,0-1-1,25-49-15</inkml:trace>
  <inkml:trace contextRef="#ctx0" brushRef="#br0" timeOffset="48247.272">10517 11410 0,'0'-25'31,"0"50"0,0 0-15,0 25-16,0-1 15,0 1-15,0-25 16,0-1-16,0 26 16,0 0-1,25-50-15,25 24 16,-26-24-16,26 0 15,-25 0 1,-25-24 0,49 24-16,-49-50 15,25 0 1,-25 26-16,0-1 16,0 0-16,0 0 15,0 0-15,-74-24 16,49 49-16,-25-50 15,26 50-15,-1 0 16,0 0-16</inkml:trace>
  <inkml:trace contextRef="#ctx0" brushRef="#br0" timeOffset="48767.077">10864 10840 0,'0'-50'31,"-49"75"16,49 0-47,-25-1 16,25 26-16,0 0 15,0 24-15,0-24 0,0-1 16,0-24-16,0 25 16,0-25-1,25-25 1,24 0 0,1 0-1,-50-50 1,-25 0-1,0 1 1,1 49-16,-26-50 16,25 50-16,-24 0 15,24-25-15</inkml:trace>
  <inkml:trace contextRef="#ctx0" brushRef="#br0" timeOffset="50290.41">12799 3001 0,'0'0'0,"-25"0"0,100-24 62,24 24-46,50 0 0,25 0-16,49-50 0,-25 50 15,1 0-15,-1 0 16,-49 0-16,0 0 16,-75 0-16,-24 0 15,-1 0-15,-73 0 78,-1 0-46</inkml:trace>
  <inkml:trace contextRef="#ctx0" brushRef="#br0" timeOffset="52247.664">11212 11485 0,'0'24'63,"0"1"-63,0 0 16,0 0-16,0 0 15,0-1-15,0 26 16,0-100 62,0 26-78,25-26 16,-25 0-16,49 1 15,-49 24-15,50 25 16,-50-25-16,49 25 15,1 0-15,-50 50 16,25-25-16,-25-1 16,0 1-16,0 0 15,0 25 1,-25-1 0,-25-49 15,50-25-31,0 1 15,25-26-15,0-24 16,-25 24-16,74 0 0,-49 26 16,25 24-1,-25 0-15,-1 0 16,26 49-16,-50 1 16,0-25-16,0 24 15,0 1 1,0-25-16,0 24 0,0-24 15,0 0 1</inkml:trace>
  <inkml:trace contextRef="#ctx0" brushRef="#br0" timeOffset="52581.471">12030 11311 0,'0'50'62,"-25"-1"-62,25 26 16,-24 24-16,-26-25 0,25 1 15,25-26-15,-25 1 16,25-1 0,0-24-16,0 25 15,0-25 1</inkml:trace>
  <inkml:trace contextRef="#ctx0" brushRef="#br0" timeOffset="53136.252">12378 11534 0,'-50'0'62,"25"0"-46,25 50 0,-25-50-16,25 49 0,0-24 15,0 0 1,50 0 15,-25-25-15,0 0-1,-25 49 1,0-24 0,0 0-1,-25-25-15,25 25 16,-50-25-16,50 25 0,-25-25 15,-24 0 1,24 0-16,0 0 0,0 0 16,-24 0-1</inkml:trace>
  <inkml:trace contextRef="#ctx0" brushRef="#br0" timeOffset="59485.058">3051 12898 0,'0'-49'16,"0"24"-1,-25 25 1,0 0-1,-24 0 17,24 0-17,25 50-15,-50-50 16,50 49-16,0-24 16,-24 25-16,24-26 15,0 1-15,0 0 0,0 0 16,0 0-16,0 24 15,0-24-15,0 0 16,0 0-16,0 0 16,0-1-1,0 26-15,0 0 16,0-26 0,0 26-1,-25-50 1,25 50-16,-25-50 15,0 0 1</inkml:trace>
  <inkml:trace contextRef="#ctx0" brushRef="#br0" timeOffset="59765.897">2704 13271 0,'49'-25'47,"-24"25"-47,25 0 16,-25 0-16,-1-50 15,1 50 1,0 0-16,25 0 16,-26 25-1</inkml:trace>
  <inkml:trace contextRef="#ctx0" brushRef="#br0" timeOffset="60286.596">3076 13444 0,'0'-49'46,"25"24"-30,-1 0 0,26 25-1,0 0 1,-50 25-16,24 24 16,-24 1-16,0 0 15,0-26-15,0 26 16,0 0-16,-49-26 15,-26 26 1,26-25 0,24-25-1,50 0 63,24 0-62,-24 0-16,25-25 16,-1 25-16,1 0 15,0-50-15,-26 50 0,26 0 16,0-24-16</inkml:trace>
  <inkml:trace contextRef="#ctx0" brushRef="#br0" timeOffset="60668.429">3746 13122 0,'49'0'93,"-24"0"-77,25 0-16,-26 0 16,1 0-16,0 0 15,0 0-15,24 0 16</inkml:trace>
  <inkml:trace contextRef="#ctx0" brushRef="#br0" timeOffset="60934.277">3795 13395 0,'25'0'31,"0"0"-31,24-25 16,-24 25-16,0 0 16,0-25-16,0 25 15,24 0-15,1 0 16,-25 0-16,24 0 16</inkml:trace>
  <inkml:trace contextRef="#ctx0" brushRef="#br0" timeOffset="62461.575">4862 13022 0,'0'0'16,"-75"0"31,50 0-32,1 0-15,-26 50 16,25-50 0,0 0-1,1 0 63,24 25-31,0 24-31,0-24-1,0 0-15,0 0 16,0 25-16,0-26 16,24-24 93,-24-24-93,25 24-16,50 0 15,-51 0 1,1 0-16,0 0 0,-25 24 16,25-24-16,-25 50 15,0-25 1,0 49-1,-25-24 1,0-50-16,25 25 16,-49-25-16,-1 0 15,25 0 1</inkml:trace>
  <inkml:trace contextRef="#ctx0" brushRef="#br0" timeOffset="63127.243">5358 13171 0,'0'0'15,"0"-74"17,0 49-32,0 0 31,-25 25-15,0 0 15,0 0-16,1 0 17,24 25-17,0 25 1,-25-50 0,25 49-16,0 1 15,0 0 1,0-26-1,0 51 1,25-50-16,-25-1 16,0 26-16,0-25 15,49 0-15,-49-1 16,0 1-16,0 0 16,0 25-16,0-26 15,-25 1-15,25 0 16,-24-25-16,24 25 15,-50-25-15,0 0 16,1 0 0</inkml:trace>
  <inkml:trace contextRef="#ctx0" brushRef="#br0" timeOffset="63376.18">5110 13494 0,'25'0'16,"-25"-25"0,49 25-16,1 0 15,-1-25 1,-24 25-16,0 0 15,49 0 1,-24 0 0</inkml:trace>
  <inkml:trace contextRef="#ctx0" brushRef="#br0" timeOffset="63931.925">5457 13692 0,'-25'0'47,"25"25"-32,0 0-15,-25-25 0,25 49 16,0 1-16,0-25 15,-24 24 1,24 1 0,0-25-1,24-25 1,26 0-16,-25 0 31,24-25-31,-24-25 16,0-24-1,-25 49 1,0 0-16,0 1 16,0-26-16,0 25 15,-74 25 1,49 0-16,0 0 16,0 25-16,0-25 15</inkml:trace>
  <inkml:trace contextRef="#ctx0" brushRef="#br0" timeOffset="64584.551">6449 13345 0,'0'0'0,"-25"0"31,75 0 32,0 0-63,49 0 15,0 0-15,-49 0 16,24 0-16,-24 0 16,-25 0-16,-1 0 0</inkml:trace>
  <inkml:trace contextRef="#ctx0" brushRef="#br0" timeOffset="64812.451">6821 13146 0,'50'0'15,"0"0"1,-50 25 0,49 0-16,-49 25 15,0-1-15,0 1 0,0 0 16,-25-1-16,1 1 16,-1-25-16,-25 24 15</inkml:trace>
  <inkml:trace contextRef="#ctx0" brushRef="#br0" timeOffset="65797.99">7516 13047 0,'0'0'16,"0"25"46,0 0-62,0 0 16,0 24-16,0 1 15,0 24-15,0 1 16,0-26-16,25-24 16,-25 0-16,49-25 15,-49 25-15,50-25 0,-25 0 16,-1 0 0,-24-25-1,25 0-15,-25 0 16,25-24-16,-25-1 15,0 1-15,50-26 16,-50 25-16,0 1 16,0-1-16,0 25 15,0 1 1,-25 24 15,-25 24-15,50 26-16,0-25 15,-25 24 1,25-24-16,0 0 0,0 0 16,0 0-16,0 0 15,0 24 1,50 1 0</inkml:trace>
  <inkml:trace contextRef="#ctx0" brushRef="#br0" timeOffset="66269.768">7838 13568 0,'0'-25'15,"50"1"1,-25 24-16,-25-25 16,49 25-16,1 0 15,0 0 1,-50 49-1,0-24 1,-25 25-16,0-25 16,0-1-16,-25 1 15,50 25-15,-24-50 16,24 25-16,0-1 47,24-24-32,1 0 1,25-24-16,0 24 16,24-25-16,-24 25 0,-1-50 15,-24 50-15</inkml:trace>
  <inkml:trace contextRef="#ctx0" brushRef="#br0" timeOffset="66616.619">8508 13221 0,'50'0'79,"-26"0"-64,1 0-15,25 0 16,-1 0-16,-24 0 15,0 0-15,0 0 16</inkml:trace>
  <inkml:trace contextRef="#ctx0" brushRef="#br0" timeOffset="66877.494">8483 13469 0,'0'0'0,"25"0"47,25 0-32,-26 0-15,1 0 0,0 0 16,0 0-16,0 0 15,24 0-15,-24 0 16,0-50-16,0 50 16,-1 0-16</inkml:trace>
  <inkml:trace contextRef="#ctx0" brushRef="#br0" timeOffset="67395.197">9128 13047 0,'0'-25'16,"0"-24"-1,0 24 1,0-25 0,0 1-16,50 24 15,-1 25 16,1 0-15,0 0-16,-26 25 16,-24 0-1,0-1-15,0 26 16,0 0-16,0-1 16,0 1-16,0-1 15,0 1-15,0 0 16,0-25-16,-49-1 15,49 26-15,0-25 16,0 0-16,0-1 0,-25-24 16,25 50-1,0-25-15</inkml:trace>
  <inkml:trace contextRef="#ctx0" brushRef="#br0" timeOffset="67619.071">9252 13667 0</inkml:trace>
  <inkml:trace contextRef="#ctx0" brushRef="#br0" timeOffset="83334.572">15056 4638 0,'0'-24'15,"0"-1"17,-24 25-1,-1 0-16,-25 0 1,1 25-16,24 24 16,25-24-1,-25 25-15,25-1 16,0-24-16,-50 25 16,50-1-16,0 1 15,0-25-15,0 24 16,25-24-16,25 0 15,-25-25 1,24 0 0,1 0-1,-25 0 1,-25-25 0,0 0-1,0 1 16,-50 24 1,0 0-17,50 24-15,-24-24 16,24 25-16,0 25 16,-50-25-16,50 24 15,0 26 1,25-26-1,-25 1 1,25-25-16,-1 24 16,26-24-1,-25-25 1,24 0 0,1 0-1,0-25-15,-1-24 16</inkml:trace>
  <inkml:trace contextRef="#ctx0" brushRef="#br0" timeOffset="83926.281">15801 5035 0,'-25'0'15,"0"0"1,75 0 46,-1 0-46,1 0-16,24 0 16,1 0-16,-26 0 15,-24 0-15,25 0 16</inkml:trace>
  <inkml:trace contextRef="#ctx0" brushRef="#br0" timeOffset="84164.14">15825 5259 0,'-24'0'0,"24"49"31,24-49-16,1 0 1,25 0-16,-1 0 16,1 0-16,0-25 15,-1 25-15,1 0 0,-1 0 16,1 0 0</inkml:trace>
  <inkml:trace contextRef="#ctx0" brushRef="#br0" timeOffset="84764.842">17115 4986 0,'-49'0'32,"24"0"-17,-25 0-15,25 25 16,1-1-16,-1 26 16,25-25-16,-50 0 15,50-1-15,0 1 0,0 25 16,25-50-1,0 0-15,49 0 16,-24 0-16,24 0 16,-49 0-16,25 0 15,-1 0-15,-24-50 16,-25 1 0,0-26-1,0 50-15,-25 1 16,0-1-16,-24 25 0,-1-50 15,25 50 1,-24 0-16,24 0 0,0 0 16,0 25-1</inkml:trace>
  <inkml:trace contextRef="#ctx0" brushRef="#br0" timeOffset="85062.708">17090 4762 0,'0'-24'16,"0"48"31,0 26-32,0 0-15,50-1 16,-50 51-16,0-1 16,0-25-16,0-24 15,0 24-15,0-24 16,25-25-16,-25-1 16,0 26-1</inkml:trace>
  <inkml:trace contextRef="#ctx0" brushRef="#br0" timeOffset="85481.541">17661 5159 0,'25'0'63,"24"0"-48,-24 0 1,25-24-16,-1 24 16,1 0-16,0 0 15,-26 0-15,26 0 16,-25 0-1</inkml:trace>
  <inkml:trace contextRef="#ctx0" brushRef="#br0" timeOffset="85726.402">17835 5011 0,'-25'-25'32,"25"74"-1,25 1-15,-25 0-16,0 24 15,0 0-15,0 1 0,0-50 16,0 24-16,0 1 15</inkml:trace>
  <inkml:trace contextRef="#ctx0" brushRef="#br0" timeOffset="86479.969">18380 4812 0,'0'0'16,"25"-50"0,25 100 46,-50 25-62,0-1 16,0-24-16,0 24 0,0 0 15,0-24-15,0 0 16,0-26-16,0 26 16,0-25-1,0-75 32,0 25-47,0-24 16,0-26-16,49 1 15,-49 24-15,50 1 16,-50 24-16,50 25 16,-26 0-16,1-25 15,0 25-15,49 25 16,-74 25-1</inkml:trace>
  <inkml:trace contextRef="#ctx0" brushRef="#br0" timeOffset="86758.808">18504 5184 0,'25'25'62,"0"-25"-62,25 50 16,-26-50-16,1 74 15,0-74-15,25 50 16,-26-50-16,-24 49 16,50-49-16,-50 25 15</inkml:trace>
  <inkml:trace contextRef="#ctx0" brushRef="#br0" timeOffset="87382.453">19100 4986 0,'0'0'0,"0"-25"32,0 0-32,0 0 15,-50 25 17,25 25-17,0 0-15,-24 25 16,49-26-1,-25 26-15,25 0 0,0-26 16,0 1-16,0 0 16,25-25-1,24 0-15,-24 0 16,0 0-16,25 0 16,-26 0-1,-24-25 32,-49 25-47,-1 0 16,25 0-16,1 75 15,-1-51-15,25 1 16,-50 25-16,50-25 16,0-1-16,0 1 15,25 25-15,25-50 31,-1 0-31,1 0 0,-25 0 16,-1 0 0,26 0-16</inkml:trace>
  <inkml:trace contextRef="#ctx0" brushRef="#br0" timeOffset="88359.982">19199 5531 0,'25'0'63,"-25"25"-48,24 0 1,-24 0-16,0 24 16,0-24-16,0 25 0,0-1 15,0-24 16,0-50 16,0 1-31,0-26-16,0 25 16,0 0-16,0-24 15,50 49 1,-25 0-1,0 0-15,24 49 16,-49-24-16,0 25 16,0-25-1,0-1 1,0-48 46,50-26-62,-50 25 16,49 0-16,-49 1 16,25 24-16,0 0 15,25 0 1,-25 24 0,-25 1-1,0 25-15,0-25 0,0-1 16,0 1-16,0 0 15,0 0 1</inkml:trace>
  <inkml:trace contextRef="#ctx0" brushRef="#br0" timeOffset="88827.742">19893 5680 0,'0'-25'0,"-24"25"32,-51 50-17,50-25 1,25 24-16,-49-24 15,49 0-15,0 25 16,0-25 0,25-25 15,24 0-15,-49-50-16,25 0 15,-25 1 1,25 98 62,-25-24-62,0 0-16,25-25 15,-25 50-15,49-50 16</inkml:trace>
  <inkml:trace contextRef="#ctx0" brushRef="#br0" timeOffset="89118.574">20092 5730 0,'0'49'63,"25"-24"-48,-25 0-15,0 25 16,49-25-16,-49 24 15,50-49 1,-50 25-16</inkml:trace>
  <inkml:trace contextRef="#ctx0" brushRef="#br0" timeOffset="89392.466">20389 5705 0,'-24'0'31,"-1"0"-31,0 25 0,-25 24 15,26-24-15,-1 25 16,-25 0-16,25-1 16,25-24-16,-49 0 15,49 24-15</inkml:trace>
  <inkml:trace contextRef="#ctx0" brushRef="#br0" timeOffset="94198.478">14362 6896 0,'0'-25'15,"-25"25"17,0 25-17,25 0 17,0-1-32,25-24 93,25 0-77,-25 0 0,-25-24-1,24 24-15</inkml:trace>
  <inkml:trace contextRef="#ctx0" brushRef="#br0" timeOffset="94353.386">14660 6970 0,'0'0'0,"0"50"0,0-25 16,0 24-16,0 1 15,-25-25-15,25-1 16,-50-24-16,50 50 15,-25-50 1</inkml:trace>
  <inkml:trace contextRef="#ctx0" brushRef="#br0" timeOffset="95097.036">15329 6548 0,'0'-24'31,"0"48"63,0 26-94,0 0 15,0-1-15,0 1 16,0-1-16,0 1 16,0 0-16,0-1 15,0-24-15,0 0 16,0-50 46,0 0-46,0 1-16,0-1 16,0 0-16,0-25 15,25 25 1,0 25-1,25 0-15,-26 0 0,1 0 16,0 25-16,25 50 16,-50-50-1,49 24-15,-49-24 16,0 0-16,25-25 16,-25 49-16,0-24 15,0 0 16</inkml:trace>
  <inkml:trace contextRef="#ctx0" brushRef="#br0" timeOffset="95592.773">16098 6648 0,'0'0'0,"0"-75"31,-25 75 32,1 25-47,24 0-16,-25-25 15,25 49-15,0 1 16,0-25-16,0 0 15,0-1-15,0 1 16,0 25-16,0 0 16,0-1-16,0 1 15,0-25-15,0-1 16,0 1-16,0 25 0,0-25 16,0 24-1,-25-24 1,-25-25-1</inkml:trace>
  <inkml:trace contextRef="#ctx0" brushRef="#br0" timeOffset="95813.674">15875 6970 0,'25'0'16,"24"0"-1,1-25 1,-25 25-16,0 0 16,-1 0-16,26 0 15,0 0-15</inkml:trace>
  <inkml:trace contextRef="#ctx0" brushRef="#br0" timeOffset="96243.448">16619 6821 0,'25'0'78,"25"0"-62,-1 0-16,1 0 15,-1 0-15,-24 0 16,0 0-16</inkml:trace>
  <inkml:trace contextRef="#ctx0" brushRef="#br0" timeOffset="96481.316">16619 7119 0,'25'0'32,"25"0"-32,-26 0 15,26 0-15,0 0 0,-1 0 16,1-25-1,-1 25-15,1 0 16</inkml:trace>
  <inkml:trace contextRef="#ctx0" brushRef="#br0" timeOffset="97046.059">17388 6598 0,'0'0'16,"0"25"31,0 24-32,0 1-15,50 0 16,-50-1-16,0 1 16,0 0-16,24-1 15,-24 1-15,0-25 16,0-1-16,0 26 16,0-75 30,0-24-30,0 24-16,25-25 16,-25 1-16,0-1 15,50 25-15,-25 0 16,0 25 0,-1 0-1,1 0 1,25 25-1,-50 25-15,49-25 16,-49-1-16,0 1 16,0 0-16,0 0 15,0 24 1,25-49-16,-25 25 16</inkml:trace>
  <inkml:trace contextRef="#ctx0" brushRef="#br0" timeOffset="97526.861">18207 6548 0,'0'0'16,"0"-74"-1,0 49 17,-25 25-32,-25 0 31,25 0-16,25 50-15,-24-25 16,24-1-16,0 26 0,0-25 16,0 0-16,0-1 15,0 26 1,0 0-16,0-1 0,0 1 16,0 0-16,0-26 15,0 1-15,0 0 16,0 0-16,0 24 15,0-24-15,0 0 16,0 0 0,-50-25-1,25 0 1</inkml:trace>
  <inkml:trace contextRef="#ctx0" brushRef="#br0" timeOffset="97744.736">17983 6896 0,'0'-25'0,"25"25"16,25-25-1,-25 25-15,24 0 16,-24 0-16,0-50 15,0 50-15,-1 0 16,26 0 0</inkml:trace>
  <inkml:trace contextRef="#ctx0" brushRef="#br0" timeOffset="98118.523">18430 6995 0,'-50'0'0,"50"25"16,-25 24-1,25-24-15,0 25 16,-24-25-1,24 24-15,0-24 32,24-25-32,26 0 15,0 0 1,-1-50 0,-49 26-1,0-26 1,0 25-16,-25 0 15,-24 25-15,24-49 16,0 49-16,-24 0 16</inkml:trace>
  <inkml:trace contextRef="#ctx0" brushRef="#br0" timeOffset="98813.175">18901 6970 0,'25'0'62,"0"0"-62,24 0 16,1 0-16,0 0 16,-1 0-16,-24-25 15,0 25-15,24 0 16</inkml:trace>
  <inkml:trace contextRef="#ctx0" brushRef="#br0" timeOffset="99070.024">19075 6821 0,'0'0'16,"0"25"31,0 25-47,0-1 15,0 1-15,0 0 16,0-1-16,25 1 16,-25-1-16,0-24 15,0 25-15</inkml:trace>
  <inkml:trace contextRef="#ctx0" brushRef="#br0" timeOffset="100910.333">19720 6821 0,'0'-25'0,"0"1"31,0 73 32,0-24-63,0 0 15,0 0-15,0 0 16,0 24-16,0-24 16,25-25-16,-25 50 0,0-26 31</inkml:trace>
  <inkml:trace contextRef="#ctx0" brushRef="#br0" timeOffset="101153.201">19621 7169 0,'24'0'47,"1"0"-32,0 0-15,25-25 0,-1 25 16,-24 0 0,0 0-16,0 0 0,24 0 15,-49 49 1</inkml:trace>
  <inkml:trace contextRef="#ctx0" brushRef="#br0" timeOffset="101613.932">19720 7516 0,'0'0'0,"0"-50"15,0 1 1,0 24-1,25 25-15,-1 0 16,1 0-16,50 49 16,-75-24-1,0 25-15,0 24 16,-25-24-16,0-1 16,0 1-16,-24-25 15,24-25-15,0 49 16,0-49-16,-24 0 15,24 0 1,25-49 15,0 24-15,25 25-16,-1 0 16,1-50-16,25 50 15,-1 0-15,1 0 16,0 0-16,-1 0 15,1 0-15,-25 0 16,-1 0-16</inkml:trace>
  <inkml:trace contextRef="#ctx0" brushRef="#br0" timeOffset="102436.578">20166 6846 0,'0'-25'15,"50"50"32,-50 25-47,0-1 16,25 1-16,-25 0 15,0-26-15,0 1 16,0 25-16,0-100 78,0 25-78,0-24 16,0-1-16,0 25 15,24 1 1,26 24 0,0 0-16,-26 24 15,-24 1-15,25 0 16,-25 0-16,0 24 15,0-24 1,0-50 31,0 1-31,0-1-16,0-25 15,25 25-15,25-24 16,-1 49-1,-24 0 1,0 0-16,0 25 16,24-1-16,-49 26 0,25-25 15,-25 0-15,0-1 16,0 1 0,0 25-16</inkml:trace>
  <inkml:trace contextRef="#ctx0" brushRef="#br0" timeOffset="102922.352">20836 6871 0,'50'0'63,"-26"50"-47,-24-26-16,50 1 15,-50 0-15,25 25 16,-25-26-16,25 1 15,-25 25 1,24-50-16,-24 25 16,50-25 31,-50-50-47,0 25 15,25-24-15,-25-1 16,0 0-16,25 1 15,-25 24-15,24 25 16,-24-25-16</inkml:trace>
  <inkml:trace contextRef="#ctx0" brushRef="#br0" timeOffset="103407.073">21282 6424 0,'25'-24'31,"-25"-1"-31,25 25 16,25 0-1,-1 25 1,-49-1-16,0 1 16,0 25-16,0-25 15,0-1-15,-25 1 16,25 0-16,-49-25 16,49 50-16,-25-50 15,25 24-15,25-24 47,24 0-31,1 0-1,0 0-15,-1 0 0,1 0 16</inkml:trace>
  <inkml:trace contextRef="#ctx0" brushRef="#br0" timeOffset="108430.523">14932 8905 0,'0'-25'15,"-24"25"-15,-26 0 32,25 0-17,0 0 1,25 50-1,0-26-15,0 26 16,0-25 0,25-25 15,25 0-15,-25 0-1,-25-50-15,0 1 16,0-1-1,0 25 1,0-24 0,0 73 31</inkml:trace>
  <inkml:trace contextRef="#ctx0" brushRef="#br0" timeOffset="108813.354">15106 8781 0,'50'25'46,"-50"24"-30,0-24-16,0 0 16,0 0-16,0-1 15,0 26 1,0-25 0,0-50 30,0-25-46,0 1 16,0-1-16,49 25 16,-49 1-16,50 24 15,-50-25-15,49 25 16,1 0 0,-50 25-16,25-1 15</inkml:trace>
  <inkml:trace contextRef="#ctx0" brushRef="#br0" timeOffset="108977.26">15503 9029 0,'0'50'16,"-25"-1"-16,0 1 15,-24-1-15,24 1 16,25-25-1,-50 0-15,50-1 0,-25-24 16</inkml:trace>
  <inkml:trace contextRef="#ctx0" brushRef="#br0" timeOffset="110245.704">16446 8582 0,'0'-49'16,"0"24"-1,0 50 63,0 24-62,0 1-16,0 24 16,0-24-16,0 0 15,0-1-15,0-24 16,0 25-16,0-26 15,0 1-15,0 0 16,0 0 15,0-50 16,0 0-47,0-24 16,49 24-16,-49-25 15,50 1-15,-25 49 16,-1-75-16,1 75 16,0 0-16,25 0 15,-26 0-15,-24 25 16,50-25-16,-50 50 16,0-26-16,25 26 15,-25-25-15,0 0 0,0-1 16,0 1-16,0 0 15</inkml:trace>
  <inkml:trace contextRef="#ctx0" brushRef="#br0" timeOffset="110740.451">17363 8533 0,'-74'25'78,"74"-1"-78,-50 1 16,50 25-16,-25 24 16,25 1-16,0-26 15,0 26-15,0-26 16,0 1-16,0 0 16,25-1-16,-25-24 15,25 0-15,-25 24 16,25-49-16,-25 50 15,49-50-15,-49 25 16</inkml:trace>
  <inkml:trace contextRef="#ctx0" brushRef="#br0" timeOffset="111310.164">17909 8607 0,'0'-25'31,"0"1"-31,0-1 32,-25 25 14,-24 0-46,-1 0 16,50 49 0,-25-24-16,25 0 15,0 25-15,0-1 16,0 1-16,0-1 16,0 1-16,0 0 15,0-1 1,0-24-16,0 25 0,25-1 15,-25-24-15,0 0 16,0 0-16,0 24 16,0-24-1,-25 25 1,-24-50 0,24 0-16</inkml:trace>
  <inkml:trace contextRef="#ctx0" brushRef="#br0" timeOffset="111559.025">17711 9004 0,'24'0'31,"1"0"-31,25 0 16,-1 0-1,1 0 1,-25 0-16,0 0 16,-1 0-16</inkml:trace>
  <inkml:trace contextRef="#ctx0" brushRef="#br0" timeOffset="111847.883">18132 9029 0,'25'0'63,"0"0"-47,0 0-16,-1 0 15,1 0-15,0 0 16,25 0-16,-26 0 15</inkml:trace>
  <inkml:trace contextRef="#ctx0" brushRef="#br0" timeOffset="112276.704">18777 8682 0,'0'0'0,"0"-75"32,0 26-17,-25 49 16,-24 49 1,49 1-32,0-25 15,0 24-15,0 1 16,0-1-16,0-24 16,0 25-16,0-1 15,0 1-15,0 0 16,0-1-16,0 1 15,0-25-15,0 0 0,0-1 16,-25 26 0,0-50-1</inkml:trace>
  <inkml:trace contextRef="#ctx0" brushRef="#br0" timeOffset="112480.62">18579 9079 0,'0'-25'16,"49"-25"15,-24 50-31,0 0 16,25-25-16,-1 25 0,-24 0 15,0 0-15,0 0 16</inkml:trace>
  <inkml:trace contextRef="#ctx0" brushRef="#br0" timeOffset="112824.438">19050 9004 0,'-50'50'16,"26"-1"0,-1 26-1,25-50-15,0-1 16,0 1 0,0 25-16,49-50 31,-24 0-16,0 0-15,0 0 16,-25-50 0,25 50-16,-25-74 15,0 49-15,-25 0 16,0 25-16,0-49 16,-24 49-1,49-50-15</inkml:trace>
  <inkml:trace contextRef="#ctx0" brushRef="#br0" timeOffset="113079.277">19298 8607 0,'0'-49'15,"25"49"-15,24 49 32,-49 26-32,50 24 15,-50 50-15,0-25 0,0 0 16,-50 0-16,1 0 16,-26-50-16,51-24 15,-1-25-15,-25-25 16</inkml:trace>
  <inkml:trace contextRef="#ctx0" brushRef="#br0" timeOffset="113750.079">19819 8954 0,'0'-24'0,"50"24"62,-26 0-46,26 0-16,0 0 15,-26 0-15,26 0 16</inkml:trace>
  <inkml:trace contextRef="#ctx0" brushRef="#br0" timeOffset="113959.984">19769 9203 0,'50'0'15,"-25"0"1,0 0-16,24 0 16,1-25-16,-1 25 0,1 0 15,0 0-15,-26 0 16,1 0-16</inkml:trace>
  <inkml:trace contextRef="#ctx0" brushRef="#br0" timeOffset="114447.718">20737 8657 0,'0'0'0,"0"25"78,0-1-78,0 26 16,0-25-16,0 0 16,0-1-16,49 1 15,-49 25-15</inkml:trace>
  <inkml:trace contextRef="#ctx0" brushRef="#br0" timeOffset="114694.573">20613 9029 0,'49'0'63,"1"0"-63,0 0 15,-1 0-15,1 0 0,-1 0 16,-24 0 0,0 0-16,0 0 15</inkml:trace>
  <inkml:trace contextRef="#ctx0" brushRef="#br0" timeOffset="115136.366">20637 9500 0,'0'-49'15,"0"24"1,25-25 0,50 1-16,-50 49 15,-1 0-15,1 49 16,-25 1 0,0-1-16,0 26 15,0-26-15,-49 26 16,24-26-16,0 1 15,-25-25-15,25-25 16,-24 25-16,24-25 16,0 0-1,25-50 17,0 0-32,25 1 15,25 49-15,-1-25 16,26 25-16,-1 0 15,-24 0-15,-1 0 16,1 0-16,-25 0 16,24 0-16,1 0 15</inkml:trace>
  <inkml:trace contextRef="#ctx0" brushRef="#br0" timeOffset="116048.968">21282 8756 0,'0'0'0,"0"-25"0,25 25 46,-25 50-46,25-25 0,-25 24 16,0 1-16,0-1 16,0-24-16,0 0 15,0 0-15,0 25 16,0-125 46,0 50-46,0-24-16,0 24 16,0-25-16,25 25 15,24 25 1,1 0-16,-25 0 16,0 50-1,-25 0-15,0-26 16,0 1 15,24-74 16,-24 24-47,0 0 16,50 0-16,0-24 15,-1 49 1,-49-25-16,50 25 15,-25 0-15,-25 25 16,49 24-16,-49-24 16,0 0-16,25 0 15,-25-1-15,0 26 16</inkml:trace>
  <inkml:trace contextRef="#ctx0" brushRef="#br0" timeOffset="116447.738">22002 8756 0,'25'0'62,"-25"25"-62,24 24 0,-24-24 16,25 25-16,-25-25 15,50-1-15,-50 1 16,25 25 0,-1-50 30,-24-25-46,50 0 16,-50-24-16,25-1 16,-25-24-16,25-1 15,-25 26-15,0 24 16,24 25-16,-24-50 16,0 25 15</inkml:trace>
  <inkml:trace contextRef="#ctx0" brushRef="#br0" timeOffset="116826.544">22349 8210 0,'0'0'0,"50"-24"16,-26 24 0,-24-25-1,50 25-15,-25 0 16,-25 25 0,0-1-1,0 1-15,0 25 16,0-1-16,-50 1 15,25-25-15,1 0 16,-26 24 0,100-49 15,24 0-31,0 0 16,-24 0-16,0 0 15,-1 0-15,26-49 16</inkml:trace>
  <inkml:trace contextRef="#ctx0" brushRef="#br0" timeOffset="118823.061">14560 10889 0,'0'-25'15,"0"50"79,0 25-94,0-1 16,0 1-16,0 24 15,0-49-15,0 0 0,25 0 32,-25 0-17</inkml:trace>
  <inkml:trace contextRef="#ctx0" brushRef="#br0" timeOffset="119368.845">14932 10592 0,'0'-25'16,"-49"25"15,-1 49-15,25 1-1,25 0 1,0-26 0,0 1-1,50-25 1,-25 0-16,0 0 15,-25 25-15,49-25 16,-49 25-16,0 0 16,0 24-1,0-24 1,-49-25 0,-1 25-1,0-25 1,26 0-1</inkml:trace>
  <inkml:trace contextRef="#ctx0" brushRef="#br0" timeOffset="119666.665">15180 10492 0,'25'0'0,"-25"25"63,0 25-63,25-1 15,-25 1-15,0 0 16,0-1-16,0-24 16,0 0-16,0 24 15</inkml:trace>
  <inkml:trace contextRef="#ctx0" brushRef="#br0" timeOffset="119896.547">15131 10691 0,'49'-25'46,"-24"25"-30,25 0-16,-25 0 16,-1 0-16,1 0 15,0 0-15</inkml:trace>
  <inkml:trace contextRef="#ctx0" brushRef="#br0" timeOffset="120813.063">15478 10368 0,'-25'-49'16,"25"24"0,-49 25-16,24 0 15,0 0-15,-25-25 16,1 25-16,-1 0 15,1 0-15,-26 0 16,1 0-16,24 0 16,1 0-16,-1 0 15,0 0-15,1 0 16,-1 0-16,25 25 16,1-25-16,-26 50 0,50-1 15,-74-24-15,49 0 16,0 24-16,-25 1 15,26 0 1,-1-1-16,-25 1 0,50-1 16,-50 1-16,50 0 15,-24-1-15,24 1 16,0-25-16,0 24 16,0 1-16,0-25 15,0 24-15,0-24 16,0 0-16,49-25 0,1 50 15,-25-50 1,0 49-16,-1-49 0,26 25 16,-25-25-1,0 0-15,24 0 0,1 0 16,24 0-16,25 0 16,-49 0-16,24 0 15,1 0-15,-1-50 16,-24 50-16,-25-24 15,-1 24-15,1-25 16,25 25-16,-25-50 16,-1 25-16,26-24 15,-25 24-15,0-25 16,0 1-16,24-26 0,-24 26 16,-25-1-16,50 0 15,-50 1-15,0-1 16,0 1-16,0 24 15,-25-50-15,25 51 16,-50-1-16,1-25 16,-1 50-1,25 0 1,0 0-16,-24 0 16,-1 0-16,-24 0 15,24 0-15</inkml:trace>
  <inkml:trace contextRef="#ctx0" brushRef="#br1" timeOffset="125244.446">15379 11038 0,'-25'0'16,"50"0"77,25 0-93,24 0 16,0 0-16,-24 0 16,49 0-16,0 0 15,-24-50-15,-26 50 16,-24 0-16,0 0 15</inkml:trace>
  <inkml:trace contextRef="#ctx0" brushRef="#br1" timeOffset="125497.301">15999 10889 0,'50'0'47,"-26"0"-47,-24 25 15,50 0-15,-50 24 16,0 26-16,0-1 15,0-24-15,-50 24 16,1-24-16,-26 0 16,1-1-16</inkml:trace>
  <inkml:trace contextRef="#ctx0" brushRef="#br1" timeOffset="127463.403">2729 10840 0,'0'0'0,"-50"0"16,0 0-16,1 0 16,24 0-1,0 0-15,0 49 0,0-49 16,25 25-16,-49-25 15,-1 50-15,25-1 16,1-24-16,24 0 16,-50 24-16,0 1 15,26 25-15,-26-1 16,25 0-16,25 26 16,-74-1-16,74-25 15,0-24-15,0-1 16,0 1-16,0 24 15,0 1-15,25-1 0,-1-24 16,26-1 0,-25 26-16,24-25 0,1-1 15,0-24-15,-1 0 16,1 24-16,-1-24 16,1 0-1,0-25-15,-1 50 0,1-50 16,0 0-16,-1 0 15,1 0-15,-1 0 16,1 0-16,0 0 16,-26-25-16,26 25 15,-25-25-15,0 25 0,-1 0 16,26-25 0,-25 25-16,0-49 0,-1 49 15,-24-50 1,50 25-16,-50-24 0,50-1 15,-50 0-15,49 1 16,-49 24-16,0-25 16,0-24-16,0 24 15,0 1-15,0-26 16,0 26-16,-49-51 16,49 1-16,-25 0 15,25 25-15,0 24 16,-50-24-16,50 24 15,-49 0-15,24 1 0,0 49 16,-25-50-16,26 50 16,-26 0-16,0 0 15,1-25 1,24 25-16,0 0 0,-24 0 16,-1 0-16,0 0 15,1 25-15,-1-25 16,0 50-16,1-50 15</inkml:trace>
  <inkml:trace contextRef="#ctx0" brushRef="#br1" timeOffset="131222.962">17041 10641 0,'0'-25'31,"-25"25"1,25-24-17,0 48 32,0 1-31,0 0-16,0 25 15,0-1-15,0 1 16,0-1-16,0-24 16,0 25-16,0-1 15,0-24-15,0 0 16,0 0 0,0-50 77,0 0-93,0-24 16,0 24-16,50 25 16,-50-50-16,24 50 15,1-25-15,50 25 16,-51 0-1,26 0 1,0 0-16,-50 75 16,0-50-1,24-1-15,-24 1 0,0 25 16,0-25-16,0-1 16,0 1 15,25-25-16</inkml:trace>
  <inkml:trace contextRef="#ctx0" brushRef="#br1" timeOffset="131866.636">17959 10492 0,'-25'0'31,"0"0"-15,0 25-1,25 25-15,-49-1 16,49 1-16,0 24 16,-50-24-16,50 49 15,0 0-15,0 1 16,0-26-16,25 1 16,-25-26-16,25-24 15,-25 25-15,49-26 16,-24 1-1,0-25 1</inkml:trace>
  <inkml:trace contextRef="#ctx0" brushRef="#br1" timeOffset="134476.035">18207 10889 0,'0'-25'0,"0"1"78,0-1-63,0 0 1,24-25-16,1 50 31,-25-24-31,25 24 0,0 0 16,0 0 0,-25 49-1,0-24-15,49 0 16,-49 0-16,0-1 15,-25 26-15,25-25 16,-24 0-16,24-1 16,-50 26-16,0 0 15,26-26 1,48-24 93,26 0-93,-25 0-16,24 0 16,1 0-16,-25 0 15,24 0-15,1 0 16,-25 0-16,0 0 15,0 0 1</inkml:trace>
  <inkml:trace contextRef="#ctx0" brushRef="#br1" timeOffset="135086.752">18901 10641 0,'0'0'0,"0"-25"15,0 1 17,-25 24-1,1 0-16,-26 24 1,25 1 0,25 25-1,-25-25 1,25 24 0,0-24-16,0 25 15,0-26-15,0 1 16,0 50-1,25-51-15,-25 1 16,0 0-16,0 25 16,0-26-16,0 26 15,0-25-15,0 25 16,0-26 0,-25-24 15,1 0-31</inkml:trace>
  <inkml:trace contextRef="#ctx0" brushRef="#br1" timeOffset="135309.655">18678 10964 0,'25'-25'16,"24"25"-16,-49-25 15,50 25-15,24 0 16,-49 0 0,25 0-16</inkml:trace>
  <inkml:trace contextRef="#ctx0" brushRef="#br1" timeOffset="135726.429">19124 11162 0,'-49'25'47,"49"25"-31,0-1 0,0-24-1,25 0 1,-1-25-1,1 0 1,0-25 0,-25-25-1,0 1 1,0 24-16,0 0 16,-25 25-16,0-50 15,-24 50 1</inkml:trace>
  <inkml:trace contextRef="#ctx0" brushRef="#br1" timeOffset="136025.269">19397 10964 0,'25'0'63,"25"0"-48,-1 0 1,1 0 0,-25 0-1</inkml:trace>
  <inkml:trace contextRef="#ctx0" brushRef="#br1" timeOffset="136532.976">20067 10666 0,'25'-50'15,"-25"1"17,-25 49 15,-25 0-32,26 0 1,24 25-1,-25-25-15,25 24 16,0 26-16,0 0 31,0-26-31,0 1 0,0 0 16,0 25 0,0-26-16,0 1 0,0 0 15,0 0 1,0 24-16,0-24 0,0 0 15,0 0-15,0 24 16,0-24 15,-25-25-31,0 0 16</inkml:trace>
  <inkml:trace contextRef="#ctx0" brushRef="#br1" timeOffset="136758.848">19869 10889 0,'0'-25'16,"24"25"-1,1 0 1,50 0-1,-51 0-15,26 0 16,-25 0-16,0 0 16,-1 0-16</inkml:trace>
  <inkml:trace contextRef="#ctx0" brushRef="#br1" timeOffset="137109.172">20290 10939 0,'0'49'16,"0"1"0,-25-50-1,25 50-15,0-1 16,0-24-1,25-25 17,25 0-17,-25 0 1,-25-50-16,0 26 16,0-1-16,0-25 15,0 25-15,-25 1 16,0-26-1,25 0 1</inkml:trace>
  <inkml:trace contextRef="#ctx0" brushRef="#br1" timeOffset="137379.018">20563 10468 0,'25'0'16,"0"0"0,-25 49-1,49 26-15,-49 24 16,0-25-16,0 25 0,0 1 15,0-1-15,-25 0 16,-24-24-16,-1-26 16,1-24-16</inkml:trace>
  <inkml:trace contextRef="#ctx0" brushRef="#br1" timeOffset="138135.73">21134 10815 0,'-25'0'15,"50"0"48,-1 0-63,26 0 0,-25 0 15,0 0-15,-1 0 16,1 0 0,-25 25-1</inkml:trace>
  <inkml:trace contextRef="#ctx0" brushRef="#br1" timeOffset="138362.624">21034 11088 0,'25'0'16,"0"0"0,25 0-16,-26 0 15,26 0-15,-25 0 16,24 0-16,1 0 15,-25 0-15,0 0 16,-1 0-16</inkml:trace>
  <inkml:trace contextRef="#ctx0" brushRef="#br1" timeOffset="139299.531">22076 10567 0,'0'0'15,"0"-25"-15,0 0 32,0 75 14,0-25-30,0-1-16,0 26 16,0-25-16,25 0 15,-25 24 1,0 1 0</inkml:trace>
  <inkml:trace contextRef="#ctx0" brushRef="#br1" timeOffset="139561.655">21952 10939 0,'0'0'0,"25"0"63,25 0-63,-1 0 15,1 0-15,-1 0 16,1 0-16,-25 0 16,0 0-16,-25 25 0,24-25 15</inkml:trace>
  <inkml:trace contextRef="#ctx0" brushRef="#br1" timeOffset="140013.917">22076 11212 0,'0'-50'16,"0"25"-1,0 0 17,50 25-32,-1 0 15,-24 25-15,-25 0 16,0 0-16,0 25 16,0-1-16,0 26 15,0-26-15,-49 1 16,24-25-16,-25 24 15,1-49-15,24 25 16,0-25-16,-25 0 16,26 0-1,-26 0 1,50-25 0,0 0-1,25-24-15,24 49 16,1 0-16,24-25 15,1 25-15,-1 0 16,-24 0 0,-1 0-16,1 0 0,-25 0 15</inkml:trace>
  <inkml:trace contextRef="#ctx0" brushRef="#br1" timeOffset="141181.533">22671 10641 0,'0'-25'0,"25"25"47,-25 25-32,0 0-15,0 25 0,0-1 16,0 1-16,0-25 16,0-1-16,0 1 15,0 25 1,0-75 31,0-25-32,0 26-15,0-1 16,0-25-16,0 1 0,25 24 16,25 0-1,-25 25 1,24 0-16,-49 25 16,50 24-16,-50-24 15,0 0-15,0 0 16,0 0-16,0-1 15,0-48 48,0-1-63,0 0 16,25 0-16,-1-24 15,-24 24-15,75 25 16,-50 0-16,24 0 15,-24 0-15,25 25 16,-26-1-16,-24 1 16,25 0-16,-25 0 15,0 24-15,0 1 16,0-25 15</inkml:trace>
  <inkml:trace contextRef="#ctx0" brushRef="#br1" timeOffset="141551.326">23664 10517 0,'0'0'0,"0"-25"15,-25 25 32,0 50-47,0-25 16,25 24-16,-49 26 15,49 24-15,-50 0 16,50-49-16,0 24 0,0 1 16,0-1-16,0-49 15,74 49-15,-24-49 16,0-25-16,-1 50 16,-24-50-16</inkml:trace>
  <inkml:trace contextRef="#ctx0" brushRef="#br1" timeOffset="142743.761">24061 10567 0,'0'0'0,"49"-50"16,-49 75 62,-49 25-78,49-1 15,-50 1-15,50-25 16,-50 24-16,50 1 16,-24-50-16,73-25 62,1 25-46,24 0-1,-49 0 1,25 0-16,-1 25 16,-24-25-16,0 0 15,24 0 1,-49-50 31,0 25-47,0-24 15,0 24-15,0 0 16,0 0 0,0 50 15,0 25-15,0-1-16,0 1 15,0 0-15,0-1 16,0-24-16,0 25 15,0-26-15,25-24 16</inkml:trace>
  <inkml:trace contextRef="#ctx0" brushRef="#br1" timeOffset="143013.629">24581 10716 0,'25'0'47,"25"49"-32,-50-24 1,49 0-16,-49 0 15,50 24-15,-25 1 16,-25-25 0,25-25-16</inkml:trace>
  <inkml:trace contextRef="#ctx0" brushRef="#br1" timeOffset="143266.483">24829 10641 0,'0'0'0,"-49"25"32,24 25-32,0-1 15,-24 26-15,24-1 16,-25 0-1,25-24-15,-24 0 0,49-26 16,-25-24-16,25 50 16</inkml:trace>
  <inkml:trace contextRef="#ctx0" brushRef="#br1" timeOffset="143596.3">25053 10666 0,'0'-25'15,"0"75"32,49-1-31,-49 1-16,0-25 0,0 24 16,0 1-16,0-25 15,25 24 1</inkml:trace>
  <inkml:trace contextRef="#ctx0" brushRef="#br1" timeOffset="143975.083">25375 10641 0,'0'0'0,"-25"25"47,25 25-31,0-1-16,-24 1 16,24-1-16,0-24 15,0 0-15,24 25 16,26-50-1,0 0 1,24 0 0,-24-75-1,-50 50-15,49-24 16,-49-1-16,0 1 16,0-1-16,-25 25 15,1-24-15,-1 49 16,0-25-16,-25 25 15,1 0-15</inkml:trace>
  <inkml:trace contextRef="#ctx0" brushRef="#br1" timeOffset="144405.897">25797 10071 0,'0'0'0,"0"-25"32,-25 50-1,25 24-31,-50 26 15,50-1-15,-74 25 16,74-24-16,0-26 16,0-24-16,0 0 15,0 25 1,50-50-16,-1 0 16,1-25-1,-50-25 1,25 50-1,-25-74-15,0 49 16,0 0-16,-50-24 16,25 49-1</inkml:trace>
  <inkml:trace contextRef="#ctx0" brushRef="#br1" timeOffset="144713.722">25995 10368 0,'25'0'0,"-50"0"0,100 0 31,-75 25-31,25 25 16,-25 24-16,0-24 15,0 49-15,0 0 16,0-49-16,-25 24 16,25-24-16,-50-1 15,1 1 1,-1-50-1</inkml:trace>
  <inkml:trace contextRef="#ctx0" brushRef="#br1" timeOffset="145370.693">26194 9947 0,'0'-50'16,"25"25"-1,-1 25 17,-24-25-32,50 25 0,-25 0 31,-25 25-31,25 25 0,-25-25 15,0 24-15,0 1 16,-50-25 0,25 0-16,0 24 0,1-24 15,-26-25-15,50 50 16,-25-50-16,25 24 16,50-24 15,-1 0-16,26 0-15,-1 0 16,-24 0-16,-1 0 0</inkml:trace>
  <inkml:trace contextRef="#ctx0" brushRef="#br1" timeOffset="146975.632">14337 13072 0,'0'-25'0,"0"0"15,0-24 1,0-1 0,0 25-1,50 25 1,-25 0-1,-1 25-15,-24 0 16,50 25-16,-50-1 16,0 1-16,0 24 15,-25-24-15,0 0 16,1-26-16,-26 26 16,0-25-1,25-25-15,1 0 47,24-25-16,49 25-15,1-50-16,0 50 16,24 0-16,-24 0 15,-1 0-15,1 0 16,-1 0-16,-24 0 15,25 25-15</inkml:trace>
  <inkml:trace contextRef="#ctx0" brushRef="#br1" timeOffset="147473.496">14759 12774 0,'0'0'15,"25"25"32,-25 25-47,0-1 16,0-24-16,0 0 15,0 0-15,0 24 16,0-73 46,0-1-46,0 0-16,0 0 16,24-24-16,1 49 15,25 0 1,-50 24 0,49 1-16,-49 0 15,0 0-15,50 24 16,-50-24-16,0 0 15</inkml:trace>
  <inkml:trace contextRef="#ctx0" brushRef="#br1" timeOffset="147991.862">15329 12824 0,'-49'0'32,"-1"0"-17,50 25-15,-50 24 16,50-24-16,-49 0 16,49 0-16,0 0 15,0 24 1,25-49-1,24 0 1,-24 0-16,0 0 16,0 0-16,24-74 15,-49 49 1,0 0-16,50-24 0,-50-26 16,0 1-16,0 24 15,0 25-15,0-24 16,-25-1-16,25 1 15,-25 24 1,25 74 31,0 1-31,0 0-16,0 24 0,0-24 15,0 24-15,0-24 16,50-1-16,-50 1 15,0-1 1,25-24-16</inkml:trace>
  <inkml:trace contextRef="#ctx0" brushRef="#br1" timeOffset="148689.218">15528 12452 0,'0'-25'15,"-50"25"-15,50-49 16,-49 49-16,24-25 15,0 25-15,-25 0 16,1-50-16,-26 50 16,26 0-16,-26 0 15,1 0-15,-1 0 16,-49 25-16,25 25 16,0-26-16,-25 26 15,0 24-15,0-24 0,0 49 16,25-49-16,24 49 15,1-25-15,49 1 16,-25-1 0,50-24-16,-24 24 0,24 1 15,0-1-15,0-24 16,24 49-16,1-25 16,0 1-16,49-1 15,1 1-15,-1-51 16,25 26-16,25-50 15,1 25-15,-1-25 16,0 0-16,-25 0 16,0 0-16,25-50 15,-25 1-15,25 24 0,-25-50 16,-24 26-16,-25-1 16,24 1-16,-49-26 15,0 1-15,24-1 16,-49 1-16,50-25 15,-50-1-15,0-24 16,0 75-16,0-26 16,0 26-16,-25-1 15,-25 25-15,1-24 16,-1 49-16,-24-25 16,-1 25-16,1 0 15,24 0-15</inkml:trace>
  <inkml:trace contextRef="#ctx0" brushRef="#br1" timeOffset="149617.806">15602 13122 0,'-25'0'16,"50"0"62,25 0-78,-1 0 16,26 0-16,-26 0 15,26 0-15,-26 0 16,1 0-16,-25 0 16,0 0-16,-1 0 15</inkml:trace>
  <inkml:trace contextRef="#ctx0" brushRef="#br1" timeOffset="149833.338">16049 12948 0,'24'0'15,"26"0"1,-25 74 0,-25-24-16,0 0 15,0-1-15,-25 1 16,-25 0-16</inkml:trace>
  <inkml:trace contextRef="#ctx0" brushRef="#br1" timeOffset="151864.653">16867 12750 0,'0'-25'15,"0"50"64,0-1-79,0 1 15,0 25-15,0-1 16,0 1-16,0-25 15,0 0-15,0 24 16,0-24-16,25 25 16,-25-26-16,0 26 15,0-25 1,0-75 93,0 25-109,0-24 16,0 24-16,25 0 16,-25 0-16,49 1 0,1-26 15,0 50 1,-50-25-1,49 25-15,1 0 16,-1 50 0,-49-1-1,25-24 1,-25 0-16,0 0 16,0 0-16,0 24 15,0-24-15,0 0 16,0 25-1,25-50-15,-25 24 16</inkml:trace>
  <inkml:trace contextRef="#ctx0" brushRef="#br1" timeOffset="152367.124">17835 12774 0,'0'-24'16,"-50"24"15,25 24-16,0-24-15,-24 50 16,49-25-16,-50 24 16,50 100-16,0-74 15,0-1 1,0 25-16,0-24 0,0-26 16,25 26-16,-25-26 15,25-24-15,-25 25 16,25-25-16,24-1 15,-49 1 17</inkml:trace>
  <inkml:trace contextRef="#ctx0" brushRef="#br1" timeOffset="153524.012">17636 9624 0,'25'-25'63,"0"25"-63,0-49 15,-1 49-15,26-50 16,-25 50-16,0-25 15,-1 25-15,1 0 32,-25 25-1</inkml:trace>
  <inkml:trace contextRef="#ctx0" brushRef="#br1" timeOffset="153795.883">17587 9773 0,'24'0'46,"26"0"-30,-25-50-16,0 50 16,-1-24-16,26 24 15,-25 0-15,-25-25 16,25 25-16</inkml:trace>
  <inkml:trace contextRef="#ctx0" brushRef="#br1" timeOffset="156560.722">18430 12898 0,'0'0'16,"-25"0"62,0 0-78,0 0 15,1 0 1,-1 0-16,0 0 16,25 25-16,-50-25 0,50 25 125,0 25-125,0-1 15,0-24 1,0 25-16,0-1 16,0-24-1,25-25 110,0 0-109,0 0-16,0 0 15,24 0-15,-24 0 16,0 0-16,0 0 0,24 0 16,-49 50 15,0-1-31,0 1 16,0-25-1,-25-25 1,25 25-16,-74-25 15,49 0-15,0 24 16,-24-24 0,-1 0-1,25 0 1,-24 0 0</inkml:trace>
  <inkml:trace contextRef="#ctx0" brushRef="#br1" timeOffset="157153.527">19100 12849 0,'0'-25'31,"-25"25"1,-25 25-32,1 0 31,24-1-31,-25 26 15,50-25 1,0 0-16,0 24 16,0-24-16,0 0 15,0 0-15,0-1 16,0 1-16,25 25 16,-25-25-16,25 0 15,-25-1-15,0 1 16,25 25-16,-25-25 15,0 24-15,0-24 32,-25-25-32,-25 0 15</inkml:trace>
  <inkml:trace contextRef="#ctx0" brushRef="#br1" timeOffset="157396.418">18802 13246 0,'50'-25'31,"-26"25"-31,26 0 16,-25-25-16,0 25 16,-1 0-16,1 0 15,25 0-15</inkml:trace>
  <inkml:trace contextRef="#ctx0" brushRef="#br1" timeOffset="157806.181">19298 13295 0,'0'25'31,"-50"-25"-16,50 25-15,-24 0 16,24 0-16,0-1 16,0 26-16,0-25 15,0 24 1,49-49 0,-24 0-1,49-24 1,-74-26-1,0 0 1,0 26-16,0-1 16,-24-25-16,24 25 15,-50 25-15,50-24 16,-25 24 0</inkml:trace>
  <inkml:trace contextRef="#ctx0" brushRef="#br1" timeOffset="158139.021">19645 13146 0,'25'0'62,"0"0"-62,0-24 16,24 24-1,1 0-15,-25 0 16,0 0-16,24 0 16</inkml:trace>
  <inkml:trace contextRef="#ctx0" brushRef="#br1" timeOffset="158591.764">20315 12874 0,'0'-50'16,"0"25"-1,0 0 1,0 1-1,-25 24 17,0 0-17,-24 24 1,49 1 0,-25 0-16,25 0 0,0 0 15,-25 24-15,25-24 16,0 0-16,0 24 15,0-24-15,0 0 16,0 0-16,0 24 16,0-24-16,0 0 15,0 0-15,0 0 16,0 0-16,0 24 16,0 1-1</inkml:trace>
  <inkml:trace contextRef="#ctx0" brushRef="#br1" timeOffset="158830.643">20092 13097 0,'0'0'0,"0"-25"31,25 25-31,24 0 16,-24-25 0,25 25-16,-26 0 15,26 0-15,-25 0 16</inkml:trace>
  <inkml:trace contextRef="#ctx0" brushRef="#br1" timeOffset="159176.442">20538 13146 0,'0'25'15,"-25"-25"-15,25 25 0,-24-25 16,24 50-16,0-25 16,0-1-1,0 1-15,0 25 16,0-25 0,49-25-1,26-25 1,-51-25-1,-24-24 1,0 49 0,0 0-16,0 0 0,-24 0 15,-1-24-15,-25 49 16,50-25 0,-25 25-16</inkml:trace>
  <inkml:trace contextRef="#ctx0" brushRef="#br1" timeOffset="159434.31">20786 12700 0,'0'0'0,"25"0"31,0 25-15,25 24-16,-26 26 0,-24-1 16,0 50-16,0-25 15,0 1-15,-49-26 16,-1 1-16,1-26 16,-1 1-16,0-50 15</inkml:trace>
  <inkml:trace contextRef="#ctx0" brushRef="#br1" timeOffset="163420.599">21382 12973 0,'49'0'94,"-24"0"-79,49 0-15,1-50 16,-26 50-16,1 0 16,-25 0-16,0 0 15,0 0-15,-25 25 32</inkml:trace>
  <inkml:trace contextRef="#ctx0" brushRef="#br1" timeOffset="163690.433">21481 13171 0,'0'0'0,"25"0"47,-1 0-32,26 0-15,-25 0 16,24 0-16,-24 0 0,0 0 16,25 0-16,-1 0 15</inkml:trace>
  <inkml:trace contextRef="#ctx0" brushRef="#br1" timeOffset="164075.284">22374 12650 0,'0'0'0,"0"25"78,0 25-62,0-25-16,0 24 15,0-24-15,0 25 16,0-1-16,0-24 0,25-25 16,-25 25-16,0 0 15</inkml:trace>
  <inkml:trace contextRef="#ctx0" brushRef="#br1" timeOffset="164351.122">22200 13097 0,'0'0'0,"25"0"47,25 0-31,-1-25-16,-24 25 16,0 0-16,24 0 15,-24 0-15,0 0 16,25 25-1,-50 24 1</inkml:trace>
  <inkml:trace contextRef="#ctx0" brushRef="#br1" timeOffset="164829.512">22349 13444 0,'-25'-25'32,"25"-24"-17,0-1 1,50 50 0,-1 0-1,-24 50 1,-25-25-1,0-1-15,0 1 0,0 0 16,0 0-16,-25 24 16,-24-24-16,24-25 15,0 25-15,0-25 16,1 0 0,-26 0 15,50-25-16,25-24 1,24 49 0,-24 0-16,0 0 15,0 0-15,24 0 16,-24 0-16,25 0 16,-25 0-16,-1 0 0,26 0 15,-25 0 1,0 0-16</inkml:trace>
  <inkml:trace contextRef="#ctx0" brushRef="#br1" timeOffset="165597.165">22920 12824 0,'0'-25'31,"0"0"-15,24 50 31,-24 25-47,0-1 16,25 1-16,-25-25 15,0 24-15,0-24 16,0 25-1,0-100 48,0 1-47,0-1-16,0 0 15,0 26-15,50 24 16,-50-25-16,25 25 15,-1 0-15,1 0 0,25 74 16,-50-49 0,0 25-1,0-26 1,49-48 46,-49-26-62,50 0 16,-50 1-16,74 24 16,-24 25-1,0 0 1,-26 0-16,-24 25 16,50 0-16,-50-1 0,0 26 15,0-25 1,0 24-16,0-24 15</inkml:trace>
  <inkml:trace contextRef="#ctx0" brushRef="#br1" timeOffset="166392.794">23887 12750 0,'0'-25'31,"0"0"-16,0 50 17,0 24-17,25 1-15,-25 0 16,49-1-16,-49-24 16,50 0-16,0 0 15,-26-25 16,1 0 16,-25-25-47,0 0 16,50-25-16,-50 1 0,25-26 16,-25 51-1,49-26-15,-49 25 16,25 25-1,0 0 17,-25 50-32,0-25 15,0-1-15</inkml:trace>
  <inkml:trace contextRef="#ctx0" brushRef="#br1" timeOffset="166823.722">24284 13097 0,'0'-25'15,"0"0"16,25 25-15,24 0 0,-24 0-16,-25 25 15,0 0 1,0 0-16,0-1 0,0 1 16,0 25-16,-25-50 15,0 50 1,-24-26-16,74-24 62,24 0-46,1 0-16,-1 0 16,1-49-16,0 49 15,-1-75-15,-24 75 16</inkml:trace>
  <inkml:trace contextRef="#ctx0" brushRef="#br1" timeOffset="167239.478">24482 12353 0,'0'0'0,"0"-25"16,25 25 0,25 0-16,-26 0 15,1 0 1,-25 25-1,0 24 1,0-24-16,0 25 16,-49-50-1,49 49-15,-25-49 16,25 25-16,0 0 31,25-25-15,24 0-1,26 0-15,-1 0 16,0-25-16,-24 25 0</inkml:trace>
  <inkml:trace contextRef="#ctx0" brushRef="#br1" timeOffset="171058.577">16644 11931 0,'25'0'47,"24"0"-32,-24 0 1,25 0 0,-1 0-1,-24 0-15,0 0 16,0 0-16,0 0 16,24 0-16,1 0 15,-1 0-15,1 0 16,0 0-16,-1 0 15,1 0-15,-1 0 16,1 0-16,0 0 0,24 0 16,1 0-16,-26 0 15,1-25 1,-1 25-16,1 0 0,-25 0 16,0 0-16,24 0 15,1 0 1,-25 0-16,-1 0 15,1 0-15,0 0 0,25 0 16,-1 0 0,1 0-1,24-49 1,-49 49 0,0 0-16,0 0 15,-1 0-15,26 0 16,-25 0-16,0 0 15,-1 0-15,1 0 0,0 0 16,0 0-16,25 0 16,-1 0-16,-24 0 15,25-25-15,-26 25 16,1 0-16,0 0 16,0 0-16,0 0 15,24 0-15,-24 0 16,25 0-16,-26 0 15,26 0-15,-25 0 0,0 0 16,-1 0 0,1 0-16,25 0 15,-25 0-15,-1 0 0,1 0 16,0 0-16,0 0 16,24 0-16,-24 0 15,0 0-15,25 0 16,-26 0-16,26 0 15,-25 0-15,25 0 16,-26 0-16,26 0 16,0 0-16,-26 0 15,1 0-15,0 0 16,0 0-16,24 0 16,1 0-16,0-50 0,-26 50 15,26 0-15,-25 0 16,0 0-16,-1 0 15,1 0-15,0 0 16,0 0-16,24 0 16,1 0-16,-25 0 15,0 0-15,-1 0 16,1 0-16,0-25 16,25 25-16,-26 0 15,1 0-15,0 0 16,25 0-16,-26 0 15,1 0-15,0 0 16,25 0-16,-25 0 0,-1 0 16,1 0-16,25 0 15,-1 0-15,1 0 16,-25 0-16,0-24 16,24 24-16,-24 0 15,0 0-15,24 0 16,-24 0-16,25 0 15,-25 0-15,24 0 16,-24 0-16,0 0 16,0 0-16,-1 0 15,26 0-15,-25 0 16,24 0-16,1 0 16,-25 0-16,24 0 15,1 0-15,0 0 16,-25 0-16,-1 0 0,26 0 15,0 0-15,-1 0 16,1 0-16,-1 0 16,1 0-16,0 0 15,-1 0-15,1 0 16,-25 0-16,-1 0 16,1 0-16,0 0 15,25 0-15,-26 0 16,1 0-16,0 0 15,0 0-15,0 0 16,-1 0-16,26 0 16,0 0-16,-26 0 0,26 0 15,-25 0-15,0 0 16,0 0 0,-1 0-16,1 0 0,25 0 15,-25 0-15,-1 0 16,1 0-16,0 0 15,0 0-15,0 0 16,24 0-16,-24 0 16,0 0-16,0 0 15,-1 0-15,1 0 16,0 0-16,25 0 16,-26 0-16,1 0 0,0 0 15,0 0 1,24 0-16,1 0 0,0 0 15,-1 0-15,1 0 16,-1 0-16,-24 0 16,25 0-16,-1 0 15,1 0-15,0 0 16,-1 0-16,-24 0 16,25 0-16,-1 0 15,1 0-15,0 0 16,-1 0-16,26 0 15,-26 0-15,1 0 16,-1 0-16,1 0 0,0 0 16,24 0-16,-24 0 15,-1 0-15,1 0 16,-1 0-16,1 0 16,0 0-16,-1 0 15,1 0-15,0 0 16,-26 0-16,26 0 15,0 0-15,-26 0 16,1 0-16,0 0 16,25 0-16,-1 0 15,1 0-15,-1 0 16,1 0-16,0 0 16,-1 0-16,1 0 15,-1 0-15,1 0 0,0 0 16,-26 0-16,26 0 15,0 0-15,-1 0 16,1 0-16,0 0 16,-26 0-16,1 0 15,25 0 1,-25 0 0,24 0-1,-24 0 16,0 0 1,-25-25 15,-50 25-32</inkml:trace>
  <inkml:trace contextRef="#ctx0" brushRef="#br1" timeOffset="172586.542">17487 12576 0,'0'-25'0,"25"25"31,-25-25 0,0 50 94,-50 25-109,26 24 0,-51 50-16,1 25 15,-50 0-15,0 25 16,25-1-16,-25-49 0,24 0 16,51-49-1,-1-26-15,25-24 0,-24 0 16</inkml:trace>
  <inkml:trace contextRef="#ctx0" brushRef="#br1" timeOffset="173413.314">17462 10319 0,'-24'25'62,"-26"49"-62,-24 25 16,-1 25-16,-24 25 16,25 25-16,-1 24 15,26-49-15,-51 0 16,26-50-16</inkml:trace>
  <inkml:trace contextRef="#ctx0" brushRef="#br1" timeOffset="174336.198">23168 10567 0,'0'-25'16,"-25"25"46,-50 25-46,-24 24-16,-25 51 15,-74 24-15,-26 0 16,26 0-16,24-25 16,1 0-16,74-24 15,24-51-15,25-24 16,26 50-16</inkml:trace>
  <inkml:trace contextRef="#ctx0" brushRef="#br1" timeOffset="175334.005">23416 12675 0,'0'0'0,"-25"0"78,-25 0-78,-49 50 16,-25 24-16,0-24 15,-50 49-15,1 25 16,-26 0-16,26-49 16,73-1-16,51-24 15,24-26-15,-25 1 16</inkml:trace>
  <inkml:trace contextRef="#ctx0" brushRef="#br1" timeOffset="178121.053">17686 14684 0,'0'-24'31,"-25"24"0,0 24 1,25 1-32,0 0 15,-49 0-15,49 0 0,0 24 32,24 1-32,1-50 31,0 0-31,0 0 15,-25-25 1,25-25 0,-25 1-1,0-1 1,0 1 0,0 24-1</inkml:trace>
  <inkml:trace contextRef="#ctx0" brushRef="#br1" timeOffset="178514.845">17909 14610 0,'0'25'47,"0"0"-32,0 24-15,0 1 16,0-1-16,0-24 15,0 25-15,0-25 16,0-75 62,25 0-78,-25 26 16,49-26-1,-24 50 1,-25-25-16,25 25 16,0 0-16,-25 25 15</inkml:trace>
  <inkml:trace contextRef="#ctx0" brushRef="#br1" timeOffset="178693.74">18207 14932 0,'0'25'16,"0"25"0,0-25-16,0 24 15,-25-49 1,25 50-16,-25-50 16,25 49-16,-25-49 0,25 50 15</inkml:trace>
  <inkml:trace contextRef="#ctx0" brushRef="#br1" timeOffset="179758.377">19372 14412 0,'0'-25'16,"0"0"-1,0 0 1,-49 25 31,24 0-31,0 0-1,0 50 1,25-1-1,-49-49-15,49 50 0,0-25 16,0 0-16,0 24 16,0-24-16,0 0 15,0 0-15,0 24 16,25-24-16,-25 0 16,0 24-1,0-24-15,0 0 0,0 0 16,0 24-1,0 1 1,-50-50 0,0 0-1</inkml:trace>
  <inkml:trace contextRef="#ctx0" brushRef="#br1" timeOffset="179971.18">19000 14833 0,'0'0'0,"25"0"15,25-25 1,-1 25 0,-24-24-16,25 24 15,-1 0-15,1-50 16,0 50-16,-26 0 0,1 0 15</inkml:trace>
  <inkml:trace contextRef="#ctx0" brushRef="#br1" timeOffset="180327.001">19621 14784 0,'-25'0'16,"25"24"0,-25-24-1,25 25-15,0 25 16,0-1-16,0-24 16,0 0-1,0 25-15,25-50 16,0 0-16,49 0 15,-49-25 1,-25 0-16,49 25 16,-49-50-16,0 26 15,0-1-15,0 0 16,0 0-16,-24-24 16,-26 49-1,25 0-15,0 0 16,-24 0-16</inkml:trace>
  <inkml:trace contextRef="#ctx0" brushRef="#br1" timeOffset="180823.145">18876 15280 0,'-24'0'31,"73"0"16,1 0-31,-1 0-16,26 0 15,24 0-15,0 0 0,25 0 16,-25 0-16,1 0 16,-26 0-1,1-25-15,-26 25 0,-24 0 16</inkml:trace>
  <inkml:trace contextRef="#ctx0" brushRef="#br1" timeOffset="181648.96">19100 15478 0,'0'-25'15,"0"50"17,0 0-17,0 25-15,-50-1 16,50 1-16,-50-1 0,50-24 15,-24 25 1,-1-25-16,50-25 94,49 0-79,-49 0-15,0 0 16,-1 0-16,1 0 16,25 0-16,-25 0 15</inkml:trace>
  <inkml:trace contextRef="#ctx0" brushRef="#br1" timeOffset="181906.142">19224 15701 0,'0'0'16,"0"-24"-16,0 48 62,0 1-62,0 0 16,0 25-16,0-1 15,0 1-15,0-1 0,0 1 16,0-25-16,0 0 16,0 24-1</inkml:trace>
  <inkml:trace contextRef="#ctx0" brushRef="#br1" timeOffset="182452.099">19720 15503 0,'0'0'0,"0"-25"32,0 0-32,0 1 31,-25 24 0,0 0-15,0 0-1,-24 49 1,49 26 0,-25-75-16,25 49 15,0 1-15,0-25 16,0-1-16,0 1 15,0 0-15,0 0 16,0 24-16,0-24 16,0 0-16,0 0 15,0 0-15,0-1 16,0 1-16,-25 25 16,0-1-1,-24-49 1</inkml:trace>
  <inkml:trace contextRef="#ctx0" brushRef="#br1" timeOffset="182693.133">19447 15801 0,'0'-25'16,"25"25"0,24 0-16,-49-25 0,50 25 15,-25 0-15,0 0 16,-1 0-16,1 0 16,0-25-16,25 25 15</inkml:trace>
  <inkml:trace contextRef="#ctx0" brushRef="#br1" timeOffset="183059.022">19893 15751 0,'0'25'31,"0"0"-15,-49 24 0,49-24-16,0 25 15,0-26 1,25-24 0,-1 0-1,26 0 1,24-49-1,-74-1 1,0 1 0,0-1-1,-24 50 1,24-50-16,-50 50 0,25 0 16,-24 0-1</inkml:trace>
  <inkml:trace contextRef="#ctx0" brushRef="#br1" timeOffset="183873.442">20290 15056 0,'0'-24'31,"50"24"16,-25 0-31,24 0-16,1 0 15,-1 0-15,-24 0 16,0 0-16,0 0 15,0 0-15,-1 0 16</inkml:trace>
  <inkml:trace contextRef="#ctx0" brushRef="#br1" timeOffset="184150.247">20241 15429 0,'49'0'15,"-24"0"1,0 0-16,0 0 15,-1 0-15,1 0 16,25 0-16,-25 0 0,-1 0 16,1 0-16,0 0 15</inkml:trace>
  <inkml:trace contextRef="#ctx0" brushRef="#br1" timeOffset="185318.22">21630 14486 0,'0'0'0,"49"0"15,-49-25 1,-25 25 31,25 25-47,-49 25 0,24-26 15,0 1-15,-24 25 16,49-25-16,-25-25 16,25 24-16,25-24 78,24 0-63,-24 0-15,0 0 16,0 0-16,-1 0 16,1 0-16,25 50 0,0-50 15,-50 25 1,24-25-16,1 0 15,0 0 17,-25-50-32,0 25 15,0 1-15,25-26 16,-25 0 0,0 26-16,0-1 15,0 74 32,0 1-47,0 24 16,0-24-16,0 0 0,0-26 15,0 26-15,0-25 16</inkml:trace>
  <inkml:trace contextRef="#ctx0" brushRef="#br1" timeOffset="185619.321">22225 14560 0,'0'-24'16,"25"48"31,-25 1-31,49 25-16,1-1 15,-25 1-15,0-25 16,-25 0-16,49-1 15,1 26-15</inkml:trace>
  <inkml:trace contextRef="#ctx0" brushRef="#br1" timeOffset="185870.567">22498 14560 0,'0'-24'15,"-25"48"17,0 1-32,0 25 15,-24 24-15,-1 1 16,1-1-16,24-24 0,25-26 15,-25-24-15,25 50 16</inkml:trace>
  <inkml:trace contextRef="#ctx0" brushRef="#br1" timeOffset="186171.398">22969 14511 0,'0'25'46,"25"24"-30,-25-24-16,0 25 16,0-1-16,0 1 15,0-25-15,0 24 16,0-24 0</inkml:trace>
  <inkml:trace contextRef="#ctx0" brushRef="#br1" timeOffset="186574.354">23366 14536 0,'0'0'0,"-25"24"31,25 1-31,0 0 0,-49 25 16,49-1 0,0 1-16,0-25 0,0 24 15,0-24-15,0 0 16,49-25 15,1 0-15,-1 0-1,-24 0 1,-25-75-16,0 51 16,0-26-16,0 0 15,0 1-15,-25 24 16,25 0-16,-49 25 16,49-49-16,-25 49 15</inkml:trace>
  <inkml:trace contextRef="#ctx0" brushRef="#br1" timeOffset="187019.16">23639 14114 0,'0'-50'16,"-50"75"15,50 0-31,-25 0 16,25 24-16,-49 1 15,49-1-15,0 1 16,0-25-16,0 0 16,25 24-1,24-49-15,-24 0 16,25 0 0,-50-24-1,0-1 1,0-25-1,-25 0 1,0 50 0</inkml:trace>
  <inkml:trace contextRef="#ctx0" brushRef="#br1" timeOffset="187277.03">23887 14287 0,'25'-24'0,"24"48"47,-49 51-47,25-1 15,-25 1-15,0-1 16,0 1-16,-25-1 16,1-24-16,-51-1 15,1 1-15,49-50 16</inkml:trace>
  <inkml:trace contextRef="#ctx0" brushRef="#br1" timeOffset="188070.373">21530 14312 0,'-24'-25'16,"-1"25"30,-25 25-46,50 25 16,-49 0-16,49 24 16,-25 25-16,25-49 15,0 24-15,0 1 16,0-1-16,0-24 16,49 24-16,1-24 15,24-1-15,-24-49 16</inkml:trace>
  <inkml:trace contextRef="#ctx0" brushRef="#br1" timeOffset="189163.561">24061 14139 0,'0'-25'15,"0"0"17,49-25-17,-24 50 1,0 0-1,24 0 1,-49 25 0,0 0-16,25 0 0,-25 0 15,0-1-15,0 26 16,0-25-16,-49 0 16,-1 24-1,50-24 1,-25-25-16,25 25 31,25-25-15,25 0-16,-1 0 15,1 0-15,-1 0 0,26 0 16,-26 0 0</inkml:trace>
  <inkml:trace contextRef="#ctx0" brushRef="#br1" timeOffset="190205.417">21903 15255 0,'-50'0'15,"25"0"1,0 0 31,75 0 15,24 0-46,50 0-16,50 0 16,49 0-16,0 0 15,50-50-15,25 50 16,-50-49-16,-50 49 16,-49 0-16,-49 0 15,-51 0-15,-24 0 16,0 0-1,0 0 1,-1 0 0,-24-25-16,50 25 15,-75 0 32,0 0-31,-24 0-16</inkml:trace>
  <inkml:trace contextRef="#ctx0" brushRef="#br1" timeOffset="190927.001">22721 15528 0,'0'-25'32,"0"50"15,0 0-32,50 24-15,-50 1 16,0-25-16,25 24 15,-25 1-15,0-25 16,0 24 0,24-49-1,-24-25 32,50-24-31,-50-1-16,25 1 15,-25 24-15,49-50 0,-49 26 16,50 24 0,-25 0-16,24 25 47</inkml:trace>
  <inkml:trace contextRef="#ctx0" brushRef="#br1" timeOffset="191391.826">23192 15379 0,'50'-25'32,"-25"25"-17,24 0 1,1 0-1,-50 50 1,0-1 0,0-24-16,0 25 15,-25-50-15,-24 49 16,-1 1 0,75-50 30,24 0-30,26-25-16,-1 25 16,25-49-16,-24 49 15,-26-50-15</inkml:trace>
  <inkml:trace contextRef="#ctx0" brushRef="#br1" timeOffset="193453.489">25648 14883 0,'25'0'32,"0"0"-17,24 0-15,1-25 16,-1 25-16,-24 0 16,25 0-16,-25 0 15,0 0 1</inkml:trace>
  <inkml:trace contextRef="#ctx0" brushRef="#br1" timeOffset="193687.357">25698 15131 0,'24'0'32,"26"0"-32,0 0 0,-1 0 15,1 0-15,0-50 16,-1 50 0,-24 0-16,0 0 15,-25-25-15</inkml:trace>
  <inkml:trace contextRef="#ctx0" brushRef="#br1" timeOffset="193989.183">26070 14709 0,'0'0'0,"25"0"47,-25 25-47,74 0 16,-49 24-16,-25 26 16,0 24-16,0-25 15,0 26-15,0-26 16,-50 0-16,25-24 15,1 0-15,-26-25 16</inkml:trace>
  <inkml:trace contextRef="#ctx0" brushRef="#br1" timeOffset="194876.98">26764 14759 0,'0'-25'31,"0"-25"157,0 75-1,0 0-187,0 0 16,50 24-16,-50 1 0,0-25 15,49 24-15,-49-24 16,25 0-16,-25 25 16,0-26-16,25 1 15,-25 25 1,50-25-1,-26-75 32,-24 25-47,25-24 16,-25-26 0,75 1-16,-50-25 15,24-25-15,-49 99 16,25-25-16,-25 25 15,-25 25 17</inkml:trace>
  <inkml:trace contextRef="#ctx0" brushRef="#br1" timeOffset="196265.5">23044 15875 0,'-25'0'31,"25"-25"63,0 0-63,25 25-15,-1 0-1,-24 50 1,0-25-1,0 0-15,0 24 0,0-24 16,-24 25 0,-1-50-1,25 24-15,-50-24 32,75 0 14,0 0-46,24 0 16,1 0-16,49 0 16,25 0-16,0-49 15,-25 49-15</inkml:trace>
  <inkml:trace contextRef="#ctx0" brushRef="#br1" timeOffset="197713.314">27260 15255 0,'-49'0'16,"49"-25"46,0 0-46,0 0 15,25 25-31,-1 0 16,1 0-1,-25 25 1,0 25-16,0-25 16,0-1-16,0 1 15,-49 0-15,24 25 16,0-50-16,0 49 16,-24-49-16,24 25 15,-25-25-15,75-25 94,0 25-94,24 0 16,1 0-16,0 0 15,24 0-15,-24 0 16,-1 0-16,-24 0 15</inkml:trace>
  <inkml:trace contextRef="#ctx0" brushRef="#br1" timeOffset="198535.736">27880 14660 0,'25'0'94,"25"0"-79,-1 0-15,1 0 16,0-50-16,-25 50 15,-1 0-15,1 0 16,0 0-16,-25 25 31,0 0-15</inkml:trace>
  <inkml:trace contextRef="#ctx0" brushRef="#br1" timeOffset="198825.534">27930 14957 0,'50'0'47,"-26"0"-31,26 0-16,-25 0 0,0 0 15,24 0 1,-24 0 0</inkml:trace>
  <inkml:trace contextRef="#ctx0" brushRef="#br1" timeOffset="207899.718">28997 14610 0,'0'-25'15,"-25"25"1,-25 0-1,25 0 1,1 0 0,-26 25-1,25 25 1,25-1 0,0 1-1,0-1 1,0-24-16,25-25 15,0 0 1,0 25-16,24-25 16,-24 0-16,0 0 0,0 0 15,24 0 1,-24 0-16,-25 25 0,25-25 16,-25 49-1,0-24 1,-25 25-1,0-50-15,0 49 16,1-49-16,-26 50 16,0-50-16,26 0 0,-1 0 15,-25 0 1,50-50 15,0 26-15,25-26-16,25 25 15,-1 0-15,-24-24 16,25-1-16,-26 1 16,26 24-16,-25 0 15,0-25 1,-25 26 0,0-26-1,-25 50 1,0 0-16,0 0 15,0 25-15,1-25 16,-26 49-16,0 1 16,50-25-1</inkml:trace>
  <inkml:trace contextRef="#ctx0" brushRef="#br1" timeOffset="208247.568">29716 14610 0,'25'0'78,"-25"25"-62,49 0-16,-24-1 16,25 26-16,-25-25 15,-1 0-15,26-1 16,-25 26-16,0-50 15,-25 25-15,24-25 16,-24 49-16</inkml:trace>
  <inkml:trace contextRef="#ctx0" brushRef="#br1" timeOffset="208525.435">30113 14585 0,'-75'25'32,"26"0"-17,-1 24-15,1 1 16,-26 24-16,26 50 15,-26-49-15,50-26 16,1-24-16,-26 25 16</inkml:trace>
  <inkml:trace contextRef="#ctx0" brushRef="#br1" timeOffset="208840.252">30336 14660 0,'0'0'0,"0"24"62,0 1-62,0 25 0,0-1 16,0 1-16,0 24 16,0-24-1,0-25-15,0 0 0,0-1 31</inkml:trace>
  <inkml:trace contextRef="#ctx0" brushRef="#br1" timeOffset="209263.072">30634 14635 0,'-25'0'31,"25"49"-15,-25-24 0,25 0-16,0 0 0,0 24 15,0-24-15,0 0 16,0 0-16,0 24 15,25-49 1,25 0 0,-26 0-16,26 0 15,0 0 1,-26-74 0,-24 24-16,0 1 15,0-1 1,0 25-16,0-24 0,0 24 15,-49-25 1,-1 50 0,1 0-1</inkml:trace>
  <inkml:trace contextRef="#ctx0" brushRef="#br1" timeOffset="209735.809">31055 14089 0,'0'-50'31,"-49"50"-15,-1 25 0,50 0-1,-25 25-15,25-1 16,0 1-16,0-1 0,0 1 16,0 0-16,0-25 15,0-1 1,50-24-1,0 0 1,-26 0 0,-24-24-1,50 24-15,-50-50 16,0 25-16,-25 0 16,-24-24-1,-1 49 1,25 0-16,25 24 31</inkml:trace>
  <inkml:trace contextRef="#ctx0" brushRef="#br1" timeOffset="210402.466">31328 14436 0,'0'0'0,"0"50"16,0 0-16,0-26 15,0 26-15,0-25 16,0 0-16,0-1 15,0 26 1,0-25 0,-24-25-16,24-25 62,0 0-62,0-24 16,24-1-16,-24 25 15,50-24 1,-25 49 0,24 24-16,-49 1 15,25 50 1,-25-51 0,75-73 46,-75-1-46,49 1-16,-49-1 15,50 25-15,-25-24 16,-1 49 0,-24 24-16,25 1 15,-25 25 1,0-1-16,0 1 0,0 0 15,0-26 1,0 1-16,0 25 0,0-1 16</inkml:trace>
  <inkml:trace contextRef="#ctx0" brushRef="#br1" timeOffset="210647.344">31998 14461 0,'0'0'16,"-25"25"0,25 25-16,-25-1 15,25 26-15,-49-1 16,-1 0-16,50 1 15,-49-26-15,49-24 16,-25 0-16,25 0 16</inkml:trace>
  <inkml:trace contextRef="#ctx0" brushRef="#br1" timeOffset="211046.138">32172 14709 0,'0'-25'16,"-50"50"30,25 25-30,25-1 0,0 1-1,0-25 17,25-25-32,0 0 15,-25 25-15,49-25 16,-49 24-1,0 1 1,-49-25 0,24 50-16,-25-50 15,1 0-15,-26 0 16,-24 0-16,25 0 0,-25 0 16</inkml:trace>
  <inkml:trace contextRef="#ctx0" brushRef="#br1" timeOffset="212661.722">918 5259 0,'-25'0'16,"25"49"78,0 26-79,0-26-15,0-24 0,50-25 16,-1 25-16,1-25 15,99-25-15,74-74 16,75-124-16,123-75 16,75-25-16,-74 75 15,-100 75-15,-74 74 16,-99 24-16</inkml:trace>
  <inkml:trace contextRef="#ctx0" brushRef="#br1" timeOffset="-194010.525">28451 4986 0,'0'-25'0,"0"0"15,0 0 1,0 1-1,0 73 48,0 1-47,0-1-16,25 51 15,-25-1-15,0-25 16,0-49-16,25 25 15,-25-1 1,24-49-16,26 0 16,-25 0-1,49-49-15,25-26 0,25 1 16,0-50-16,25-25 16,-49 50-16,24-1 15,-75 51 1,1 24-16</inkml:trace>
  <inkml:trace contextRef="#ctx0" brushRef="#br1" timeOffset="-193225.895">28749 5135 0,'0'24'31,"-25"26"-15,25-25-16,0 24 16,0 1-16,0 0 15,0-26-15,0 1 0,49 25 16,1-50 0,0 0-1,-1 0-15,26-25 16,24-25-16,50-49 15,-25-25-15,25 50 16,-50-25-16,-25 49 16,-24 25-16,-25 25 15,-25-49-15</inkml:trace>
</inkml:ink>
</file>

<file path=ppt/ink/ink1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45:14.172"/>
    </inkml:context>
    <inkml:brush xml:id="br0">
      <inkml:brushProperty name="width" value="0.05292" units="cm"/>
      <inkml:brushProperty name="height" value="0.05292" units="cm"/>
      <inkml:brushProperty name="color" value="#002060"/>
    </inkml:brush>
  </inkml:definitions>
  <inkml:trace contextRef="#ctx0" brushRef="#br0">27980 13271 0,'0'24'32,"0"1"-17,0 25 17,0-25 14,0-1-14</inkml:trace>
  <inkml:trace contextRef="#ctx0" brushRef="#br0" timeOffset="8056.603">10616 2208 0,'50'0'31,"24"0"-16,1 0-15,49 0 16,25 0-16,24 0 16,26 0-16,49 0 15,-50 0-15,-24 0 16,-25 0-16,0 0 16,-75 0-16,0 0 15,-24 49-15,-25-49 0,0 0 31,-25 25-31,-25-25 110</inkml:trace>
  <inkml:trace contextRef="#ctx0" brushRef="#br0" timeOffset="9615.903">18008 2084 0,'0'-25'46,"50"25"1,24 25-31,25-25-16,25 0 0,25 24 16,25-24-16,0 0 15,49 0-15,-50 0 16,-24 0-16,0 0 15,0 0-15,-25 0 16,-25 0-16,-24 0 16,-51 0-16,1 0 15,-25 25 1,0 25 62</inkml:trace>
  <inkml:trace contextRef="#ctx0" brushRef="#br0" timeOffset="18716.868">10120 521 0,'0'25'110,"0"49"-95,0 1-15,0-26 16,0 50-16,0-24 15,0-26-15,0 1 0,0 0 16,0-26 0,0 1-16,0 25 15,0-25 17</inkml:trace>
  <inkml:trace contextRef="#ctx0" brushRef="#br0" timeOffset="20074.7">10145 571 0,'0'-50'94,"0"75"-16,0 24-62,25-49-1,-25 50-15,50 0 0,-1-26 16,-24 1 0,25 25-16,-1-1 15,-49-24 1,50 25-16,-1-1 16,-24 1-1,0-25 1,0 0-1,24 24 17,-24-49-17,-25 25 1,-25-25 109,-24 0-109,24 0-16,-25 0 15,26 0-15,-1 25 16,0-25-16,0 0 15,-24 25-15,24-25 16,-25 0 0,25 49-1,1-49 1,-1 0 15,0 0 0,-25 0 79,75 0 30</inkml:trace>
  <inkml:trace contextRef="#ctx0" brushRef="#br0" timeOffset="20948.854">10765 819 0,'0'-25'16,"-25"25"0,25-25 15,0 50 94,-49 0-125,49-1 15,0 26-15,0 0 16,0-26-16,0 26 16,0-25-16,0 24 15,0-24-15,0 0 16,0 0-16,0 0 16,0-1-16,0 26 15,0-25 1,0 24-1</inkml:trace>
  <inkml:trace contextRef="#ctx0" brushRef="#br0" timeOffset="21445.178">10765 1042 0,'25'0'94,"0"0"-79,24 0-15,26 0 16,24 0-16,-25 0 15,26 0-15,-1 0 16,25 0-16,-50 0 16,1 0-16,-26 0 15,-24 0-15,0 0 16,-75 0 31</inkml:trace>
  <inkml:trace contextRef="#ctx0" brushRef="#br0" timeOffset="22597.206">10120 1017 0,'-24'0'0,"-1"0"15,-25 0 1,25 0 0,0 0-16,-24 0 15,-1 0-15,1 0 16,-1 0-16,-24 0 15,-1 0-15,-24 0 16,25-25-16,-1 25 16,26 0-16,-26 0 15,26 0-15,-1 0 16,25-49-16,0 49 16,1 0-16,-1 0 31</inkml:trace>
  <inkml:trace contextRef="#ctx0" brushRef="#br0" timeOffset="23336.88">9624 322 0,'0'25'78,"0"0"-62,0 0-16,0 24 16,0-24-16,50 0 0,-50 25 31,0-25-16</inkml:trace>
  <inkml:trace contextRef="#ctx0" brushRef="#br0" timeOffset="23762.7">9674 298 0,'-25'-25'31,"25"-25"-15,25 25 15,0 25-15,24 0-1,1 0 1,-50 50 0,0 0-1,0-26-15,-25 26 16,-25-25-1,26-25 1,24 25-16,-25-25 16,0 0 15</inkml:trace>
  <inkml:trace contextRef="#ctx0" brushRef="#br0" timeOffset="24658.748">10765 248 0,'0'25'93,"0"0"-93,0-1 16,0 26-16,-25-25 16,25 49-16,0-24 15,0-25 17</inkml:trace>
  <inkml:trace contextRef="#ctx0" brushRef="#br0" timeOffset="25216.771">10740 273 0,'0'-25'16,"25"25"62,-25 74-62,50-49-16,-50 0 15,49-25-15,-49 50 16,50-50-16,-50 49 15,25-49-15,-25 25 0,49-25 16,-49 25 0,25-25 46,-25-50-46,0 1-1,0 24-15,0 0 16,0 0-16,0-24 16,0 24-16,0 0 15,0-25 1,0 26-16</inkml:trace>
  <inkml:trace contextRef="#ctx0" brushRef="#br0" timeOffset="27764.674">8434 893 0,'0'0'0,"0"-50"16,24 50 93,26-24-93,0 24-16,-1 0 15,1-25-15,-25 25 0,24 0 16,-24 0-16,0 0 16</inkml:trace>
  <inkml:trace contextRef="#ctx0" brushRef="#br0" timeOffset="28075.547">8558 695 0,'0'24'78,"0"1"-62,0 25-16,0-1 15,0 1-15,0 0 0,24-26 16,-24 26-16</inkml:trace>
  <inkml:trace contextRef="#ctx0" brushRef="#br0" timeOffset="29366.133">11733 868 0,'24'0'78,"26"0"-63,-25 0-15,0 0 16,-1 0-16,1 0 16,25 0-1,-75 0 48,0 0-63,0 0 15,1 0-15,-26 0 16,25 0-16,0 0 16,-24 0-1,49 25-15,-25-25 16,50 0 62,24 0-62,1 0-16,0 0 15,-1-25-15,1 25 16,-1 0-16,-24-49 16,0 49-1,-50 0 32,-24 0-31</inkml:trace>
  <inkml:trace contextRef="#ctx0" brushRef="#br0" timeOffset="31843.202">18529 322 0,'0'50'47,"0"0"-47,0-1 16,0 26-16,0 24 15,0-49-15,0 24 0,0-24 16,0-26-16,0 1 16,0 0-1</inkml:trace>
  <inkml:trace contextRef="#ctx0" brushRef="#br0" timeOffset="33014.674">18554 471 0,'0'-25'16,"0"-24"46,0 24-31,0 0 1,0 0-1,25 25 125,0 50-156,-1-25 16,26 24-16,0-24 15,-26-25-15,51 75 16,-50-50-16,-1-25 16,1 49-16,25-49 15,-25 50-15,-1-50 16,-24 49-16,50-49 15,-50 25-15,25-25 16,-25 50-16,25-50 16,-50 0 77,0 25-77,-25-25-16,-24 24 16,0-24-16,-1 50 15,26-50-15,-26 50 16,26-50-16,-1 24 16,25-24-16,-25 0 15,50 25 1,-24-25-1,-26 0 79,75 0-16,0 0-78,-1-25 16</inkml:trace>
  <inkml:trace contextRef="#ctx0" brushRef="#br0" timeOffset="33744.855">19124 397 0,'0'-25'46,"0"75"33,0-26-64,0 26-15,0 0 16,0-1-16,0-24 15,0 25-15,0-1 0,0 1 16,0 0 0,0-26-16,0 1 15,0 25-15,0-25 0,0 24 16,0-24 0,25-25 62</inkml:trace>
  <inkml:trace contextRef="#ctx0" brushRef="#br0" timeOffset="34391.608">19224 744 0,'-25'0'79,"50"0"77,-1 0-141,26 0-15,24 0 16,-24 0 0,24 0-16,1 0 0,-25 0 15,24 0-15,0 0 16,-24 0-16,0 0 16,-1 0-16,-24 0 15,0 0 1,-50 0 46</inkml:trace>
  <inkml:trace contextRef="#ctx0" brushRef="#br0" timeOffset="35365.084">20340 620 0,'49'0'79,"-24"0"-64,25 0-15,-1 0 16,1-49-16,-25 49 0,24 0 15,1 0-15,-25 0 16</inkml:trace>
  <inkml:trace contextRef="#ctx0" brushRef="#br0" timeOffset="35648.959">20538 471 0,'0'0'0,"0"50"62,0 0-46,0-1-16,0 1 15,0-1-15,0-24 16,0 0-16</inkml:trace>
  <inkml:trace contextRef="#ctx0" brushRef="#br0" timeOffset="36828.907">18529 744 0,'0'-25'15,"-25"25"32,0 0-31,-49 0 0,24 0-16,1 0 15,-26 0-15,1 0 16,0 0-16,24 0 15,-24 50-15,-1-50 16,26 0-16,-1 0 16,0 0-16,1 0 15,24 0-15,0 0 16,0 0-16,1 0 16,-1 0-16,-25 0 15</inkml:trace>
  <inkml:trace contextRef="#ctx0" brushRef="#br0" timeOffset="37725.626">17140 521 0,'-25'0'16,"25"-25"46,25 25-30,0 0-32,24-50 0,-24 50 15,0 0-15,0 0 16,-25-24-16,49 24 15,-24 0 1,-50 0 78,1 0-79,-1 0 1</inkml:trace>
  <inkml:trace contextRef="#ctx0" brushRef="#br0" timeOffset="42344.447">7392 3795 0,'-25'0'31,"25"-25"63,0 1-63,50 24-31,-50-50 15,49 50-15,-24 0 16,0 0-16,0 0 16,24 0-16,1 25 15,-1-25-15,26 25 16,-26-25-16,1 0 16,0 49-16,-26-49 15,1 0-15,0 25 0,25-25 16,-25 0-1,-1 0 1,26 0 0,0-25-1,-1-24 1,1 24 0,-1 25-1,1-25-15,0 25 16,-26 0-1,1 0-15,0 0 16,0 0-16,0 0 0,-25 25 16,49-25-16,-49 25 15,50-25 1,-25 0 0,24 0-1,-24 0 1,0-25-1,24 25 1,-24 0-16,0 0 16,0 0-16,24 0 15,-24 0-15,25 0 16,0 0 0,-26 0-1,1 0 1,0 0-1,0 0 17</inkml:trace>
  <inkml:trace contextRef="#ctx0" brushRef="#br0" timeOffset="45081.221">18504 3820 0,'25'-25'63,"25"25"-48,-25-25-15,24 25 16,-24 0-16,0 0 16,0 0-16,-1 0 15,1 0-15,0 0 16,25 0-16,-1 50 15,1 0 1,-1-50 0,-24 0-1,25 0 1,-1 0 0,-49-25-16,50 25 15,-25-25-15,49 25 16,-49 0-1,0 0-15,0 0 16,-1 0-16,26 0 16,0 0-16,-1 25 15,1-25-15,0 0 16,-1 0-16,-24 49 16,0-49-16,0 0 0,24 0 15,1 0 1,-50-24-1,25 24-15,-1 0 16,26-25 0,-25 25-1,24 0 1,26 0 0,-50 0-16,24 0 15,-24 0 16,0 0 48,-25-25-79,0 0 31</inkml:trace>
  <inkml:trace contextRef="#ctx0" brushRef="#br0" timeOffset="51227.855">2753 7367 0,'0'-50'32,"-24"50"-17,-26 0 1,25 25-1,0 0-15,25 0 16,-49 24-16,49-24 16,-50 25-16,50 24 15,0-24-15,0 24 0,0-24 16,25 24-16,-25 1 16,0-1-16,0-24 15,0-1-15,0-24 16,0 25-16,0-1 15,0-24-15,0 0 16,-75-25 0</inkml:trace>
  <inkml:trace contextRef="#ctx0" brushRef="#br0" timeOffset="51445.731">2381 8037 0,'0'0'0,"0"-50"16,25 0-1,25 26 1,-26 24-16,26-25 16,0 25-16,24 0 15,-24-50-15,-1 50 16,1 0-16</inkml:trace>
  <inkml:trace contextRef="#ctx0" brushRef="#br0" timeOffset="51759.556">2977 7813 0,'-25'0'15,"25"25"-15,-50 25 0,50-25 16,-25-1-16,25 1 15,0 0-15,0 25 16,25-50 15,0 0-15,25 0 0,-50-50-16,0 25 15,0 0 1,0 1-16,0-1 15,-25-25-15,-25 1 16</inkml:trace>
  <inkml:trace contextRef="#ctx0" brushRef="#br0" timeOffset="52101.359">3150 7838 0,'25'0'16,"-25"25"-16,0 25 15,50-1-15,-50-24 16,0 0-16,0 0 15,0 0 1,0-50 31,0 0-47,24-25 16,-24 1-1,50-1-15,-50 0 16,25 26-16,-25-1 0,49-25 15,1 50 1</inkml:trace>
  <inkml:trace contextRef="#ctx0" brushRef="#br0" timeOffset="53645.898">3547 7789 0,'0'-25'0,"0"50"63,0-1-63,0 26 16,0 0-16,0-1 15,50-24-15,-50 0 16,0 0-1,24-25 1,1 0 15,-25-50-15,0 0-16,25 26 0,-25-1 16,25 25-1,25 0 1,-26 49-1,1 1 1,0-50 0,-25 25-1,50-25 17,-50-25-32,0 0 15,0-24 1,0-1-16,0 25 0,0 0 15,0 1-15,24 24 63,-24 24-63</inkml:trace>
  <inkml:trace contextRef="#ctx0" brushRef="#br0" timeOffset="54711.324">4242 7813 0,'0'0'16,"-25"-24"-1,0 24 1,0 0-1,25 24 1,-49 26-16,49 0 16,-50-26-16,50 1 15,0 25-15,0-25 16,25-25 15,-25-25-15,49-25-1,-49 25-15,25 1 0,-25-26 16,0 25-16,50 25 47,-50 25-31,0 0-16,0 24 15,49-49 1,-24 0-1,0 0 1,0 0 0,24-74-1,-49 49-15,50 0 0,0-24 16,-26 49-16,1-25 16,25 25-1,-25 0 1,-25 25-16,0 0 15,0 24-15,0-24 16,0 0-16,0 24 16,0 1-1,0-25 1,74-25 15,-49-25-31,0-25 16,24 26-16,1-1 0,0-25 15,-1 25 1,1 1-16,-25 24 0,-25-50 16,-25 75 46,25 0-62,-50-1 16,50 26-16,-25-25 15,25 24 1,0-24 0,50-25-1,-25 0-15,0-25 16,-25 1-16,49-26 16,-49 0-16,0 1 15,0-26-15,0-24 16,0 25-16,0-25 15,0 24-15,0 26 16,-49 24 0,49 74 15,0 26-31,0-1 16,0 25-16,0 1 15,24-26-15,-24-24 16,25-1-16,-25 1 15,50-25-15,-25-25 0</inkml:trace>
  <inkml:trace contextRef="#ctx0" brushRef="#br0" timeOffset="55453.922">7020 7169 0,'0'0'0,"0"-25"32,-50-25-17,50 100 32,0-1-31,0 26-16,0-26 15,0 26-15,0-1 16,0-24-16,0-25 16,0 24-16,0-24 15,0 0 1,0-50 31,0-25-47,50 26 15,-25-26 1,49 50-16,-49 0 16,0 0-1,24 0-15,-49 25 16,0 0-16,0-1 15,0 26 1,-25-50-16,1 50 16,-1-50-16,-25 49 15,1-49-15,24 0 16,0 0-16,0 0 16,0-25-16,25 1 31,50 24-31,-25-25 15</inkml:trace>
  <inkml:trace contextRef="#ctx0" brushRef="#br0" timeOffset="55664.816">7466 7516 0,'0'25'16,"0"-1"0,0 1-16,0 0 15,25 25-15,-25-26 0,0 1 16</inkml:trace>
  <inkml:trace contextRef="#ctx0" brushRef="#br0" timeOffset="55836.703">7491 7367 0,'25'0'46</inkml:trace>
  <inkml:trace contextRef="#ctx0" brushRef="#br0" timeOffset="56443.426">7813 7491 0,'-49'0'47,"-1"50"-32,50-26-15,-25 26 16,25 0-16,0-1 15,25-49 32,-25-25-47,50-24 16,-50 24-16,49 0 16,-49 0-16,25-24 15,-25 74 16,25-25-15,-25 49-16,25-49 31,24 0-31,-24 0 16,0 0-16,25-49 16,-25 49-16,-1-50 15,1 50-15,-25-25 16,50 25-16,-25 0 15,-25 50 1,0-1-16,0 1 16,0 0-1,0-1-15,0-24 0,-25 0 16,0 0 0,0-25-1,0 0 1</inkml:trace>
  <inkml:trace contextRef="#ctx0" brushRef="#br0" timeOffset="56975.206">8409 7541 0,'0'-50'0,"0"100"63,0-26-48,0 1 1,0 0-16,0 25 15</inkml:trace>
  <inkml:trace contextRef="#ctx0" brushRef="#br0" timeOffset="57155.125">8434 7317 0,'0'25'47</inkml:trace>
  <inkml:trace contextRef="#ctx0" brushRef="#br0" timeOffset="57844.733">8533 7441 0,'25'75'15,"-25"-26"-15,0-24 0,0 25 16,0-1-1,0-98 48,24-1-47,-24 1-16,50 24 15,-25 25 1,24 0-1,-49 25 1,25-1 0,-25 1-16,25-25 15,25 0 1,-26 0-16,1-25 16,25 1-1,-25-1-15,-25 0 0,49-25 16,-49 1-16,25-1 15,-25 1-15,0 73 47,-25 26-47,-24 0 16,49-1-16,-50 1 16,50-1-16,25-49 46,-25-24-46,49 24 16,-49-50-16,25 50 16,-25 50 15,0 49-15,0 0-16,0 0 15,-49 0-15,-1-24 16,50-25-16,-50-26 15,1-24-15,-26 50 16,26-50-16</inkml:trace>
  <inkml:trace contextRef="#ctx0" brushRef="#br0" timeOffset="58791.412">9798 7640 0,'49'0'78,"26"-25"-62,24 25-16,0 0 16,1-50-16,-26 50 15,0 0-15,-24 0 16,-25 0 0</inkml:trace>
  <inkml:trace contextRef="#ctx0" brushRef="#br0" timeOffset="59000.341">10393 7342 0,'0'0'0,"25"0"0,0 0 16,0 0-16,-25 25 15,49 25-15,-49 24 16,0 0-16,-49 1 16,24-1-16,0-24 15,-25-1-15</inkml:trace>
  <inkml:trace contextRef="#ctx0" brushRef="#br0" timeOffset="59750.071">11311 7516 0,'0'-25'15,"0"0"1,-25 25-1,-24 0-15,24 0 16,0 0-16,0 25 16,0 0-16,-24 24 15,49-24-15,-25 0 16,25 0-16,0 0 16,0-1-16,0 26 15,74 0 1,-49-50-16,0 0 15,25 0-15,-26 0 16,1 0-16,0 0 16,0 0-16,24 0 0</inkml:trace>
  <inkml:trace contextRef="#ctx0" brushRef="#br0" timeOffset="60192.843">11460 7491 0,'0'0'0,"0"25"63,0 0-63,0-1 15,0 1 1,0 0-16,49-25 0,-49 50 15,25-50 1,-25 24-16,25-24 16,0 0-1,24 0 1,-49-49-16,50 49 16,-50-50-16,25 1 15,-25 24-15,0 0 16,0-25-1,0 75 17,0 25-17,0-25-15,0-1 16,25 1-16,24 0 16,-24-25-1,0 0 1</inkml:trace>
  <inkml:trace contextRef="#ctx0" brushRef="#br0" timeOffset="60528.651">11857 7392 0,'0'-25'16,"49"25"-1,-49 50-15,25-26 16,-25 1-16,25 25 16,-25-25-16,0 24 15,0-24 1,0-75 46,0 26-62,0-26 16,25 0-16,-25 26 16,49 24-16,-49-50 15,25 50-15,-25-50 16,50 50-16,-50-24 0</inkml:trace>
  <inkml:trace contextRef="#ctx0" brushRef="#br0" timeOffset="61100.382">12154 7268 0,'25'0'32,"-25"74"-32,0-49 15,50 0-15,-50 0 16,25 24-16,-25-24 16,0 0-16,0 24 15,0-24 1,0-50 46,0-24-62,0 24 16,24-25-16,-24 1 16,50-1-16,-25 1 15,24 49 1,1 0-1,0 49 1,-1 1-16,1-25 16,-1-25-1,-24 0 1,0 0 0,-25-25-1,0 0-15,0-49 31,0 24-31,0 25 0,0 0 16,-50 25 0,-24 50-1,74 0 1,-25-1-16,25 1 16,0-25-16,0-1 15,0 26-15,25-25 16,0-25-16,0 25 0,-1-25 15,26 0 1,-25 0-16,24 0 0</inkml:trace>
  <inkml:trace contextRef="#ctx0" brushRef="#br0" timeOffset="61709.062">12874 7218 0,'0'25'31,"49"25"-31,-49-26 0,0 1 16,0 0-1,0 25-15,0-26 32,25-48 14,-25-1-30,25-25-16,-25 1 16,49-1-16,1 25 15,0 25 1,-50 50 0,24-25-16,-24-1 15,25 1-15,-25 25 16,25-25-16,25-1 15,-1-24 1,1 0 0,-50-24-16,50-26 15,-50 0-15,0-49 16,24 0-16,-24 0 16,0 49-16,0-24 15,0 24-15,0 25 16,0 75 31,0 0-47,0 24 15,0 25-15,0 25 16,25-25-16,-25-49 16,0 0-16,0-26 15,25 26-15</inkml:trace>
  <inkml:trace contextRef="#ctx0" brushRef="#br0" timeOffset="61897.952">13320 7119 0,'0'0'0,"25"-25"15,0 25-15,0 0 16,-1-25 0,26 25-16,0 0 0,-50-24 15,24 24-15,26 0 16,-25-50-16</inkml:trace>
  <inkml:trace contextRef="#ctx0" brushRef="#br0" timeOffset="62815.557">14833 7020 0,'0'0'0,"0"-25"0,0 75 63,0-1-48,0 26-15,0 24 16,0-25-16,0 1 15,0-1-15,0-24 0,0-1 16,50 1 0,-50-25-16,49-25 0,-49 24 15,50-24-15,0 0 16,-26 0 0,-24-24-1,0-26-15,0 25 16,0-24-16,-49-26 15,-1 26-15,-24 24 16,24 0-16,-24 25 16,24-50-16,25 50 15,100 0 32,-26 0-47,51-24 16,-26-26-16,0 25 15,-24-24-15,0 24 16,-1-25-16,-24 25 16,-25 1-1,50-51-15,-50 50 0,0-24 16,0-1-16,0 25 16,-25-24-1,25 73 32,0 26-47,0 0 16,0-1-16,0 1 15,0 0-15,0-1 16,0 1 0,0-1-16,0 1 15,0-25 1</inkml:trace>
  <inkml:trace contextRef="#ctx0" brushRef="#br0" timeOffset="63156.366">15478 7020 0,'0'25'46,"0"-1"-30,-25 26-16,25 0 0,0-1 16,0-24-1,0 25-15,25-26 16,25-24 0,-1 0-1,1 0 1,-50-74-16,0 49 15,0 0-15,0-24 0,0-1 16,0 25 0,-25 25-16,25-49 0,-49 49 15,-1 0 1</inkml:trace>
  <inkml:trace contextRef="#ctx0" brushRef="#br0" timeOffset="63909">15776 7020 0,'0'25'31,"0"-1"-31,0 26 16,0-25-16,0 0 15,0-1-15,0 1 16,25-25 15,-1 0-15,-24-25-16,50-24 16,-50 24-16,0 0 15,25 25 1,0 0 15,-25 50-15,49-50-16,-24 0 15,0 0-15,0 0 16,24 0 0,-49-25-16,50 25 0,-50-50 15,0-24 1,0 49-16,0 0 15,0 1-15,49 24 63,1 0-47,0 0-16,-26 0 0,26 0 15,0-50 1,-1 50-16,-73 25 47,-26 0-32,50-1 1,0 1 0,0 25-1,25-50 1,0 49-16,-1 1 15,-24-25 1,-24 0 0,-1-25-16,0 24 15,-25-24-15,1 0 16,-26 0-16,1 0 16</inkml:trace>
  <inkml:trace contextRef="#ctx0" brushRef="#br0" timeOffset="66202.198">11881 8434 0,'0'-25'15,"0"-25"1,0 1-1,50 49-15,-25-50 0,24 50 16,26 0-16,-1 0 16,50 0-16,0 0 15,-24 25-15,-1 24 16,0-24-16,-25-25 16,1 50-16,-1-50 15,-24 0-15,24 0 16,-24-25-16,-1 0 15,1 0-15,-25-24 16,25-1-16,-50 25 16,49-49-16,-49 49 0,0-24 15,0-1 1,0 25-16,0 50 47,0 0-32,0 24-15,50-49 16,-25 50-16,24-50 16,50 0-16,1 0 15,48 0-15,51-25 16,-26 25-16,-24-49 16,25 49-16,0-50 15,-26 50-15,249-124 16,-223 74-1,-25 25-15,0-24 16,-1-1-16,-24 50 16,0-49-16,-74 49 0,24-50 15,1 50 1,-26 0-16,1-25 0,-25 25 16,0 0-16,0-49 15,24 49-15,-24 0 16,25 0-1,-50-25 1,49 25-16,-24 0 16,-50 0 62,-24 0-78,-1 0 15</inkml:trace>
  <inkml:trace contextRef="#ctx0" brushRef="#br0" timeOffset="69769.029">12948 9277 0,'-25'0'16,"25"-50"-16,-25 50 15,25-24 1,-24 24-16,-1 0 31,-25 0-15,50 49-16,-25 1 15,25-25-15,0-1 16,0 1-16,0 0 16,0 0-16,0 24 15,25-49 1,0 0-1,25 0-15,-1-24 16,-49-1 0,50 0-16,-50 0 15,0-24 1,25-1-16,-25-24 0,0-1 16,0 26-16,0-1 15,0-25-15,0 26 16,-50-1-16,50 25 15,0 50 48,0 25-63,0-1 16,0 1-16,25 25 15,-25-1-15,0 0 16,25-24-16,-25 0 15,0-1-15,49 1 16,-49-25-16,25-1 16,0-24 15</inkml:trace>
  <inkml:trace contextRef="#ctx0" brushRef="#br0" timeOffset="70563.613">13246 9426 0,'25'0'79,"24"-50"-48,-49 25-31,25 1 0,-25-26 15,50 0-15,-50 1 16,0-1-16,0 25 16,-25 25 15,0 0-15,0 25-1,25 25 1,0-1-1,0-24-15,25-25 16,25 0 0,-26 0-16,1 0 15,0 0-15,0 0 16,-25 50 15,0-25-15,0-1-16,0 1 15,0 25 1,49-50 31,1 0-47,-25-25 0,0-25 16,-1 26-16,-24-1 15,50 0-15,-50-25 16,0 26-16,50 24 15,-50 49 17,0-24-17,0 0-15,0 0 16,24-25-16,-24 24 16,25-24-1</inkml:trace>
  <inkml:trace contextRef="#ctx0" brushRef="#br0" timeOffset="70750.514">13767 8979 0,'0'0'15,"-25"0"1,25 50 46</inkml:trace>
  <inkml:trace contextRef="#ctx0" brushRef="#br0" timeOffset="71320.213">13990 9079 0,'0'49'31,"0"-24"-15,0 25-1,0-1 1,25 1-16,-25-1 0,0 1 16,0 0-16,0-1 15,0 1 1,0-1-16,24 1 0,-24-25 16,0 0-1,50 24-15,-25-24 16,0-25-1,-1 0 1,-24-25 0,50 0-16,-50-24 15,0 24-15,0 0 16,0 0-16,0 1 0,-25-26 16,0 25-1,1 0-15,-1 25 16,-25-24-16,1 24 0,24 0 15,25-50 1,49 50 31,-24 0-31,0 0-16,0-25 15,24 0 1,-24-24-16</inkml:trace>
  <inkml:trace contextRef="#ctx0" brushRef="#br0" timeOffset="71592.104">14188 8930 0,'0'0'0,"0"49"62,0-24-62,0 25 16,0-1-16,50 1 16,-50 24-16,0-49 15,0 25-15,0-1 16,0-24-16,25-25 0,-25 50 15</inkml:trace>
  <inkml:trace contextRef="#ctx0" brushRef="#br0" timeOffset="71834.969">14163 9277 0,'0'-25'0,"0"0"31,25 25-31,25-24 16,24-26-1,-24 50 1,-50-25-1,25 25-15</inkml:trace>
  <inkml:trace contextRef="#ctx0" brushRef="#br0" timeOffset="72130.798">14436 8855 0,'0'0'15,"0"-25"1,0 75 47,50 0-63,-50-1 15,25 26-15,-25-26 16,0 1-16,0 0 15,0-1-15,25 1 0,-25-25 16,0-1 0</inkml:trace>
  <inkml:trace contextRef="#ctx0" brushRef="#br0" timeOffset="72328.742">14387 9178 0,'0'-25'16,"25"25"0,49-50-16,-49 50 15,0-24-15,-1 24 16,1 0-16,25-25 15</inkml:trace>
  <inkml:trace contextRef="#ctx0" brushRef="#br0" timeOffset="74759.646">14461 8979 0,'0'-25'16</inkml:trace>
  <inkml:trace contextRef="#ctx0" brushRef="#br0" timeOffset="75326.402">14486 8979 0,'0'25'62,"0"25"-31,0-1-15,0-24-16,0 0 16,25 25-16,-25-26 15,0 1-15,0 25 16,49-25-1,-49-1 1,0 1 15,25-25-15,0 0 0,0-25-1,24-24-15,-24-1 16,0 1-16,49-51 15,1 1-15,49 0 16,-25-25-16,-25 49 16,-24 26-16,0 24 15,-1-25-15,-24 50 16</inkml:trace>
  <inkml:trace contextRef="#ctx0" brushRef="#br0" timeOffset="80906.959">1860 3671 0,'25'50'110,"25"-50"-79,24 0-16,1 0-15,-1-50 0,50-49 16,50 0-16,-26-1 16,1 26-16,-49 0 15,-26 49 1,-49 25-16,0 0 16</inkml:trace>
  <inkml:trace contextRef="#ctx0" brushRef="#br0" timeOffset="81940.468">2009 5283 0,'25'25'94,"0"-25"-79,49-25 1,1-24-16,49-50 16,0-1-16,24 26 15,-48 0-15,-26 74 16,-24-25-16</inkml:trace>
  <inkml:trace contextRef="#ctx0" brushRef="#br0" timeOffset="85264.527">17487 6524 0,'0'-50'16,"0"75"31,0 74-32,0 25-15,0 25 16,-25 49-16,25 75 16,0 25-16,0-25 15,-49-25-15,49-25 16,0 0-16,0-74 15,25 0-15,-25-50 16,49 0-16,-49-49 16,25-25-16,0 0 15</inkml:trace>
  <inkml:trace contextRef="#ctx0" brushRef="#br0" timeOffset="86249.247">18901 6796 0,'0'-24'16,"-25"24"-16,25 24 63,0 26-48,0 25 1,0-26-16,-24 26 0,24-51 15,0 26-15,0 0 16,0-26-16,0 26 16</inkml:trace>
  <inkml:trace contextRef="#ctx0" brushRef="#br0" timeOffset="86777.985">18827 6846 0,'0'0'0,"0"-25"0,0 0 15,0 1-15,0-26 16,49 25-16,-24 0 15,0 25-15,25-49 16,-26 49-16,1 0 16,25 0-1,-50 25-15,25-1 16,-25 1-16,0 0 16,0 0-16,0 24 15,0-24-15,0 0 16,-50-25-16,50 50 15,-50-50-15,50 25 0,-49-25 16,24 24 0,0-24-1,25 25 63,0 25-78,0-25 16,50-1-16,-50 1 16,49 25-16,-24-25 0,50-1 31,-51-24-31</inkml:trace>
  <inkml:trace contextRef="#ctx0" brushRef="#br0" timeOffset="87246.753">19323 7069 0,'25'0'47,"-1"0"-32,-24-24-15,50 24 16,-50-25-16,0-25 16,0 25-1,0 1-15,0-26 16,-25 50 15,0 0-15,1 25-1,24 0-15,-25-1 16,25 26-16,0-25 0,0 24 16,0-24-16,0 25 15,0-25 1,49-25-1,1 0-15,-25 0 16,0 0-16,-1 0 16,1 0-16</inkml:trace>
  <inkml:trace contextRef="#ctx0" brushRef="#br0" timeOffset="87591.55">19645 6821 0,'50'25'47,"-50"0"-47,0 0 0,0 24 16,25-24-16,-25 0 15,0 25-15,0-26 16,25-24 15,-1-24 0,-24-1-31,50-25 16,-50 1 0,25-1-16,-25 0 15,49 50-15,-49-25 0,25 25 16</inkml:trace>
  <inkml:trace contextRef="#ctx0" brushRef="#br0" timeOffset="87982.356">20017 6921 0,'0'0'0,"25"0"16,0 0 0,25 0-1,-26 0 1,26-25 0,-25-25-1,-25 25 1,0-24-1,-50 49 17,25 0-32,-24 24 15,49 26-15,-50-25 0,50 0 16,0 0-16,0-1 16,0 26-16,25 0 15,0-50 1,0 0-16,-1 0 15,26 0-15,-25 0 16,0 0-16,-25-25 16</inkml:trace>
  <inkml:trace contextRef="#ctx0" brushRef="#br0" timeOffset="88546.058">20315 6796 0,'-25'75'16,"50"-150"-16,-25 100 15,0 0-15,25 0 16,-25 0-16,0 24 16,0-24-16,0 0 15,0 25 1,0-75 46,25 0-62,-25-25 16,49 1-16,-49 24 16,50 0-16,-25 25 0,-1-50 15,1 50 1,25 0-16,-25 0 0,-1 0 16,26 0-1,-25 0-15,-25 25 47,-25 25-47,0-25 16,25 0-16,-49-25 15,49 49-15,0-24 16,0 0 0,24-25-1,1 0 1,0 49-16,0-49 0,-25 25 31,-25 0 0,0-25-31,-24 0 16,24 0 0,25-25-1</inkml:trace>
  <inkml:trace contextRef="#ctx0" brushRef="#br0" timeOffset="88906.925">20985 7020 0,'0'0'0,"25"0"15,-1 0 1,26-25-1,-25-25 1,-25-24 0,49 49-1,-49 0-15,-24-24 16,-26 49 0,25 0-1,-24 49-15,24 1 0,-25 0 16,50-26-16,-25 51 15,25-50-15,0 24 16,0-24-16,25-25 16,0 25-16,0-25 15,24 0-15,26 0 16,-1 0-16,25-25 16</inkml:trace>
  <inkml:trace contextRef="#ctx0" brushRef="#br0" timeOffset="89599.592">22374 6424 0,'0'-49'31,"0"24"-31,0 75 63,0-1-63,0 1 16,0 49-16,0 0 15,0-24-15,0-1 16,0-24-16,0-25 15,0-1 1,0-48 31,0-1-31,0 0-16,25 0 0,24 25 15,1 0 1,-1 25-1,-49 0 1,0 0-16,0-1 16,0 1-16,0 0 15,-24-25-15,24 50 16,-50-50-16,25 0 16,0 0-16,1 0 15,-26 0-15,25 0 16,25-25-16,-25 25 15,25-25-15,0-25 16</inkml:trace>
  <inkml:trace contextRef="#ctx0" brushRef="#br0" timeOffset="89803.458">22771 6772 0,'0'0'0,"0"49"32,0-24-17,0 0-15,0 0 16,0 0-16,0 24 0,0-24 31</inkml:trace>
  <inkml:trace contextRef="#ctx0" brushRef="#br0" timeOffset="89990.971">22721 6524 0,'0'0'0,"25"0"47,-25 49-31,0-24-16</inkml:trace>
  <inkml:trace contextRef="#ctx0" brushRef="#br0" timeOffset="90651.617">23019 6772 0,'0'-25'32,"-25"50"-1,0-1-16,0 26-15,-24 25 16,24-26-16,25 1 16,0-25-16,0-1 15,25-24 17,0-24-17,24-1-15,-24-25 16,0 25-16,-25-24 15,25-1-15,-25 25 16,0 75 15,0-25-31,0 0 16,0-1-16,0 26 16,49-50-1,-24 0 1,0 0-1,24 0 1,-24-50 0,0 26-16,25-26 0,-26 25 15,1 25-15,0 0 16,25 0 0,-1 0-1,-49 50-15,0-25 0,0 24 16,0 1-16,0-25 15,0-1-15,-25-24 16,25 50-16,-24-50 16,-1 0-1,25-74 17</inkml:trace>
  <inkml:trace contextRef="#ctx0" brushRef="#br0" timeOffset="90830.514">23639 6846 0,'25'0'15,"-25"25"1,0 0-16,0 0 16,0-1-16,0 26 15,0-25 1</inkml:trace>
  <inkml:trace contextRef="#ctx0" brushRef="#br0" timeOffset="90991.422">23738 6598 0,'0'-25'31,"0"50"1</inkml:trace>
  <inkml:trace contextRef="#ctx0" brushRef="#br0" timeOffset="91577.087">23887 6821 0,'0'0'0,"0"50"0,0-25 16,0 24-16,-25-24 15,25 0-15,0 25 16,0-26 15,0-48 0,25-1-31,25 0 16,-26-25-16,1 1 0,-25-1 16,50 50-1,-25 50 1,-25-25 0,24 24-1,51-49 1,-50 0-16,-1 0 15,1 0-15,25 0 16,-25-25-16,-25 1 16,24-26-16,-24 0 15,0 25-15,0-24 16,-24-1 0,-26 75-1,0 25-15,50-1 16,-24 1-16,24 0 15,0-26-15,0 26 16,49-25-16,1 0 0,-25 24 16,-1-24-16,-24 0 15,0 24 1,-24 1 0,-26-50-16,0 25 15,-49-25-15,-25 0 16,-50 0-16,-24 0 15</inkml:trace>
  <inkml:trace contextRef="#ctx0" brushRef="#br0" timeOffset="92542.728">25251 6846 0,'25'0'31,"74"0"-15,0 0-16,-24 0 16,49 0-16,-25-50 15,-25 50-15,1 0 16,-25 0-16,-1-24 16</inkml:trace>
  <inkml:trace contextRef="#ctx0" brushRef="#br0" timeOffset="92749.611">25946 6548 0,'49'0'15,"-24"0"-15,25 0 16,-50 50-16,25 24 15,-25 1-15,0 24 16,-25 0-16,-25 1 0,1-26 16,24-24-1</inkml:trace>
  <inkml:trace contextRef="#ctx0" brushRef="#br0" timeOffset="93132.39">27409 6474 0,'0'0'0,"0"-25"0,25 75 78,0-25-62,24 49-16,-24-24 15,0-1-15,25 1 16,-26-1-16,1-24 16,25 0-16,-25 0 15</inkml:trace>
  <inkml:trace contextRef="#ctx0" brushRef="#br0" timeOffset="93343.269">27781 6524 0,'0'-25'16,"-74"74"0,24 1-1,1 24-15,-26 50 16,26-24-16,-51-1 0,26-25 15,0 26-15,24-51 16</inkml:trace>
  <inkml:trace contextRef="#ctx0" brushRef="#br0" timeOffset="94834.777">28625 6722 0,'0'-50'16,"0"26"0,-25 24 15,-25 0-16,25 24-15,-24 1 16,49 0-16,-25 0 16,25 0-16,0 24 15,0-24-15,50 25 16,-26-50 0,1 0-16,25 0 15,-1 0-15,1 0 16,0-25-16,-26 0 15,1 0-15,-25 0 0</inkml:trace>
  <inkml:trace contextRef="#ctx0" brushRef="#br0" timeOffset="95592.957">28897 6548 0,'0'-74'0,"0"148"16,0-222-16,0 123 16,0 0-16,0 0 15,0 50 32,0 25-47,0-1 16,0 26-16,0 24 0,0-50 15,0 1 1,0-25-16,0 0 0,0-1 16,0 1 265,25-25-266,0 0 1,0 0 0,24-49-1,1-1 1,-50 25 0,0 0-1,0-24-15,25 24 0,-25 0 16,0 0-1,0 75 48,0-25-63,0 24 16,0-24-16,0 0 15,0 0-15,0 24 16,25-49-16,0 25 15</inkml:trace>
  <inkml:trace contextRef="#ctx0" brushRef="#br0" timeOffset="96447.465">29294 6524 0,'0'-50'32,"0"75"-32,50 0 15,-50-1 1,25 26-16,-25-25 16,0 0-16,25 24 15,-25-24 1,0-50 46,0 0-62,0-24 16,0-1-16,49 1 16,-49 24-16,50 25 0,-50-50 15,49 50-15,-24 0 16,25 0 15,-25 25-15,-25 25-16,24-1 15,-24 1-15,0-25 16,50-1-16,-50 26 16,0-25 15,-25-25 0,25-25-15,0 0-16,0-24 15,0-1-15,25 0 0,-25 1 16,50 49-16,-50-50 16,49 50-16,1 0 15,-1 0 1,1 50-1,0-25 1,-1-25 0,1 0-1,-25 0 1,24 0-16,-24-50 16,-25 25-1,0-24-15,0 24 16,0 0-1,-25 25-15,-24 0 16,-1 50-16,50-1 16,-25 1-16,25-1 15,0 1-15,0 0 16,0-26-16,0 26 16,25-50-1,25 0-15,-26 0 16,1-25-16,0-24 15</inkml:trace>
  <inkml:trace contextRef="#ctx0" brushRef="#br0" timeOffset="96982.185">30336 6400 0,'0'24'32,"0"1"-17,0 0-15,0 25 16,0-26-1,50-24 32,-25-24-31,-25-26 0,49 25-16,1 25 15,-25 0 1,-1 25-1,-24 25 1,0-26-16,25 26 0,25-25 16,-25-25-1,-1 0-15,1 0 16,0-25-16,25-25 16,-1 1-16,-49-1 15,50-49-15,-50 0 16,25 24-16,-25-24 15,0 50-15,0-1 16,0 25 0,0 75-1,0 24 1,0 25-16,0 25 16,0-24-16,0-26 15,0 0-15,0-24 16,0-25-16</inkml:trace>
  <inkml:trace contextRef="#ctx0" brushRef="#br0" timeOffset="97162.085">30783 6350 0,'24'-25'31,"1"25"-31,25 0 16,-1-49-16,1 49 15,-25 0-15,0 0 32</inkml:trace>
  <inkml:trace contextRef="#ctx0" brushRef="#br0" timeOffset="97745.774">31601 6300 0,'0'-24'47,"25"-51"-31,0 50-1,24 1-15,-24-1 16,-25-25-16,50 1 16,-50-1-16,0 25 15,0-24-15,0-1 16,0 25-1,-25 25-15,-25 0 16,26 0 0,24 50-16,-50-1 0,50 1 15,0 0-15,0 24 16,0-24-16,0 24 16,0 25-16,25-24 15,-25-26-15,25 26 16,-25-1-16,0-24 15,0-26-15,0 1 16,0 0 0</inkml:trace>
  <inkml:trace contextRef="#ctx0" brushRef="#br0" timeOffset="97935.67">31452 6499 0,'0'-25'31,"75"25"-31,-26 0 16,1-25-16,0 25 16,24-25-16,25-24 15,0-1-15,-24 25 16</inkml:trace>
  <inkml:trace contextRef="#ctx0" brushRef="#br0" timeOffset="98158.538">32221 6052 0,'0'50'31,"0"0"-16,0-1-15,0 1 16,-25 24-16,25 1 16,0-26-16,0-24 15,0 0-15,0 24 16</inkml:trace>
  <inkml:trace contextRef="#ctx0" brushRef="#br0" timeOffset="98504.353">32395 6325 0,'0'25'47,"0"0"-47,0 0 15,-50-1-15,50 26 16,0-25 0,50-25-1,0 0-15,-26 0 16,1 0 0,-25-25-16,0-25 15,0 26 1,0-1-16,-49 0 15,24 25-15,25-50 16,-50 50-16,25 0 31</inkml:trace>
  <inkml:trace contextRef="#ctx0" brushRef="#br0" timeOffset="98945.11">32618 6226 0,'0'25'31,"0"24"-31,0-24 16,0 0-16,0 0 16,50-25 30,-1-25-30,-24 25 0,-25-25-16,25 25 47,0 25-47,24-25 15,-24 0 1,25 0-16,-1 0 15,-24 0 1,-25-50 0,0 26-16,0-1 15,0-25-15,0 1 16,0 24-16,-25 0 16,-49 25-16,49-50 15,-24 50 1,-26 25-16,1-25 0</inkml:trace>
  <inkml:trace contextRef="#ctx0" brushRef="#br0" timeOffset="104660.904">27012 8483 0,'-25'0'46,"-24"0"-30,-1 0 0,1 50-1,-1-1 1,50-24-16,0 0 16,0 25-1,0-1 1,25-49-1,24 0 1,-24 0-16,25-25 16,-25 1-16,-25-1 15,49-25-15,-49 1 16,25-1-16,-25-24 16,0-26-16,0 26 15,0 0-15,0-1 16,0 26-16,0-1 15,0 25-15,0 0 16,0 75 47,0 24-48,0 1-15,0 24 16,0 0-16,0-49 15,0 24-15,0-24 0,0-1 16,0-24-16,0 0 16,0 0-1,25-25-15,25 0 32</inkml:trace>
  <inkml:trace contextRef="#ctx0" brushRef="#br0" timeOffset="104842.818">27211 8533 0,'0'-50'32,"0"125"-32,0-100 0,0 0 15,0 75 1,0-26 0,0 1-16,0 0 0,0 0 15</inkml:trace>
  <inkml:trace contextRef="#ctx0" brushRef="#br0" timeOffset="105007.239">27260 8310 0,'0'-25'15,"0"50"32</inkml:trace>
  <inkml:trace contextRef="#ctx0" brushRef="#br0" timeOffset="106458.523">27508 8359 0,'0'50'31,"0"-25"-15,0-1-16,0 1 15,0 25-15,0-1 16,0 26-16,0-26 15,0 26-15,-49-26 16,49 1-16,0 0 16,0-1-16,0 1 15,25-25-15,-25 0 16,24-25-16,-24 49 16,50-49-16,0 0 15,-26 0 1,26 0-16,0 0 15,-50-49 1,24 24-16,-24-25 16,0 25-16,-24 0 15,-1 1-15,-25-26 16,1 25 0,-1 25-16,25-25 0,0 25 15,-24-49 1,49 24 15,0 0-15,49-49-1,-24 49-15,0 0 16,25 25 0,-1-49-16,1 49 0,-25-50 15,-1 50-15,-24-50 16,50 50-16,-50-24 15,25 24 1,-25-25-16,0 74 109,0-24-109,0 0 16,0 25-16,0-1 16,-25 1-16,25-1 15,0 1-15,0-25 16,0 24-16,0-24 16,0 25-16,0-25 15,0-1-15,0 1 16,25-25-16,-25 50 15,49-50-15,-24 0 16,25 0 0,-1 0-16,-24-50 15,-25 25-15,25 1 16,-25-26-16,0 0 16,0 1-16,-25-1 15,-24 25-15,-1 25 16,0-49-16,1 49 15,-1 0-15,1 0 16,24 0-16,50-50 63,-1 50-48,26-25-15,0 25 16,-1-49-1,1 49-15,-25-50 0,-1 50 16,1-49-16,25 49 16,-50-25-16,25 25 15,-25 25 48,0 24-48,0 1-15,0-1 16,0-24-16,49 0 16,-24-25-1,0 0 1,25 0 0,-50-25-16,49-24 15,-49 24-15,25 0 16,-25 0-16,0 0 15,0 1 1,0 73 31,0-24-47,0 0 16,0 0-16,0-1 15,50 26 1,-26-50-1</inkml:trace>
  <inkml:trace contextRef="#ctx0" brushRef="#br0" timeOffset="106924.323">28649 8359 0,'0'-25'15,"-24"25"32,-1 50-31,25-25-16,-50 0 15,50 24 1,0-24 0,50-25-1,-25 0 1,-1 0 0,1 0-16,0 0 15,0 0 1,-25 25-16,0 24 15,0-24 1,-25-25 0,0 25-16,-24-25 15,24 0-15,0 0 16,-25 0 0</inkml:trace>
  <inkml:trace contextRef="#ctx0" brushRef="#br0" timeOffset="107396.618">28873 8483 0,'24'0'32,"1"0"-1,25 0-31,-25 0 16,-25-25-1,24 25 1,-24-24-1,0-26-15,-24 0 16,-26 50 0,0 0-1,1 50 1,49-25 0,-25 0-16,25-1 15,0 1-15,0 25 16,0-25-16,25-25 15,0 49-15,-1-49 16,1 0-16,25 0 0,-25 0 16,24 0-16,1 0 15,-25 0 1</inkml:trace>
  <inkml:trace contextRef="#ctx0" brushRef="#br0" timeOffset="110333.043">28947 8210 0,'0'-24'78,"-25"24"-62,25-25-16,-49 25 15,24-50-15,0 50 0,-25-25 16,26 25 0,-26-24-16,0 24 0,1-50 15,-1 50-15,1 0 16,-26-25-16,1 25 16,24 0-16,1 0 15,-26-25-15,1 25 16,-1 0-16,26 0 15,-1 0-15,0-49 16,1 49-16,-1 0 16,-24 0-16,24 0 15,1 0-15,-1 0 16,0 0-16,26 0 16,-26 0-16,25 0 0,0 0 15,1 0 1,-1-25-16,-25 25 0,25 0 15,1 0-15,-26 0 16,25 0 0,0 0-16,1 0 15,-1 0-15,0 0 16,-25 0-16,1 0 16,-1 0-16,0 49 15,26-49-15,-1 25 16,-25-25-16,50 25 15,-49-25 1,49 25-16,-50-25 0,50 25 16,-25-25-1,25 74-15,-49-49 0,24 25 16,-25-1-16,50 1 16,-25-1-16,25-24 15,0 0-15,-24 0 16,24 0-16,0 24 15,0 1-15,0-1 16,0 26-16,0-1 16,0-24-16,0 24 15,24 1-15,-24-26 16,25 1-16,25 0 16,-25-1-16,-1-24 15,26 0-15,0 24 0,-1-24 16,1-25-16,24 50 15,50-1-15,0-49 16,25 50-16,0-50 16,25 0-16,-1 0 15,-24 0-15,0 0 16,0 0-16,-25 0 16,0-50-16,0 50 15,0-49-15,-25 49 16,0-50-16,-24 50 15,24-49-15,-25-1 16,1 50-16,-26-50 0,1 50 16,-25-49-16,0 49 15,24-75-15,-24 50 16,0 1-16,0-26 16,24 25-16,-24-24 15,0-1-15,24 0 16,-49 1-1,50-1-15,-50 1 0,25-1 16,-25 0-16,0 1 16,0-1-16,0 1 15,0-1-15,-25 0 16,25 1-16,-50 24 16,-24 0-1,24 25-15,1 0 16,-26 0-16,1 0 0,-25 0 15</inkml:trace>
  <inkml:trace contextRef="#ctx0" brushRef="#br0" timeOffset="118046.395">843 3696 0,'0'-25'16,"0"100"93,0-51-109,0 26 0,0-25 16,50 0-16,-50-1 16,25 1-16,24 25 15,-24-50 1,25 0-16,49-50 16,75-49-16,49-75 15,25-74-15,74-25 16,75 1-16,-149 73 15,-24 75-15,-100 25 16,-25 49-16,-50 25 16,1 25-16,-25 0 31,-75 0 469</inkml:trace>
</inkml:ink>
</file>

<file path=ppt/ink/ink1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48:11.666"/>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28699 1563 0,'0'-25'32,"0"-25"-1,-25 50-15,25-25-16,-49 25 15,-1-24 1,25 24-16,0 0 15,1-25-15,-1 25 16,-25 0-16,25 0 16,-24 0-1,24 0-15,-25 0 0,26 25 16,-1-25-16,-25 49 16,25 1-16,1-25 15,-1-1-15,-25 26 16,50-25-16,-25 0 15,25 0-15,-25 24 16,25 1-16,0-1 16,0 1-16,0 0 15,0-1-15,0 1 16,0-25-16,25-1 0,-25 1 16,75 25-1,-50-50-15,-1 49 0,26-49 16,-25 0-16,24 0 15,1 25-15,0-25 16,-1 0 0,1-25-16,-25 25 0,-1-49 15,26 49-15,-25-50 16,0 25-16,24-24 16,-49-1-16,25-24 15,-25-1-15,0 26 16,0-1-16,0 1 15,0-1-15,-25 50 16,-49-25-16,-1 25 16,-24 0-16,25 0 0</inkml:trace>
  <inkml:trace contextRef="#ctx0" brushRef="#br0" timeOffset="2745.054">5333 2307 0,'-25'-75'16,"0"75"-16,1-49 16,-1 49-16,0 0 15,-25-25-15,1 25 16,-1 0-16,1 0 15,-1 0-15,25 0 16,0 0-16,-24 0 16,24 0-16,0 0 15,-25 0-15,1 50 16,24-1-16,0-24 16,25 0-16,-74 24 15,74 1-15,-25 0 0,25 24 16,0-24-1,-25-1-15,25 1 0,0 0 16,0-1-16,0 26 16,0-26-16,0 1 15,50-25-15,-25 24 16,24 1-16,1-50 16,-1 49-16,1-49 15,0 0-15,-25 0 16,49 0-16,0 0 15,1 0-15,-1-49 16,-24 49-16,24-75 16,-24 51-16,-1-1 15,-24 0-15,0-25 16,-25 1-16,25-1 16,-25 1-16,0-1 0,0 0 15,0-24-15,-25-1 16,-49 26-16,24-1 15,-24 1-15,24 49 16,-24-25-16,-26 25 16,26 0-16</inkml:trace>
  <inkml:trace contextRef="#ctx0" brushRef="#br0" timeOffset="14878.648">8682 4614 0,'74'0'94,"-49"0"-94,0 0 16,24 0-16,1 24 15,-1-24 1,1 0-16,0 0 16,-1 0-16,1 0 0,0 0 15,-1 0-15,1 0 16,-25 0-16,24 0 16,1 0-16,-25 0 15,24 0-15,1 0 16,-25 0-16,-1 0 15,1 0-15,0 0 16,0 0-16,0 0 16,24 0-16,-24 0 0,0 0 15,0 0-15,-1 0 16,1 0-16,0 0 16,25 0-16,-26 0 15,1 0-15,0 0 16,0 0-16,0 0 15,24 0-15,-24 0 16,0 0-16,25 0 16,-26 25-16,1-25 15,0 0-15,25 0 16,-26 0-16,1 0 16,0 0-16,0 0 0,0 0 15,24 25-15,-24-25 16,0 0-16,0 0 15,-1 0-15,26 0 16,-25 0-16,0 0 16,24 0-16,-24 0 15,0 0-15,0 0 16,-1 0-16,1 0 16,25 50-16,-25-50 15,-1 0-15,1 0 16,0 0-16,0 0 15,24 0-15,1 0 16,0 0-16,-1 0 16,1 24-16,0-24 0,-26 0 15,1 0 1,25 0-16,-1 0 0,1 0 16,0 0-16,-1 25 15,1-25-15,-1 0 16,1 0-16,-25 0 15,0 0-15,24 0 16,-24 0-16,0 0 16,0 0-16,24 0 15,-24 0-15,25 0 16,-26 0-16,1 0 16,0 0-16,25 0 15,-1 0-15,1 0 0,-25 0 16,0 0-1,24 0-15,1 0 16,-1 0-16,26 0 16,-26 0-16,26 0 0,-1 0 15,-24 0-15,-1 0 16,1 0-16,0 0 16,-1 0-16,1 0 15,-1 0-15,1 0 16,0 0-16,-1 0 15,1 0-15,24 0 16,-24 0-16,0 0 0,-26 0 16,1 0-16,0 0 15,25 0 1,-1 0 0,-74 0 77</inkml:trace>
  <inkml:trace contextRef="#ctx0" brushRef="#br0" timeOffset="17117.631">8483 8235 0,'0'-25'0,"25"25"94,25-24-94,24 24 15,-24 0-15,49 0 16,50 0-16,49-50 15,-24 50-15,-1 0 16,1 0-16,-25 0 16,0 0-16,-25 0 15,0 0-15,-25 0 16,-49 0-16,24 0 16,0 0-16,1 0 15,-26 0-15,26 0 0,-1 0 16,-24 0-1,24 0-15,1 0 16,-26 0-16,26 0 16,24 0-16,-25 0 0,26 0 15,-1 0-15,-50 0 16,51 0-16,-1 0 16,-25 0-16,25 0 15,1 0-15,-26 0 16,0 0-16,1 0 15,-1 0-15,-24 0 0,-25 0 16,24 0 0,1 0-16,0 0 15,-1 0-15,1 0 16,-1 0-16,-24 0 0,25 0 16,-1 0-16,1 0 15,24 0-15,-24 0 16,24 0-16,-24 0 15,0 0-15,-1 0 16,1 0-16,24 0 16,1 0-16,-26 0 15,1 0-15,0 0 16,-1 0-16,1 0 16,-1 0-16,1 0 15,0 0-15,-1 0 16,-24 0-16,25 0 0,-1 0 15,-24 0-15,25 0 16,-1 0-16,-24 0 16,0 0-16,24 0 15,-24 0 1,-50-25 78,-24 25-94</inkml:trace>
  <inkml:trace contextRef="#ctx0" brushRef="#br0" timeOffset="18222.298">9401 4192 0,'25'0'47,"0"0"-47,24 0 16,1 0-16,-1 0 16,1 0-16,0 0 15,-1 0-15,1 0 16,-25 0-16,-1 0 15</inkml:trace>
  <inkml:trace contextRef="#ctx0" brushRef="#br0" timeOffset="18518.114">9674 3969 0,'0'25'31,"-25"24"-16,25 1-15,0-1 16,0 1-16,0 0 16,0-26-16,0 1 15,25 25-15,-25-25 16</inkml:trace>
  <inkml:trace contextRef="#ctx0" brushRef="#br0" timeOffset="19060.912">11509 4316 0,'50'0'62,"0"0"-46,-26 0-16,1 0 0,0 0 15,0 0-15,0 0 16,-1 0-16,26 0 16</inkml:trace>
  <inkml:trace contextRef="#ctx0" brushRef="#br0" timeOffset="19292.817">11584 4167 0,'0'0'0,"0"25"47,0 0-31,0 24-16,0 1 15,0 24-15,0-24 16,0 49-16,0-24 16,0-26-16</inkml:trace>
  <inkml:trace contextRef="#ctx0" brushRef="#br0" timeOffset="20083.409">9103 8830 0,'25'0'31,"25"0"-15,-25 0-1,-1 0-15,26 0 16,0 0-16,24 0 16,0 0-16,1 0 15,-26 0-15,26 0 16,-1 0-16,-24 0 15</inkml:trace>
  <inkml:trace contextRef="#ctx0" brushRef="#br0" timeOffset="20501.218">11013 8830 0,'25'0'47,"25"0"-31,-26 0-16,1 0 15,25 0-15,0-24 16,-26 24-16,1 0 16,0 0-16,0 0 15</inkml:trace>
  <inkml:trace contextRef="#ctx0" brushRef="#br0" timeOffset="24967.951">7987 6400 0,'-25'0'16,"75"0"109,-25 0-125,0 0 16,24 0-16,1 0 0,24 0 15,1 0 1,-26 0-16,1 0 0,-25 0 16,-1 0-16,1 0 15,0 0-15,49 0 16,-49 0-1,0 0-15,0 0 16,0 0-16,24 0 16,-24 0-16,0 0 15,0 0-15,-1 0 16,1 0-16,25 0 16,-25 0-16,-1 0 15,1 0-15,0 0 16,0 0-16,25 0 0,-26 0 15,1 0-15,0 0 16,0 0-16,0 0 16,24 24-16,-24-24 15,0 0-15,0 0 16,-1 0-16,1 0 16,25 0-1,-25 0-15,24 50 16,-24-50-16,0 0 15,0 0-15,-1 0 16,1 0-16,25 0 16,-1 0-16,-24 0 15,0 0-15,0 0 16,0 0-16,-1 0 16,1 0-16,25 0 0,-25 0 15,-1 0-15,1 0 16,0 0-16,0 0 15,25 0-15,-26 0 16,1 0-16,0 0 16,25 0-1,-1 0 1,1 0 0,-25-25-16,-1 25 15,1 0-15,0 0 0,25 0 31,-1 0-31,1 0 16,-1 0 0,-24 0-1,25-25-15,24 25 16,1 0-16,-26 0 16,50 0-16,25-49 15,-24 49-15,-1 0 16,-49 0-16,49 0 15,-25 0-15,-24 0 16,24-25-16,1 25 0,-26 0 16,-24 0-16,0 0 15,0 0-15,-1 0 16,26 0 78,-25 0-63,24 0 0,-24 0-31,0-25 0,0 25 16,24 0-16,26 0 15,-1 0 1,26 0-16,-26 0 0,-24 0 16,49 0-16,0 0 15,-25 0-15,26 0 16,-1 0-16,0 0 16,-49 0-16,24 0 15,1 0 1,-26 0-16,1 0 0,-25 0 15,-1 0-15,1 0 16,0 0-16,0 0 0,0 0 16,24 0-1,1 0 1,-25 0 15,-1 0-15,26 0-1,-25 0-15,0 0 16,24 0-16,1 0 16,-1 0-16,1 0 15,0 0-15,-1 0 16,26 0-16,-1 0 16,0 0-16,-24 0 15,0 0-15,24 0 16,-24 0-16,-1 25 15,1-25-15,-25 0 0,0 0 32,-50 0 77</inkml:trace>
  <inkml:trace contextRef="#ctx0" brushRef="#br1" timeOffset="39384.483">7888 6400 0,'-50'0'31,"75"0"156,0 0-171,24 0 0,-24 0-16,0 0 15,0 0-15,25 0 16,-26 0-1,26 0 1,-25 0 15,0 0-15,-25-25-16,24 25 16,1 0-1,0 0 1,0 0 15,24 0-15,-24 0-1,0 0 1,0 0 0,0 0-1,-25-25-15,24 25 16,1 0-1,25 0 1,-1 0 0,-24 0-1,-25-50-15,25 50 16,0 0 0,0 0-1,24 0 1,-24 0-16,25 0 15,-50-24 1,49 24-16,1 0 16,-1 0-1,1 0 1,-50-25-16,50 25 16,-1 0-1,1 0 1,0 0-1,-26-25-15,1 25 16,0 0-16,25 0 16,-1 0-1,-49-25 1,50 25-16,-25 0 16,24 0-1,1 0 1,-50-25-16,49 25 15,1 0 1,-25 0 0,0 0-1,-1 0 1,1 0 0,-25-49-16,50 49 15,-1 0-15,1 0 31,-25 0-31,-25-25 0,49 25 16,1 0 0,0-25-1,-1 25-15,1-25 16,-25 25 0,0 0-16,24 0 0,-49-49 15,25 49-15</inkml:trace>
  <inkml:trace contextRef="#ctx0" brushRef="#br1" timeOffset="40169.352">10071 6052 0,'0'-24'141</inkml:trace>
  <inkml:trace contextRef="#ctx0" brushRef="#br1" timeOffset="42447.313">10120 6028 0,'25'0'78,"0"0"-31,25 0-16,-26 0 1,1 0-17,0 0 1,0 0-1,0 0 1,24 0 0,-49-25-1,25 25-15,25 0 16,-1 0 0,-24-50-16,0 50 15,0 0-15,24-25 16,-24 25-1,25 0-15,-50-24 16,49 24-16,1 0 16,-1-25-1,1 25 1,0 0 0,-50-50-1,49 50-15,1 0 16,-50-25-1,49 25-15,1 0 16,0-25 0,-25 25-1,-1 0-15,1 0 16,0 0-16,0-24 16,24 24-16,1 0 15,0-50 1,-26 50-1,26 0 1,0-25 0,-1 25-1,-24 0 1,-25-25-16,25 25 16,0 0-1,24-49 1,-24 49-16,0 0 15,24 0-15,-24 0 16,0-25-16,0 25 16,0 0-16,-1 0 15,26 0-15,-50-25 0,25 25 16,24 0 0,1-25-1,0 25 1,-1 0-1,-49-24-15,25 24 16,25 0 0,-50-50-16,49 50 0,-24 0 31,25 0-31,-50-25 16,25 25-1,-1 0 1,-24-25-16,25 25 15,0 0 1,-25-24-16,25 24 16,24 0-1,-49-25 1,25 25-16,25-25 16,-1 25-1,1-50 1,-25 50-1,0 0 1,-25-24 0,24 24-1,1-25 1,25 25-16,-25 0 16,-25-25-1,49 25-15,-24 0 16,0-50 15,0 50 0,-25-24-31,24 24 16,-24-25 0,50 25-16,-25 0 15,-25-25-15,50 25 16,-1-25-1,-24 25 1,0-49 0,0 49 15,24-25 0,26 25-15,-75-25-16,49 25 15,-24-50 1,0 50-16,-25-24 16,25 24-1,24 0-15,-49-25 16,25 25-16,0 0 16,-25-25-1,49 25 1,-49-25-16,25 25 15,0-25 1,0 25 0,-25-49-16,49 49 0,-24-25 15,0 25 1,0-25 0,0 25-1,-25-25 1,49 25-1,-49-25 1,25 25-16,25-49 16,-1-1-1,-24 50 1,-25-49 0,25 49-16,0-25 15,24 25 1,-49-25-1,25 25-15,25 0 0,-50-25 16,49 25-16,-49-25 16,25 25-16,-25-49 15,50 49-15,-50-25 16,49 25-16,-49-25 16,25 25-1,-25-25-15,50 25 16,-1-24-1,-24 24 1,-25-50 0,-25 50 62</inkml:trace>
  <inkml:trace contextRef="#ctx0" brushRef="#br1" timeOffset="43973.76">9599 6226 0,'0'-25'0,"-24"25"16,24 25 156,0 25-141,0-26-15,0 1-1,0 25 1,0-25-1,0-1 1,0 1 0,-25-25-16,25 25 15</inkml:trace>
  <inkml:trace contextRef="#ctx0" brushRef="#br1" timeOffset="45058.289">10393 6176 0,'0'-24'31,"-25"24"31,25 24-46,-49 1 0,24 25-1,-25-25 1,1-1-1,-1-24 1,50 25-16,-25-25 16,1 0-1,-1 0 1,0 0 0,-25 0-1,50-49 48,0 24-16,25 25-32,0 0 1,25 25-1,-1-25 1,-49 24-16,50-24 16,-1 25-16,1-25 15,-50 25 1,25-25-16,24 0 16</inkml:trace>
  <inkml:trace contextRef="#ctx0" brushRef="#br1" timeOffset="47732.377">13915 4837 0,'-49'0'156,"74"0"0,-1 0-140,1 0 0,25 0-1,-1 0 1,1-25 0,0 25-1,-1 0 1,-24 0-1,0 0 1,-25-25-16,25 25 16,-1 0-1,26 0 1,-25 0-16,0 0 31,24 0-31,-24 0 16,25 0-1,-1 0 1,-24 0 0,25 0-16,-25 0 15,-1 0-15,1 0 16,0 0-16,0 0 16,24 0-16,-24-25 15,0 25-15,25 0 16,-26 0-1,1 0-15,0 0 0,0 0 16,24 0 0,-24-49-16,0 49 0,0 0 15,0 0-15,24 0 16,-24 0-16,0 0 16,0 0-16,-1 0 15,1 0-15,0 0 16,25 0-16,-25 0 15,-1 0-15,1 0 16,0 0-16,0 0 16,24 0-16,-24 0 15,0 0-15,0 0 0,0 0 16,-1 0 0,1 0-16,25 0 0,-25 0 15,-1 0-15,1 0 16,0 0-16,25 0 15,-1 0 1,1 0 0,-1 0-1,1 0 1,-25 0 15,-50 0 16,-25 0-47</inkml:trace>
  <inkml:trace contextRef="#ctx0" brushRef="#br1" timeOffset="48864.875">14486 4390 0,'25'0'16,"-25"-24"31,25 24 0,-25-25-47,49 0 31,-24 25-15,-25-50-1,25 50-15,-25-24 16,49 24-16,-24-25 15,25 0 1,-1-25 0,-24 50-16,25-49 15,-25 49-15,-1-75 16,26 51-16,0-1 16,-1-25-16,1 25 15,-1 1-15,1-26 0,0 25 16,-1 25-16,1-49 15,0 49-15,-1-50 16,1 50-16,-1-25 16,-24 25-16,-25-50 15,50 50-15,-50-24 47</inkml:trace>
  <inkml:trace contextRef="#ctx0" brushRef="#br1" timeOffset="49309.668">15354 3572 0,'-25'0'15,"75"0"48,0 0-63,-26 0 16,26 0-16,24 0 15,1 0-15,-26 0 16,-24 0-16,0 0 15,-25 25 17,0 24-17,0 1-15,-50 24 16,50 1-16,-24-1 16,24 1-16,0-51 15,-50 26-15</inkml:trace>
  <inkml:trace contextRef="#ctx0" brushRef="#br1" timeOffset="50089.473">14436 4514 0,'25'0'94,"-25"50"-78,25-25-1,-25 0 1,0 24 0,0 1-1,0-25 1,-25-25-1</inkml:trace>
  <inkml:trace contextRef="#ctx0" brushRef="#br1" timeOffset="50824.175">14883 4390 0,'0'-24'15,"0"73"79,0-24-94,0 0 16,0 24-16,0-24 15,0 25 1,0-1 0,0-24-1</inkml:trace>
  <inkml:trace contextRef="#ctx0" brushRef="#br1" timeOffset="51631.839">14858 4390 0,'0'-24'16,"50"-1"0,-26 0 15,1-25-16,0 50 1,0 0 0,24 0 15,-49 50 0,-24 0-15,-26-26-1,0-24 1,50 25-16,25-25 78,0 0-62,25 0-1,-26 0 1,-24 25 15,0 0-15,-24 24 15,-26-49-15,0 0-1,1 0 1,24 0 0,0 0-1</inkml:trace>
  <inkml:trace contextRef="#ctx0" brushRef="#br1" timeOffset="54056.442">14536 2952 0,'0'-25'15,"-25"25"1,50 0 31,49 0-47,50 0 16,25 0-16,24 0 15,26 0-15,24 0 16,-24 0-16,-26 0 15,-49 0-15,-49 0 16,-51 0-16,1 0 16,-50 0 46,1 0-62</inkml:trace>
  <inkml:trace contextRef="#ctx0" brushRef="#br1" timeOffset="55128.291">20117 2803 0,'0'25'16,"0"0"15,24-25-15,26 0-1,-25 0-15,49 0 16,1-50-16,49 0 15,-25-49-15,25 25 16,50-26-16,-26 1 16,1 25-16,-74-25 15</inkml:trace>
  <inkml:trace contextRef="#ctx0" brushRef="#br1" timeOffset="56959.641">1761 9996 0,'0'-25'15,"0"-24"1,0 74 31,0 49-32,0 1-15,0-26 16,0 26-16,0-26 16,0 1-16,0-25 15,0-1-15,0 26 16,0-75 46,0-24-62,0-1 16,25 0-16,-25 1 16,50 24-16,24-25 15,-49 50 1,0-24-16,-1 24 16,51 0-1,-50 0 1,-25 49-16</inkml:trace>
  <inkml:trace contextRef="#ctx0" brushRef="#br1" timeOffset="57301.454">1811 10294 0,'0'25'78,"25"0"-62,-25 24 0,49-24-16,-49 0 0,25-25 15,-25 49-15,50-49 16,-50 25-16,24-25 16,1 0-1</inkml:trace>
  <inkml:trace contextRef="#ctx0" brushRef="#br1" timeOffset="58239.034">2456 10096 0,'0'0'0,"0"-25"16,0-25 0,-25 50-1,-25 25 1,1 25 0,49-26-1,-25 1-15,25 0 16,0 25-16,0-26 15,0 1-15,0 0 16,0 0 0,0 24-1,25-49 1,-1 0 0,26 0-1,-25 0 1,-25-24-1,0-1 1,0 0 0,-50 25 31,25 25-32,25 24-15,-24-24 16,24 0-16,0 0 15,-50 0-15,50 24 16,0-24-16,0 25 16,25-26-1,0-24 1,24 0 0,-24 0-16,25 0 15,-1 0 1,-24 0 15</inkml:trace>
  <inkml:trace contextRef="#ctx0" brushRef="#br1" timeOffset="58664.841">2679 10666 0,'-25'50'62,"25"-26"-62,0 26 16,0 0 0,0-26 15</inkml:trace>
  <inkml:trace contextRef="#ctx0" brushRef="#br1" timeOffset="59199.576">2654 10492 0,'-25'0'31,"0"0"16,25 25-32,0 0 17,25-25 14,-25-50-14,0 26-17,-25 24 32,1 0-31</inkml:trace>
  <inkml:trace contextRef="#ctx0" brushRef="#br1" timeOffset="60069.204">1513 11311 0,'-25'0'0,"25"-25"16,50 25 31,24 0-47,75 0 16,50 0-16,-1 0 15,0 0-15,26-49 16,-26 49-16,25 0 15,-74 0-15,-25-50 16,-25 50-16,-49 0 16,-25 0-16,0 0 15,-50 0 32,-25 0-47,1 0 16</inkml:trace>
  <inkml:trace contextRef="#ctx0" brushRef="#br1" timeOffset="60749.937">1885 11733 0,'0'-75'31,"0"100"32,0 25-63,0 24 0,0-24 16,0-1-1,0-24-15,0 0 16,0 0-16,0-50 62,0 0-46,0-25-16,0 1 16,25-1-16,-25 25 15,50 1-15,-26 24 16,26-50-16,-25 50 15,0 0-15,-1 0 16,26 0 0,-50 25-16</inkml:trace>
  <inkml:trace contextRef="#ctx0" brushRef="#br1" timeOffset="61080.799">1885 11881 0,'0'-24'0,"25"24"62,0 49-62,-25-24 16,49-25-16,-24 50 16,-25-26-16,50-24 15,-50 50-15,25-50 16,-25 25-16,24-25 15</inkml:trace>
  <inkml:trace contextRef="#ctx0" brushRef="#br1" timeOffset="61892.381">2555 11733 0,'0'-25'31,"-50"25"-31,25 0 16,-24 25 0,49-1-16,-25 26 15,25 0-15,0-1 16,0-24 0,0 0-16,0 0 15,50-25 1,-1 0-1,-24 0 1,-25-25 15,0 0-15,0-25 0,-25 50 15,-24 0-16,49 25 1,-25-25-16,25 50 16,0-25-16,0 24 15,0-24-15,0 0 16,0 24 0,0 1-1,25-25 1,24-25-1,1 0 1,-1 0 0,-24 0-1</inkml:trace>
  <inkml:trace contextRef="#ctx0" brushRef="#br1" timeOffset="62438.17">2853 12179 0,'0'0'16,"0"-25"0,0 0-1,-25 25 32,-25 0-31,1 50-1,24 0 1,25-25-16,-50 24 16,50 1-1,0-1 1,0 1 0,0 24-1,0-49-15,0 0 16,0 0-16,0 24 15,0-24-15,0 0 16,0 25 0,0-1-1,-25-49 1,25 25-16,-25-25 16,1 0-1</inkml:trace>
  <inkml:trace contextRef="#ctx0" brushRef="#br1" timeOffset="62647.05">2530 12551 0,'0'0'0,"99"-25"31,-74 25-31,0-24 16,25 24-16,-1-25 15,-24 25-15,0 0 0,-25-50 16</inkml:trace>
  <inkml:trace contextRef="#ctx0" brushRef="#br1" timeOffset="63628.623">347 10939 0,'-25'-25'16,"25"-25"0,0 26 15,0-1-15,50 25-1,-25 0 1,49 0-1,-24 0 1,0 49 0,-50 1-16,0-25 15,0 0-15,0-1 16,0 1-16,0 0 16,-25 25-16,0 24 15,25-49 1,0 0-16,-25 0 0,25-1 15,0 1-15,-50-25 16,50 50 0,0-1-16,0-24 0</inkml:trace>
  <inkml:trace contextRef="#ctx0" brushRef="#br1" timeOffset="63837.511">496 11782 0</inkml:trace>
  <inkml:trace contextRef="#ctx0" brushRef="#br1" timeOffset="64395.242">1067 11162 0,'-25'0'16,"25"-25"0,25 25 62,-1 0-63,1 0 1,0 0-16,25 0 16,-1 0-1</inkml:trace>
  <inkml:trace contextRef="#ctx0" brushRef="#br1" timeOffset="64649.143">1042 11460 0,'49'0'78,"-24"0"-78,0 0 15,49 0 1</inkml:trace>
  <inkml:trace contextRef="#ctx0" brushRef="#br1" timeOffset="66368.638">3721 11038 0,'25'0'94,"49"0"-78,-49 0-1,0 0-15,24 0 16,-24 0-16,0 0 15,0 0-15,24 0 16</inkml:trace>
  <inkml:trace contextRef="#ctx0" brushRef="#br1" timeOffset="66629.539">3746 11410 0,'24'0'47,"1"0"-47,0 0 15,25 0-15,-26 0 16,26 0-16,0 0 0,-1 0 16,-24 0-16,25 0 15</inkml:trace>
  <inkml:trace contextRef="#ctx0" brushRef="#br1" timeOffset="71962.594">10691 5829 0,'-25'0'16,"25"-25"-16,-25 25 78,50 0 31,49 50-93,-49-50 0,0 0-16,25 25 15,-26-25-15,1 0 16,-25 25-1,25-25 1,-25 49 31,-50 1-31,26-1-16,-1 1 15,-25 0-15,1-1 16,24 1-16,25-1 15,-25-24-15</inkml:trace>
  <inkml:trace contextRef="#ctx0" brushRef="#br1" timeOffset="73043.556">10889 5432 0,'0'-25'15,"0"50"63,0 0-62,0 0-16,0 0 16,0 24-16,0-24 15,25-25-15,-25 50 16,25-50 0,-25 24-16,25-24 15,24 0 1,-24-49-1,0-26 1,-25 51-16,0-1 16,49 0-16,-49 0 15,0-24-15,0 24 16,0 50 62,0-1-78,0 26 0,0 0 16,0-1-16,0 1 15,25-25-15,-25 24 16,25-49-16,-25 25 16</inkml:trace>
  <inkml:trace contextRef="#ctx0" brushRef="#br1" timeOffset="74400.815">15999 3423 0,'0'-25'47,"0"50"16,0 25-48,25-1 1,-25-24-16,0 25 16,25-1-16,-25-24 0,0 0 15,49-25-15,-49 50 16,0-26 0,25-24-16,0 0 62,-25-24-62,49-26 16,-49-25-16,50 1 15,0 24-15,-50 1 16,24 24-16,-24-25 16,25 1-1,-25 74 79</inkml:trace>
  <inkml:trace contextRef="#ctx0" brushRef="#br1" timeOffset="75772.941">5482 9922 0,'0'0'16,"0"25"77,0-1-93,0 26 16,25-25-16,-25 0 16,0 49-1,49-24 1</inkml:trace>
  <inkml:trace contextRef="#ctx0" brushRef="#br1" timeOffset="76064.022">5308 10244 0,'75'0'16,"-26"0"0,1 0-16,-1 0 15,1 0-15,0 0 16,-1 0-16,1 0 16,-25 0-16,-1 0 15,1 0-15,-25 25 16</inkml:trace>
  <inkml:trace contextRef="#ctx0" brushRef="#br1" timeOffset="76576.952">5457 10567 0,'0'-25'31,"0"-25"-15,50 26 15,-26 24-15,1 0-16,-25 74 15,0-49 1,0 0-16,0-1 16,0 1-16,-25 25 15,1-25-15,-26-1 0,25-24 16,0 50-16,1-50 16,-1 0-16,-25 0 15,50-25 32,25 0-16,25 25-15,-1 0-16,1 0 0,24 0 16,1 0-16,-26 0 15,50 0 1,1 0-16,-51 0 0</inkml:trace>
  <inkml:trace contextRef="#ctx0" brushRef="#br1" timeOffset="77481.087">6226 10021 0,'0'0'0,"0"-25"31,0 0-15,50 50 30,-50 25-30,0 0-16,0-1 16,0-24-16,0 0 15,0 24 1,0-24 0,0-99 46,0 49-46,0-25-16,0 1 0,0-1 15,49 25-15,-49 0 16,50 25-16,-25 0 16,49 0-1,-49 0-15,0 50 16,-25 0-16,24-1 15,-24 1-15,0-25 16,0 0-16,0 24 16,-24-49 15,24-25 0,0 1-15,0-1-16,0 0 15,0 0-15,0-24 16,49 49-16,1 0 16,-25 0-1,24 0-15,1 24 16,-50 26 0,25-25-16,-25 0 15,0-1-15,0 1 16,0 25-1,0-25-15</inkml:trace>
  <inkml:trace contextRef="#ctx0" brushRef="#br1" timeOffset="77939.848">7020 10096 0,'0'49'63,"0"1"-48,0-1-15,0 1 0,0-25 16,0 24-1,25-49-15,24 0 32,-24 0-17,25-49 1,-50 24-16,24-25 16,-24 26-16,50-26 15,-50 0-15,0 1 16,0 74 15,0 24-15,0-24-1,0 25-15,0-1 0,0-24 16,0 25 0,25-26-1</inkml:trace>
  <inkml:trace contextRef="#ctx0" brushRef="#br1" timeOffset="78365.602">7218 9599 0,'0'0'0,"25"-24"32,25 24-32,-50-25 15,49 25-15,-24 0 16,-25 25-1,50-25-15,-50 74 0,0-49 16,0 0-16,0-1 16,-25 1-16,-25 25 15,25-25-15,1-25 16,24 24 0,-25-24-16,25 25 15,25-25 16,24 0-31,26 0 16,24 0-16,0 0 16,0 0-16</inkml:trace>
  <inkml:trace contextRef="#ctx0" brushRef="#br1" timeOffset="79538.178">5259 11038 0,'-25'0'16,"0"0"31,50 0 15,24 0-62,51 0 0,-1 0 16,99 0-16,1 0 15,74 0-15,-25 0 16,49 0-16,-24 0 16,-25 0-16,-49 0 15,-51 0-15,-48 25 16,-51-25-16,-24 0 15,25 25 1,-75-25 47</inkml:trace>
  <inkml:trace contextRef="#ctx0" brushRef="#br1" timeOffset="80226.977">5730 11435 0,'0'-50'31,"0"100"32,0-25-63,0 24 15,0-24-15,0 25 16,0-25-16,0-1 15,0 1-15,0 0 16</inkml:trace>
  <inkml:trace contextRef="#ctx0" brushRef="#br1" timeOffset="80512.086">5531 11782 0,'0'0'0,"25"0"47,25 0-31,-1 0-16,26 0 15,-1 0-15,1-25 0,-26 25 16,26 0 0,-26 0-16,-24 25 0,-25 0 15</inkml:trace>
  <inkml:trace contextRef="#ctx0" brushRef="#br1" timeOffset="80993.368">5730 12129 0,'0'-24'15,"0"-26"-15,25 0 16,24 50-1,-24 0 1,25 0 0,-50 25-16,25 0 15,-25 25-15,0-1 16,0 1-16,-25 24 16,-25-24-16,0 0 15,1-1-15,-26-24 16,26-25-16,24 50 0,0-50 15,0 0 1,25-50 31,0 25-31,25 25-16,25 0 15,-1-25-15,26 25 16,-1 0-16,-24 0 15,0 0-15,-1 0 16,1 0-16,-1 0 16,1 0-16</inkml:trace>
  <inkml:trace contextRef="#ctx0" brushRef="#br1" timeOffset="81960.903">6400 11485 0,'0'24'47,"0"26"-31,0 0-16,0-26 15,0 26-15,0-25 16,0 0 0,0-50 46,0 0-62,0-25 16,0 26-16,0-1 15,24 25-15,-24-50 16,25 50-16,0 0 16,25 0-16,-26 25 15,1 0-15,-25 24 16,25 1-16,-25 0 15,0-26-15,0 1 16,0 0 0,0-50 31,0 0-32,0-24-15,0-1 16,25 25-16,0-24 15,24 49 1,26 0 0,-51 25-1,1-1-15,-25 1 16,50 25-16,-50-25 16,0 24-16,50-24 15,-50 0 1</inkml:trace>
  <inkml:trace contextRef="#ctx0" brushRef="#br1" timeOffset="82446.623">7119 11559 0,'0'25'63,"25"0"-63,-25-1 15,0 26-15,74 0 16,-74-26-16,25 1 16,0 25-1,0-50 17,24-25-1,-49 0-16,25-24 1,-25-1-16,25-24 16,24-1-16,-49 50 0,25-24 15,-25 24 1</inkml:trace>
  <inkml:trace contextRef="#ctx0" brushRef="#br1" timeOffset="82926.024">7541 11336 0,'74'-75'31,"-24"75"-16,-26 0 1,1 0 0,-25 25-1,0 25 1,0-25-16,0 24 16,-25 1-1,-24-25 1,74-25 62,24 0-78,26 0 16,24-25-16,-50 25 15</inkml:trace>
  <inkml:trace contextRef="#ctx0" brushRef="#br1" timeOffset="86906.505">8458 10988 0,'50'0'110,"-25"0"-95,0 0-15,-1 0 16,26 0-16,-25 0 16,0 0-16,-1 0 15,26 0-15,-25 0 16</inkml:trace>
  <inkml:trace contextRef="#ctx0" brushRef="#br1" timeOffset="87206.36">8458 11212 0,'25'0'63,"25"0"-47,-25 0-16,24 0 15,1 0-15,-1 0 16,26 0-16,-1 0 15</inkml:trace>
  <inkml:trace contextRef="#ctx0" brushRef="#br1" timeOffset="88126.941">9451 10542 0,'0'-25'31,"0"75"16,0-25-31,0-1-16,0 26 15,0-25-15,-25 24 16,25 1-16,0-25 16,0 0-16,0 24 15,49-49 17,-24 0-17,25 0 1,-1-74-1,-49 49-15,25 0 16,-25-24-16,50-1 16,-50 0-16,0 1 15,0 24-15,0-25 16,0 75 62,0 25-62,-25-25-16,25-1 15,0 26 1,-25-50-16,25 50 16,0-26-1,0 1-15,0 0 0,0 0 16,25 49-1,0-24 1,24-50 0,-24 0-16</inkml:trace>
  <inkml:trace contextRef="#ctx0" brushRef="#br1" timeOffset="88764.631">9798 10096 0,'0'0'16,"-50"-25"0,50 0-1,0-25 1,50 50 15,-1 0-15,-49 25-16,50 25 15,-50-25-15,0-1 16,0 1 0,-25 0-16,0 25 15,25-26-15,-49-24 0,49 25 16,-25-25-16,50 0 62,24 0-46,1 0-16,-25 0 16,24 0-16,-24 0 0,0 25 15</inkml:trace>
  <inkml:trace contextRef="#ctx0" brushRef="#br1" timeOffset="89600.365">9252 11187 0,'25'0'110,"49"0"-95,26 0-15,-26 0 16,25 0-16,0 0 16,-24 0-16,-1 0 0,-24 0 15,-25 0-15,24 0 16,-24 0 0,-50 0 46</inkml:trace>
  <inkml:trace contextRef="#ctx0" brushRef="#br1" timeOffset="90487.928">9277 11708 0,'25'49'110,"-25"1"-95,25 0 1,-25-26 0,0 1-16,0 0 0,49 0 15,-49 24 1,0-24 0,25-25-16,-25 25 31,25-25 31,0 0-46,-25-25-16,24 25 16,-24-49-16,25-1 15,-25 25 1,50 0-16,-50-24 0,74-1 15,-74 25-15,25 1 16,-25-26-16,0 25 16,25 25-16,-25-25 15,0 1 1</inkml:trace>
  <inkml:trace contextRef="#ctx0" brushRef="#br1" timeOffset="91013.745">9847 11460 0,'0'-25'32,"0"0"-17,25 25 1,-25-49-16,50 49 16,-25 0 15,-25 24-31,0 1 0,0 0 15,0 25 1,0-26-16,0 1 0,-25 0 16,25 25-16,-50-26 15,1 26 1,49-25 0,-25-25-16,74 0 62,1 0-62,0 0 16,-1 0-16,26-50 0,-1 50 15,-49-25-15</inkml:trace>
  <inkml:trace contextRef="#ctx0" brushRef="#br1" timeOffset="95659.553">11137 6276 0,'-25'0'31,"25"24"141,25-24-172,-25 50 16,50-50-16,-50 25 15,25-25-15,-25 25 16,0-1 15,-25 26-15,-25-25-16,25 24 15,1-24-15,-26 0 16,0 25-16,26-50 0</inkml:trace>
  <inkml:trace contextRef="#ctx0" brushRef="#br1" timeOffset="97440.793">10071 6821 0,'0'-25'16,"0"1"15,0 48 47,0 1-62,0 0-16,0 0 15,0 0-15,0 24 16,0-24 0,49 25 15,-24-50-15,0 0-1,0-25 1,24 0-1,-49 0-15,25 1 16,-25-1-16,0-25 16,0 25-16,0 0 15,0-24 1,0 24 0,0 50 46,0 0-46,0-1-16,0 1 0,0 25 15,0-25 1,0 0-16,25 24 16,-25-24-1,50-25-15</inkml:trace>
  <inkml:trace contextRef="#ctx0" brushRef="#br1" timeOffset="98315.396">10691 6846 0,'0'-25'32,"-25"25"14,0 0-46,25 25 16,-49 25-16,49-25 16,-50-1-16,50 1 15,0 25-15,0-25 16,0-1-16,0 1 16,50-25-1,-26 0-15,1 0 16,0 0-1,25 0-15,-26 0 0,1 0 16,-25-25-16,50 25 16,-50-49-16,25 49 15,-25-50-15,49 1 16,-49 73 31,-25 1-32,25 0-15,0 49 16,0-49 0,25-25 15,25 0-15,-25 0-1,24-49 1,-49-1-1,-25 0 1,-24 26 0,24 24-1,75 0 32</inkml:trace>
  <inkml:trace contextRef="#ctx0" brushRef="#br1" timeOffset="98662.221">11137 6896 0,'50'-50'32,"-100"100"-32,100-75 62,-50 50-62,0 0 16,-50-1-16,50 26 15,-25-50 1,25 25-16,0 24 16,50-49-1,0 0 1,-50 25 0,25-25-16,-25 25 15,0 25 16,-25-26-15,-25-24 0,0 50-1,1-50 1</inkml:trace>
  <inkml:trace contextRef="#ctx0" brushRef="#br1" timeOffset="99153.979">11534 6945 0,'0'0'0,"0"25"47,0 0-31,0 0-16,0 24 16,0-24-1,-49 0-15,49 0 0,-50-25 16,50 49-16,-25-49 15,-24 25 1,-1-25 15,50-49-15,0 24-16,0 0 16,0 0-1,25 25-15,0 0 16,24 0-1,1 0 1,-25 0-16,-1 50 16,-24-25-16,50-1 15,-25 26 1</inkml:trace>
  <inkml:trace contextRef="#ctx0" brushRef="#br1" timeOffset="100611.524">16073 4663 0,'-24'0'0,"24"-25"16,49 25 93,1 0-93,-25 25 0,24 50-16,-49-51 15,0 1-15,0 25 16,-25 0-16,-74-1 15,25 26-15,-1-26 16,1 1-16,0-50 16</inkml:trace>
  <inkml:trace contextRef="#ctx0" brushRef="#br1" timeOffset="102083.83">16545 4762 0,'0'-24'15,"0"48"63,0 1-62,0 25-16,0 0 16,25-1-16,-25-24 0,0 25 15,24-26-15,1 1 32,-25-50 14,50 1-46,-50-1 16,25-25-16,-25-24 16,49-1-16,-49 26 15,50 24-15,-50 0 16,25 25 0,-1 0 15</inkml:trace>
  <inkml:trace contextRef="#ctx0" brushRef="#br1" timeOffset="103216.542">17214 4862 0,'0'-25'32,"-49"25"15,-1 25-32,50 0-15,-49-1 16,49 26-16,-25-25 0,25 24 15,0-24-15,-25 0 16,25 25 0,74-50-1,-49 0 1,25 0-16,-1 0 16,1-25-16,0 25 15,-26-50-15,1 25 16,-25-24-16,50 24 15,-50 0-15,-25 75 47,25-25-31,-25 24-16,25-24 16,0 25-1,0-26 1,50-24-1,-1 0 1,1 0 0,-50-24-16,0-26 15,0-24 1,-50 24 0,26 50-16,-1 0 15,25-25-15,-25 25 16,50 0 31,0 0-47,24 0 15,1 0-15,0 0 16,-26 0-16,1 0 16,-25-25-16,50 25 15,-100 25 48,1 25-48,49-25 1,0 24 0,0-24-1,24-25 1,26 25-1,0-25-15,-26 0 16,-24 25 0,0 24-1,-49-49 1,49 25 0,-50-25-16,25 0 15,1 0 1,-1-25-1</inkml:trace>
  <inkml:trace contextRef="#ctx0" brushRef="#br1" timeOffset="103642.323">17934 4936 0,'0'25'62,"0"0"-62,0 24 16,0 1-16,0 0 16,0-1-16,0 1 0,0-1 15,0 1-15,0 0 16,0-26-16,0 1 15,0 25 1,0-25 0</inkml:trace>
  <inkml:trace contextRef="#ctx0" brushRef="#br1" timeOffset="104273.525">17934 4911 0,'0'-24'32,"0"-1"-32,0-25 15,25 50 1,24-25-1,-24 25 1,0 0-16,24 25 16,-49 25-1,0-1 1,-24 26 0,-26-50-1,25-25 1,25 49-1,25-49 32,25 0-47,-26 0 16,1 0-16,0 0 16,0 25-1,-25 0 1,-25-25-1,0 25 1,0-25-16,-24 0 16,24 0-16,-25 0 15,1 0-15,-1 0 16,1 0-16</inkml:trace>
  <inkml:trace contextRef="#ctx0" brushRef="#br1" timeOffset="114696.564">21382 4093 0,'0'49'547,"0"-24"-532,0 25-15,0-25 16,0 24-16,0-24 15,0 0 1,0 24-16,0 1 16,24-50-1,-24 25-15,25 0 32,0-25-17,25 0 1,-26 0-1,26 0 1,-50-50 0,50 50-16,-50-50 15,24 26-15,-24-1 0,25-25 16,-25 25 0,0 1-16,0-26 15,0 25 1,0 0 15,0 50 47,0 0-62,0 0-16,0 0 15,0 24-15,0-24 16,0 0-16,0 0 16,0-1-16,0 1 15,0 0-15,0 25 16,0-26-16,0 26 16,50-50-1,-50 25-15,74-25 16,-49 0-16</inkml:trace>
  <inkml:trace contextRef="#ctx0" brushRef="#br1" timeOffset="115161.363">21878 4614 0,'0'-25'16,"25"25"31,-1-25-47,1 25 15,25 25 1,-1 49 0,-49-49-16,0 0 15,0 0-15,0-1 16,0 1-16,-49 25 15,-1-25 1,1-25-16,24 0 31,0 0-15</inkml:trace>
  <inkml:trace contextRef="#ctx0" brushRef="#br1" timeOffset="115528.201">22200 4564 0,'-49'0'47,"49"25"-31,-50 0-16,50-1 16,-25 1-16,25 25 15,0-1-15,0-24 16,-49 0-16,49 25 15,24-50 1,-24 25 0,50-25-16,-25 0 15,24 0-15,1 0 16,0 0-16,-26-50 0</inkml:trace>
  <inkml:trace contextRef="#ctx0" brushRef="#br1" timeOffset="115993.942">22572 4415 0,'-25'0'16,"50"0"62,25 0-62,-1 0-16,-24 0 0,25 0 15,0 0-15,-26 0 16,1 0 0</inkml:trace>
  <inkml:trace contextRef="#ctx0" brushRef="#br1" timeOffset="116259.821">22498 4638 0,'25'0'47,"-1"0"-32,26 0-15,0 0 16,-26 0-16,26 0 16,25 0-16,-26 0 0,1 0 15</inkml:trace>
  <inkml:trace contextRef="#ctx0" brushRef="#br1" timeOffset="117158.455">23366 4217 0,'0'25'94,"0"24"-79,0 1-15,25-1 16,-25-24-16,0 25 16,25-1-16,-25 1 15,49-25-15,-49 0 16,25-25-16,-25 49 15,25-49 1,24-25 31,-49-24-47,25-1 16,-25-24-16,75-1 15,-75 26-15,49-26 16,-49 51-1,25-26-15,-25 75 63</inkml:trace>
  <inkml:trace contextRef="#ctx0" brushRef="#br1" timeOffset="118343.262">23763 4762 0,'25'0'47,"24"0"-31,1 0 0,-25 0-1,-25 50 1,0-25-16,0 0 0,0 0 15,0-1-15,0 26 16,-25-50-16,0 50 16,-25-50-16,50 24 15,-24-24-15,-26 0 16,0 0 0,26 0-1</inkml:trace>
  <inkml:trace contextRef="#ctx0" brushRef="#br1" timeOffset="119210.973">24110 4787 0,'0'-25'47,"-25"25"-16,1 0-16,24 50-15,-50-25 16,50 25-16,-25-26 16,25 1-16,0 0 15,0 25 1,0-26 0,25-24-1,0 50-15,24-50 16,1 0-16,0 0 15,-1-25-15</inkml:trace>
  <inkml:trace contextRef="#ctx0" brushRef="#br1" timeOffset="121329.088">25400 3646 0,'0'0'0,"-25"25"63,0 25-63,25 24 15,-74 1-15,74 49 16,-25 0-16,25 49 16,0-24-16,0 0 15,0 0-15,0-25 16,0 0-16,50 0 0,-1-25 16,-24-25-1,0-24-15,25-25 0,-1 24 16,-24-49-16</inkml:trace>
  <inkml:trace contextRef="#ctx0" brushRef="#br1" timeOffset="122070.734">25797 4043 0,'0'-25'31,"0"50"16,0 25-47,0 24 16,0 1-16,0 24 15,0 0-15,0-49 16,0-1-16,0-24 16,0 0-16,0 0 15</inkml:trace>
  <inkml:trace contextRef="#ctx0" brushRef="#br1" timeOffset="122495.538">25797 4415 0,'25'0'47,"-25"-25"-47,49 25 16,-49-24-16,25 24 0,-25-50 15,25 50-15,-25-25 16,50-24 0,-50 24-16,24 0 15,-24-25-15,0 26 16,0 73 62,0 1-78,0-1 16,0 1-16,0 0 15,0 24-15,0-24 16,0-1-16,0 1 0,0-25 15,0 24 1,0-24 0</inkml:trace>
  <inkml:trace contextRef="#ctx0" brushRef="#br1" timeOffset="122872.336">26243 4465 0,'-24'-25'31,"-1"25"-15,25 25-16,-50 24 15,50-24-15,0 0 16,-25 0-16,25 24 15,0-24 1,25-25 0,25 0-1,-25 0-15,-1 0 16,26 0 0,-50-25-16,0-49 15,0 49-15,0-24 16,0 24-16,0-25 15,-50 50 17</inkml:trace>
  <inkml:trace contextRef="#ctx0" brushRef="#br1" timeOffset="123600.968">26367 4663 0,'50'0'31,"-50"-25"-15,50-24-1,-50 24-15,49 0 0,1-24 16,-25-26-16,-25 26 16,24 24-16,-24 0 15,-24 50 32,-1 24-47,25-24 16,-50 25-1,75-50 17,25 0-32,-1 0 15,1 0-15,-25 0 16,-25 49 15,0-24-15,0 25-16,0-25 15,-50-1-15,50 26 0,0-25 16,25-25 0,24 0-1,-24 0 1,0 0-16,0-25 16,0 0-16,24-24 15,-49 24-15,50 0 16,-50 0-16,0 0 15,0 50 48,0 0-63,0 0 0,0 0 16,0 24-1</inkml:trace>
  <inkml:trace contextRef="#ctx0" brushRef="#br1" timeOffset="123786.893">26938 4341 0,'0'0'0</inkml:trace>
  <inkml:trace contextRef="#ctx0" brushRef="#br1" timeOffset="124221.639">27087 4465 0,'25'0'31,"-1"0"-31,1 0 15,0 0-15,0 0 16,24 0-16,-24 0 16,0 0-1,-25 25 17,-25-1-17,0 1-15,-24 25 16,24-25-16,25-1 15,-50 1-15,50 25 0,-24-50 16,24 25 0,0 24-1,24-49 17,1 0-32,0-25 15,0 25-15,24-24 16,1 24-1,-25 0-15,-25-25 0</inkml:trace>
  <inkml:trace contextRef="#ctx0" brushRef="#br1" timeOffset="124862.309">27632 4564 0,'0'0'16,"-24"0"15,-26 0-15,25 25-16,0 0 16,25-1-16,-49 1 15,49 0-15,0 25 16,0-26-16,0 26 15,49-50 17,1-25-17,-25-24 1,-25-1-16,25 25 16,-25 0-16,0 1 15,49-1-15,1 25 47,-50 49-31,25 1-16,-25 0 15,0-26-15,0 26 16,24-50 15,1 0-15,-25-25-16,50-24 15,-50-1 1,74 0-16,-49 26 0,0 24 16,0 0 15,-25 49-31,0 1 16,0-1-16,0 1 15,0-25-15,0 0 16,24-25-1,26 0 1,-25-25-16,-25 0 0</inkml:trace>
  <inkml:trace contextRef="#ctx0" brushRef="#br1" timeOffset="125107.18">28253 4266 0,'0'0'0,"0"-49"31,0 98 1,0 1-17,0 24-15,0-24 16,0 24-16,0 1 0,0-26 16,0 1-1,0-25-15,0 0 0,0-1 16</inkml:trace>
  <inkml:trace contextRef="#ctx0" brushRef="#br1" timeOffset="125745.835">28079 4589 0,'0'0'0,"25"0"47,0-50-31,-1 50-16,1 0 15,25 0-15,-1 0 0,1 0 16,49-25 0,0 25-16,-49 0 0,-25 0 15,0 0-15,-75 0 47,25 25-31,-24 0-16,-1 25 15,25-26-15,25 1 16,-49-25-16,49 50 16,24-50 15,26 0-31,0 0 15,-26-50-15,1 25 16,0 1 0,25 48 15,-50 1-15,49-25-1,1 0 1,-25 0-16,-1 0 15,1-25-15,0 1 16,-25-1-16,74-50 0,-49 1 16,25-25-1,-50 0-15,25-50 16,-25 99-16,0 25 16,0 50 15,0 50-31,0 49 15,0-25-15,0 0 16,0-25-16,0 1 16,0-26-16</inkml:trace>
  <inkml:trace contextRef="#ctx0" brushRef="#br1" timeOffset="127212.122">30287 4390 0,'-50'0'32,"0"0"-17,50 25-15,-49 25 16,49-25 0,0-1-16,-50 1 0,50 0 15,25-25 1,0 0-16,24 0 15,1 0-15,0 0 16,24 0-16,-24 0 16,-1-25-16,-24 25 15,-25-49-15,50 49 16,-50-50-16,0 25 16,-25 50 30,25 25-46,-25-1 16,25 1-16,0-25 16,0-1-1,50-24 1,-26 0-16,1 0 16,0 0-16,-25-49 15,25 49-15,-25-50 16,0 25-16,0 1 15,0-1-15,-25 25 16,0-50-16,-24 50 16,49-49 31,24 49-47,26 0 15,0 0-15,-1 0 16,-24 0-16,0 0 15,0 0-15,24 24 16,-49 51 0,0-50-1,0-1-15,0 1 16,0 25 0,-49-50-16,49-25 46,0 0-30,49 0-16,-49 1 16,50-26-16,-25 50 15,24 0 1,-49 25 0,50 24-1,-50-24-15,0 25 16,25-50 15,49-25-15,-49 25-1,0-74-15,24 49 16,-24 0-16,25 25 16,-25 0-1,-25 25 1,0 0-16,0-1 15</inkml:trace>
  <inkml:trace contextRef="#ctx0" brushRef="#br1" timeOffset="127464.975">31502 4514 0,'50'-49'16,"-50"-1"-1,0 25-15,0 50 47,0 25-47,0-1 16,0 51-16,0-1 15,-25 0-15,25-24 16,0-1-16,0-24 16,0-26-16,0 26 15</inkml:trace>
  <inkml:trace contextRef="#ctx0" brushRef="#br1" timeOffset="127807.806">31477 4589 0,'0'0'15,"0"-25"-15,50-25 16,-25 50 0,24 0-1,-24 0-15,0 0 16,-25 25-16,25-25 15,-25 50-15,0-25 16,0 24-16,-25 1 16,-25-50-1,25 0 1,-24 0 0</inkml:trace>
  <inkml:trace contextRef="#ctx0" brushRef="#br1" timeOffset="128024.707">31824 4713 0,'-24'0'94</inkml:trace>
  <inkml:trace contextRef="#ctx0" brushRef="#br1" timeOffset="129057.262">28054 5556 0,'-25'50'16,"0"-1"-1,25-24-15,0 0 0,0 0 16,0 0 0,0-1-16,25-24 31,0 0-15,0-24-16,-25-1 15,50-25-15,-50 25 16,0 1-16,0-1 15,0 0-15,0-25 16,-50 50 0,25 0-1,25 25 1,50-25 0,-1 0-1,1 0-15,24 0 0,1-49 16,-26 24-16,-24 25 15,25-50-15,-25 1 16,-25 24 0,0 0-16,0 0 15,0-24-15,0 24 16,-25 25 0,-25 25 15,50 24-16,0 26-15,0-26 16,0 26-16,0-1 0,0-24 16,0 49-16,0-25 15,0-24-15,0-25 16,25 0-16,-25-1 16</inkml:trace>
  <inkml:trace contextRef="#ctx0" brushRef="#br1" timeOffset="129233.163">28277 5655 0,'174'-74'31,"-100"74"-31,1-25 15,-1 25-15,-24 0 16,-1 0-16,1-49 0</inkml:trace>
  <inkml:trace contextRef="#ctx0" brushRef="#br1" timeOffset="129822.915">28997 5705 0,'0'-25'15,"0"50"32,24 25-31,-24-1-16,25 1 16,-25-25-16,25 0 15,-25-1 1,25-24-16,25-24 47,-50-1-47,49-25 0,-49 0 15,25 1-15,-25-1 16,25 1-16,0 49 16,24 0-1,1 24 1</inkml:trace>
  <inkml:trace contextRef="#ctx0" brushRef="#br1" timeOffset="130361.59">29418 5804 0,'25'0'31,"0"0"-16,0 0 1,-25-25-16,0 1 16,0-26-1,0 25-15,-25-24 16,0 49 0,-24 0-1,-1 49 1,50-24-16,-25 49 15,25-49-15,0 25 0,0 0 16,0-1 0,0-24-16,0 25 15,75-50-15,-51 24 0,1-24 16,0 0-16,0 0 16,24-49-16,-24 24 15,0 0-15,-25-24 16,50-26-16,-50-24 15,0 24-15,0-24 16,0 50-16,0 24 16,-25 25 31,25 49-47,0 1 0,0 49 15,0-24 1,0-1-16,0-24 0,0-1 15,0-24-15,0 0 16,0 0-16</inkml:trace>
  <inkml:trace contextRef="#ctx0" brushRef="#br1" timeOffset="130736.399">29865 5904 0,'0'0'0,"0"-25"16,-25 50 15,25-1-15,-50 1-16,50 25 16,-24-25-16,24-1 15,0 26-15,0-25 16,49-25-1,-24 0 1,25 0-16,-26-25 16,-24 0-16,50 25 15,-50-74-15,0 49 16,0 0-16,0-24 16,-50 24-16,26 25 0,-1-25 15,0 25 1,-25 0-16,50 25 31,25-25-31</inkml:trace>
  <inkml:trace contextRef="#ctx0" brushRef="#br1" timeOffset="131167.173">30138 5904 0,'0'-25'16,"0"50"-16,0-25 47,-25 24-32,25 1-15,-50 25 16,50-1 0,0 1-16,0-25 15,25-25 1,25 0-16,-26 0 15,26 0-15,0-25 16,-1-25-16,1 1 16,-25 24-16,0 0 15,-25 0-15,49 25 16,-49 25 15,0 0-15,0 0-16,-25-25 15,25 25-15,25-75 63,-25 25-63,25 0 16</inkml:trace>
  <inkml:trace contextRef="#ctx0" brushRef="#br1" timeOffset="131361.044">30584 5730 0,'25'-248'31,"0"223"-15,-75 298-16,100-496 31,-1 272-15,-49 50-16,0 25 16,0 1-16,0-26 15,0-50-15,0 26 16,0-26-16,0-24 15,0 0 1,-49-25 0</inkml:trace>
  <inkml:trace contextRef="#ctx0" brushRef="#br1" timeOffset="131834.784">30559 6028 0,'0'0'15,"50"-25"1,0 25-16,-26-50 16,26 50-16,0-25 15,-1 25-15,1 0 16,-25 0-16,-1 0 16,-24 25-1,0 0 1,0 0-16,0 0 15,0 24-15,0-24 16,25-50 15,25 0-31,-1 1 16,-24-26-16,25 0 16,-25-24-1,-25 24-15,0 25 0,0 50 47,0 50-47,0-1 16,-50 25-16,50 1 15,-25-26-15,25-49 16,-49 24-16,49 1 16,-25-50-16,25 25 15,-75-25-15,26 0 0,-1 0 16,-24-25-16,-1 25 15</inkml:trace>
  <inkml:trace contextRef="#ctx0" brushRef="#br1" timeOffset="132436.536">31477 5904 0,'-49'0'15,"98"0"63,1 0-78,-1 0 16,1 0-16,-25 0 16,24 0-1</inkml:trace>
  <inkml:trace contextRef="#ctx0" brushRef="#br1" timeOffset="132628.443">31477 6077 0,'0'0'0,"149"0"31,-124 0-15,0 0-16,-1 0 16</inkml:trace>
  <inkml:trace contextRef="#ctx0" brushRef="#br1" timeOffset="134958.547">32221 5829 0,'0'0'0,"-25"-74"32,-24 49-17,24 25 1,0 0-1,0 25 1,25-1 0,-49 1-16,49 25 0,0 0 15,0-1-15,0 1 16,0-1-16,0 1 16,0-25-16,25 0 15,24 24 1,1-49-16,-1 0 15,-24 0-15,0-25 16,0 25-16,-25-24 16,50 24-16,-50-50 15,0 0-15,24 50 16,-24-24-16,0-26 16,-24 50 15,24 50-16,-50-26-15,50 26 16,0-25-16,0 24 16,50-49 31,-26 0-32,-24-49 1,0-1-16,0 25 15,0 1-15,0-51 16,-49 50 0,24 25-1,75 0 48,-26 0-63,26 0 15,-25 0 1,0 0 15,-25 50-15,49 0 0,-49-26-16,0 1 0,0 25 31,0-75 31,0 0-46,25 0-16,-25 1 16,25 24-1,0 24 1,-25 1-1,0 0-15,0 0 0,0 0 16,49-25 0,-49 49-16,25-49 15,0 0 1,-25-25-16,25 25 16,-25-49-16,24-1 15,-24 25-15,0 1 16,0-26-1,-49 50 32,49 25-47,0 0 16,0 24 0,0-24-1,74-25-15,-49 50 16,25-50-1,-50 24-15,24-24 0,-24 25 16,0 0 0,-49 0-1,-1-25 1,1 0 0,49-25-1,-25 25 1,25-25-16,0-24 15</inkml:trace>
  <inkml:trace contextRef="#ctx0" brushRef="#br1" timeOffset="135222.416">32990 5705 0,'0'50'63,"0"-1"-48,0 1-15,0 24 16,0 1-16,0-26 16,0 1-16,0 0 0,0-1 15,0-24-15,0 0 16</inkml:trace>
  <inkml:trace contextRef="#ctx0" brushRef="#br1" timeOffset="135726.179">32817 6028 0,'24'0'31,"1"-50"-31,25 50 16,-1 0-16,1 0 16,0 0-16,-26 0 15,26-25-15,-25 25 16,24 0-1,-73 25 48,-26 25-63,50-26 0,-25 1 16,25 0-1,0 25-15,50-50 63,-50-50-63,49 25 15,-49-24 1,0 73 31,0 1-32,25-25-15,-25 50 16,25-50-16</inkml:trace>
  <inkml:trace contextRef="#ctx0" brushRef="#br1" timeOffset="136280.861">33412 5953 0,'0'50'31,"0"-25"-15,0 24-1,50-74 63,-26 25-46,-24 25-17,0 0-15,0 25 16,25-50-16,-25 24 16,25-24-16,0 0 15,24-24 1,-49-1-1,25 0-15,-25 0 16,25-24-16,-25-26 0,0 1 16,0 24-1,0-24-15,0 24 0,0 25 16,0 75 15,0-1-15,0 1-16,0 25 15,0 24-15,0-50 16,0 1-16,0 0 16,0-26-16,0 1 15</inkml:trace>
  <inkml:trace contextRef="#ctx0" brushRef="#br1" timeOffset="136459.761">33561 6003 0,'0'0'15,"49"0"17,-24 0-32,25 0 15,-1-25-15,-24 25 16,0 0-16,0 0 15</inkml:trace>
  <inkml:trace contextRef="#ctx0" brushRef="#br1" timeOffset="138911.801">20762 6028 0,'0'0'0,"0"-25"31,0 74 16,-50 26-47,50-1 16,0-49-1,0 25-15,0-1 16,25-24-16,24 0 16,-24-25-16,25 0 15,-25 0 1,-1 0-16,1-25 15,-25-25-15,75 26 16,-75-1-16,24-25 16,-24 1-16,0-1 15,0 25-15,0-24 16,0 123 31,0-24-32,0-26 1,0 26-16,0 0 0,0-26 16,0 26-16,0-25 15,25-25 1,-25 49-16,25-49 16</inkml:trace>
  <inkml:trace contextRef="#ctx0" brushRef="#br1" timeOffset="139905.26">21406 6102 0,'0'-25'16,"0"50"-16,-24-50 31,-1 25-15,25 25 0,-50 25-16,50-1 15,0 1-15,-25-1 16,25-24-16,0 25 15,0-25 1,25-25 0,0 0-16,25 0 0,-26 0 15,51-25-15,-50 25 16,24-50-16,-24 50 16,-25-49-16,25 24 15,-25 0-15,0 0 16,0 50 31,-25 0-47,25 0 15,0-1-15,0 26 0,0-25 16,25-25 15,0 0-15,-1 0-16,26 0 15,-50-25 1,0-25 0,0 26-16,-25 24 15,0-50-15,1 50 16,-1 0-16,25-25 16,-25 25-16,50 0 31,24 0-16,1-49 1,0 49-16,-1 0 0,-24 0 16,25 0-1,-50 24 32,-25 26-31,25-25-16,-50 0 15,50 24 1,0-24 0,25 0-1,0-25 1,25 0-16,-26 49 0,1-49 16,-25 25-1,0 0 1,-25-25-1,1 0-15,-1 25 16,-25-25 0,25 0-1</inkml:trace>
  <inkml:trace contextRef="#ctx0" brushRef="#br1" timeOffset="140327.043">22324 6201 0,'0'25'31,"0"0"-16,0 0-15,0 24 16,-25 1-16,-24-1 16,24-24-16,0 0 15,0-25-15,-24 74 0,24-74 16,0 0-16,0 0 31,25-24-15,0-1-1,0 0-15,0 0 16,0 0-16,0-24 16,25 49-1,50 0 1,-51 0-16,1 25 16,0-1-16,-25 1 15,50 25-15,-50-25 16,49-1-16</inkml:trace>
  <inkml:trace contextRef="#ctx0" brushRef="#br1" timeOffset="140877.755">22870 6400 0,'0'0'0,"25"0"78,24 0-78,26 0 15,-1 0-15,-24 0 16,-1 0-16,-24 0 16,0 24-1</inkml:trace>
  <inkml:trace contextRef="#ctx0" brushRef="#br1" timeOffset="141103.631">22870 6672 0,'50'0'0,"-26"0"16,1 0-16,25 0 15,-1 0-15,1 0 16,0 0-16,-1 0 15,1 0-15,-25 0 0,24 0 16</inkml:trace>
  <inkml:trace contextRef="#ctx0" brushRef="#br1" timeOffset="141909.27">23688 6350 0,'0'50'94,"0"-26"-94,25 26 16,-25 0-16,0-1 15,25-24-15,-25 0 16,25-25-16,-25 49 16,25-49-1,24 0 17,-49-24-32,25-1 15,-25-25-15,25 1 16,-25-1-16,50 0 15,-50 1-15,24-1 0,-24 25 16,25 25 0,-25-24-16,0 48 31</inkml:trace>
  <inkml:trace contextRef="#ctx0" brushRef="#br1" timeOffset="143105.227">24408 6375 0,'0'0'0,"-25"0"47,0 0-47,-24 0 15,24 25-15,25 24 16,-50 1-16,50-1 16,0-24-16,0 25 15,0-25-15,0-1 16,50-24 0,-25 0-16,24 0 0,1 0 15,-1 0 1,-24 0-16,0-49 0,-25 24 15,50 25-15,-50-50 16,24 1-16,-24 24 16,0 0-16,0 0 15,0 50 17,0 0-17,0 0-15,0 0 16,0-1-16,0 26 0,0-25 31,25-25-31,25 0 16,-1 0-1,-49-25-15,25 25 16,-25-50-16,0-24 16,0 49-1,0 0-15,-25 1 16,1-26-1,-1 50-15,74 0 63,1 0-63,49-25 16,1 25-16,-51 0 15,1 0-15,-25 0 16,-50 0 46,-25 75-62,25-51 16,25 1-16,-24-25 16,24 50-1,0-25-15,0 24 31,74-49-31,-49 0 16,0 25-16,-1-25 16,-24 25-1,0 0 1,-24-25 0,-1 0-16,0 49 15,-25-49-15,26 0 16,-1 0-16</inkml:trace>
  <inkml:trace contextRef="#ctx0" brushRef="#br1" timeOffset="143408.227">25326 6424 0,'0'25'47,"0"0"-47,0 49 15,0 1-15,0-26 16,0 51-16,-50 24 15,50-25-15,0-25 16,-25-24-16,25 0 0,0-26 16,0 1-16,0 0 15</inkml:trace>
  <inkml:trace contextRef="#ctx0" brushRef="#br1" timeOffset="143919.969">25251 6573 0,'0'0'0,"75"-99"31,-26 74-31,-24 25 16,0 0-16,0 0 16,24 0-16,-24 0 15,0 25 1,-25 0-16,0 49 15,-25-49 1,-25 25-16,26-50 16,24 24-1,24-24 17,1 0-32,25 0 15,-25 0-15,-1 0 16,1 0-1,-25 25-15,0 25 16,-49-1 0,-26-49-1,-24 50-15,-25-50 16,0 0-16,-25 50 0,0-50 16,0 0-1</inkml:trace>
  <inkml:trace contextRef="#ctx0" brushRef="#br1" timeOffset="145608.91">21208 7491 0,'0'-25'16,"0"75"46,0-1-46,0 1-16,0-25 15,0 24-15,0 1 16,25-25-16,24-25 16,-24 25-16,0-25 0,0 0 15,0 0-15,24 0 16,-24-25-16,-25-25 16,50 25-16,-50 1 15,24-1-15,-24-25 16,0 25-16,0 1 15,0-1-15,0 50 63,0 24-63,0 1 0,-49-1 16,49 26-16,0-50 15,0 24-15,0 1 16,0-25-1,25-25-15,-25 49 0,24-49 16,-24 25-16</inkml:trace>
  <inkml:trace contextRef="#ctx0" brushRef="#br1" timeOffset="145973.725">21034 8161 0,'50'0'62,"24"0"-62,1 0 16,49 0-16,0 0 16,-25 0-16,0 0 15,-49 0-15,0 0 16,-26 0-16,1 0 15</inkml:trace>
  <inkml:trace contextRef="#ctx0" brushRef="#br1" timeOffset="146447.761">21258 8483 0,'-25'0'16,"25"25"46,0 25-62,0-1 16,0 1-16,0-1 15,0 1-15,25 0 16,-25-26-16,0 1 16,49-25-16,-49 50 0,25-50 15,0 0 16,0-25-15,-25 0-16,49-24 16,-49-1-16,75-24 15,-26-26-15,-24 26 16,25 24-16,-50 1 16,24 49-16,-24-25 15,25 25 1</inkml:trace>
  <inkml:trace contextRef="#ctx0" brushRef="#br1" timeOffset="147019.54">22051 8136 0,'-24'0'0,"24"-25"32,49 25 14,1 0-30,-1 0-16,-24 0 16,50 0-16,-51 0 15,26 0-15,-50 25 16</inkml:trace>
  <inkml:trace contextRef="#ctx0" brushRef="#br1" timeOffset="147261.941">22076 8409 0,'50'0'16,"-1"0"-1,1 0-15,-25 0 16,24 0-16,1 0 16,0 0-16,-1 0 0,-24 0 15,0 0-15</inkml:trace>
  <inkml:trace contextRef="#ctx0" brushRef="#br1" timeOffset="148522.787">23192 7789 0,'0'0'0,"0"-25"16,-49 25 15,-1 0-15,25 49-16,1 1 16,24 0-16,0-1 15,-50 1-15,50-25 0,0 0 16,25-25-16,-25 24 15,74-24-15,-49 0 16,0 0-16,24 0 16,1 0-16,-25 0 15,24-49-15,-49 24 16,25-25-16,-25 25 16,0 1-16,0-26 15,0 75 32,0 24-31,0-24-16,0 0 0,25 0 15,25-25 1,-26 0 0,26 0-1,-25 0 1,-25-50-1,-25 25 1,0 25 0,25-49-16,-49 49 15,49-25-15,24 0 47,26 25-31,0 0-16,-1 0 15,1 0-15,-25 0 0,-1-49 16,-48 73 31,-1-24-31,0 50-16,-25 0 15,50-1 1,0-24-1,25 0 1,0-25 0,25 0-16,-1 50 0,1-50 15,-25 0-15,-25 24 16,0 1 15,-25-25-15,0 0-16,-25 25 15,26-25-15,-1 0 16,0 0-16,0 0 16,25-25-1</inkml:trace>
  <inkml:trace contextRef="#ctx0" brushRef="#br1" timeOffset="148792.633">23986 7813 0,'25'0'31,"-25"25"-15,0 0-1,25 25-15,-25-1 16,0 26-16,0-26 16,0 1-16,0 0 0,0-26 15,0 1-15,0 25 16,0-25 0</inkml:trace>
  <inkml:trace contextRef="#ctx0" brushRef="#br1" timeOffset="149310.907">24036 7838 0,'0'-124'32,"0"75"-17,25 49-15,24-25 16,-24 25-16,0 0 16,24 0-1,-49 49 1,25-49-16,-25 50 15,0-25-15,0 24 32,50-49 30,-1 25-46,-49 0-1,0 25 1,-24-26 0,-1-24-1,-25 50-15,1-50 16,-26 0-16,1 0 0,24 0 16,25 0-16,1 0 15</inkml:trace>
  <inkml:trace contextRef="#ctx0" brushRef="#br1" timeOffset="150160.85">23044 8458 0,'49'0'63,"1"0"-63,49-49 0,75 49 15,49 0-15,-25 0 16,26 0-16,-26 0 15,-24 0-15,-26 0 16,-48 0-16,-76 0 16,-73 0 31</inkml:trace>
  <inkml:trace contextRef="#ctx0" brushRef="#br1" timeOffset="151226.283">23416 8979 0,'-50'0'15,"25"0"1,-49 25 0,49 0-1,25 25-15,-50-1 16,50 1-16,0-25 16,0-1-16,0 1 15,50-25 1,0 0-16,-1 0 15,1 0-15,24-49 0,-24 24 16,-1 0 0,1-25-16,-50 26 0,25-1 15,-25 0-15,0 0 16,-50 50 31,50 0-47,0 0 15,0 24-15,0-24 16,75-25 15,-51 0-31,1 0 16,0 0-16,-25-50 31,0 1-31,-25 49 16,0-25-16,1 25 15,-1-25-15,-25 25 16,100 0 31,-1 0-47,26 0 16,24-50-16,-24 50 15,-1-24-15,-24 24 16,-26 0-16,-48 24 62,-1 1-62,-25 0 16,50 25 0,-49-25-16,49 24 15,0-24 1,24-25-16,1 25 15,25-25-15,-25 49 16,-1-49-16,1 25 16,-25 0-1,-49 0 1,24-25 0,-25 49-16,1-49 15,-1 0-15,25 25 0,0-25 16,0 0-1</inkml:trace>
  <inkml:trace contextRef="#ctx0" brushRef="#br1" timeOffset="151691.559">24656 8930 0,'0'24'47,"0"26"-47,-25 0 16,-25-1-16,1 1 15,24 0-15,0-1 16,-24 1 0,-1-50-1,25 0 1,25-25 15,0 0-31,0-24 0,0 24 16,0 0-16,25 25 15,-25-25-15,25 25 16,0 0 0,24 25-1,-49 0-15,50 0 16,-50-1-16,49 26 16,-49-25-16,50 0 15,-50-1 1</inkml:trace>
  <inkml:trace contextRef="#ctx0" brushRef="#br1" timeOffset="153112.253">20464 4018 0,'-25'0'0,"0"0"15,-49 0 1,49 25-1,-25 25-15,-24 24 16,49 1-16,-24-1 16,49 25-16,-50 0 0,50 1 15,0-1-15,0 25 16,0-25-16,0 0 16,25 1-16,24 48 15,1-24-15,-50 0 16,50 0-16,-50 0 15,0 1-15,0-26 16,-25 25-16,-25-25 16,25 25-16,-24-25 15,-1-24-15,25-26 16,25-24-16,-49 0 16,98-25 62,-49 25-63,25-25-15,-25 74 16,50-24-16,-50 24 16,0 1-16,0-1 15,0 25-15,0 0 16,0 1-16,0 24 15,-25 24-15,25 1 0,0 0 16,-50-25-16,50 0 16,0 0-16,-49 0 15,49-49-15,0 24 16,0 0 0,0 0-16,0-24 0,0-1 15,25 0-15,-25 1 16,24-25-16,-24 49 15,50-25-15,-50 1 16,25-1-16,-25-24 16,0-1-16,49 1 15,-49-25-15,25-1 16,-25 1-16,25 25 16,-25-1-1,0-24 1</inkml:trace>
  <inkml:trace contextRef="#ctx0" brushRef="#br1" timeOffset="154459.732">10765 10964 0,'50'0'156,"-25"0"-140,24 0-16,26 0 16,-26 0-16,-24 0 15,0 0-15,0 0 16</inkml:trace>
  <inkml:trace contextRef="#ctx0" brushRef="#br1" timeOffset="154744.592">10790 11509 0,'25'0'31,"0"0"-31,24 0 16,1 0-16,-1 0 15,1 0-15,24 0 16,1 0-16,-25 0 16,24 0-16</inkml:trace>
  <inkml:trace contextRef="#ctx0" brushRef="#br1" timeOffset="155823.152">12229 10443 0,'-50'-50'31,"25"50"-15,-49 0-1,49 50-15,25-1 16,-50 1-16,50 0 16,0-1-16,0 26 0,0-26 15,0-24-15,25-25 16,25 25-16,-25-25 15,-1 0-15,26 0 16,0 0-16,-25 0 16,-1-50-16,26 25 15,-50 1-15,50-26 16,-50 25-16,0 0 16,0 1-1,-25 24-15,0 24 16,0 26-1,25 0-15,-49-1 16,49-24-16,0 0 16,24 0-1,26-25 1,-25 0-16,0 0 16,-1-25-16,1 25 15,-25-50-15,50 25 16,-50 1-16,0-1 15,0 0-15,-25-25 16,0 50-16,0-49 16,1 49-16,-26 0 15,75 0 32,24 0-31</inkml:trace>
  <inkml:trace contextRef="#ctx0" brushRef="#br1" timeOffset="156152.999">12849 10468 0,'25'0'15,"-50"0"-15,25 0 47,-25 24-31,-25 26-16,1-25 0,-1 24 15,50-24 1,-49 25-16,49-1 16,24-49-1,26 25-15,0-25 16,-1 0-16,1 25 16,-25-25-16,24 25 15,-49 24 16,-25-49-31,-24 25 16,24-25-16,0 0 0,0 0 16,1 0-1,-26 0-15</inkml:trace>
  <inkml:trace contextRef="#ctx0" brushRef="#br1" timeOffset="156611.786">12849 10071 0,'0'-25'16,"0"50"-16,25-50 0,-25 0 0,0 0 31,24 25-31,1 0 16,0 0-1,0 0-15,24 0 16,-49 75-1,0-50-15,0-1 16,-49 26-16,-1-25 16,1 0-16,24-1 15,0 26-15,25-25 32,25-25-1,24 25-31,26-25 15,-26 0-15,26 0 16,-1 0-16,-24 0 16</inkml:trace>
  <inkml:trace contextRef="#ctx0" brushRef="#br1" timeOffset="156899.169">13419 10443 0,'0'49'16,"0"-24"0,0 25-16,0-1 15,0 51-15,0-1 16,0 0-16,0-49 15,0-1-15,0 1 16,0-1-16,0-24 0,0 25 31,-24-50-31</inkml:trace>
  <inkml:trace contextRef="#ctx0" brushRef="#br1" timeOffset="157474.421">13395 10443 0,'0'0'16,"0"-99"-1,24 49 1,26 0 0,-25 50-16,0 0 15,24 0 1,1 25-1,-50 25-15,0-25 16,0-1-16,0 1 16,0 0-16,0 0 15,-50 24 1,75-49 31,0 0-32,24 0 1,-49 25-16,25-25 16,-25 50-16,25-1 15,-25 1 1,-50-25 0,26-25-16,-26 25 15,-24-25 1,24 49-16,-24-49 15,-1 0-15,26 0 16,24 0-16</inkml:trace>
  <inkml:trace contextRef="#ctx0" brushRef="#br1" timeOffset="158203.031">12179 11385 0,'-25'0'16,"0"0"15,75 0 0,25 0-15,73 0-16,26 0 15,99 0-15,0 0 16,0 0-16,-50 0 16,-50 0-16,-49 0 15,-24 0-15,-51 0 16,-24 0-16,-75 0 47,1 0-47</inkml:trace>
  <inkml:trace contextRef="#ctx0" brushRef="#br1" timeOffset="159547.713">12526 12005 0,'-24'0'0,"24"-24"15,-25 24 1,0 0 0,0 0-16,-24 24 15,24 26-15,25 0 16,-25-1-16,25 1 15,0-25-15,0 0 16,25 24 0,0-49-16,24 0 15,1 0-15,24-25 16,1 25-16,24-74 16,-25 49-16,-24-25 15,-25 26-15,24-26 16,-98 50 31,49 50-47,-50-26 15,50 26-15,0 0 16,0-25-16,0-1 16,50-24 15,-1 0-31,-24-24 15,25-26 1,-50 25-16,0-25 31,-50 50-31,25-49 0,-24 49 16,24 0 0,0 0-16,75 0 31,-1 0-16,1 0-15,49-25 16,25 25-16,-25-74 16,-24 74-16,-1 0 15,-24-25-15,-25 25 16,-50 0 31,-25 49-47,25-24 15,1 0-15,24 0 16,-50 24-16,50-24 16,0 0-1,25-25 1,0 0-16,24 25 16,-24-25-16,0 0 15,-25 50-15,25-50 16,-25 24-16,0 1 15,-25-25 1,0 25-16,0-25 16,0 25-16,1-25 0,-26 0 15,25 0 1,0 0-16</inkml:trace>
  <inkml:trace contextRef="#ctx0" brushRef="#br1" timeOffset="160176.415">13618 11733 0,'0'-25'16,"0"0"-1,0-25 1,25 50-16,-25-24 15,24 24-15,26 0 16,0 24 0,-50 26-1,0-25-15,0 0 16,-25-1-16,25 1 16,-50 25-16,25-25 15,1-25-15,-1 49 0,-25-49 16,50 25-1,50-25 32,-1 0-47,1 0 16,-25 0-16,24 0 16,1 0-16,0 0 15</inkml:trace>
  <inkml:trace contextRef="#ctx0" brushRef="#br1" timeOffset="160654.605">14287 11931 0,'0'50'62,"-24"-26"-46,24 26-16,-50 0 16,25 24-16,0-24 0,-24-1 15,24-24 1,0 0-16,0-25 15,-24 74-15,24-74 16,0 0 15,25-24-31,0-26 16,0 25-16,0-24 16,0-1-16,0 0 15,25 50 1,25 0-1,-26 0 1,26 25-16,-25 0 0,0 0 16,24 24-1,-49-24-15,50 0 0</inkml:trace>
  <inkml:trace contextRef="#ctx0" brushRef="#br1" timeOffset="166225.322">1116 6995 0,'0'-25'16,"0"75"62,0-1-63,0 1-15,0-25 16,0 24 0,25-49-16,0 0 15,24 0-15,51-49 16,73-100-16,26-25 16,24 25-16,25-24 15,0 24-15,-99 50 16,-50 74-16,-49 25 15,-25 0-15</inkml:trace>
</inkml:ink>
</file>

<file path=ppt/ink/ink1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51:39.639"/>
    </inkml:context>
    <inkml:brush xml:id="br0">
      <inkml:brushProperty name="width" value="0.05292" units="cm"/>
      <inkml:brushProperty name="height" value="0.05292" units="cm"/>
      <inkml:brushProperty name="color" value="#002060"/>
    </inkml:brush>
  </inkml:definitions>
  <inkml:trace contextRef="#ctx0" brushRef="#br0">16694 2133 0,'-50'-25'16,"25"1"62,0 24-47,1 0-15,-1 0-1,0 0 1,-25 0 15,50 24-15,-24-24-16,24 25 16,-25 25-16,25-25 15,-50 24 1,50 1-16,0-1 15,-25-49 1,25 25-16,0 25 16,-25-50-1,25 25-15,0-1 16,-24-24 0,24 50-16,0 0 15,0-1 1,0 1-1,0-25 1,0 24 0,0-24-1,-25-25-15,25 50 16,0-25 0,0 24-1,0-24 1,0 25-1,0-26 1,0 1-16,0 0 31,0 25-31,0-26 16,25-24 0,24 25-1,1-25 1,-50 25-16,25-25 15,24 0-15,-24 0 16,0 0-16,25 50 16,-1-50-16,1 0 15,-1 0-15,1 0 16,0 0-16,-26 0 16,26 0-16,0 0 15,-1 0-15,1 0 16,-1 0-16,1 0 0,-25 0 15,0 0-15,-1 0 16,26 0-16,0 0 16,-26 0-16,26-25 15,0 25-15,-1 0 16,1 0-16,-25 0 16,24 0-16,-24 0 15,25 0-15,-1 0 16,1 0-16,-25 0 15,24 0-15,1 0 16,0 0-16,-1 0 16,1 0-16,-1 0 0,1 0 15,-25-25-15,0 25 16,24 0-16,-24 0 16,0 0-16,24 0 15,1 0-15,-25 0 16,24 0-16,1 0 15,-25 0-15,25 0 16,-1 0-16,-24 0 16,25 0-16,-26 0 15,1 0-15,25 0 16,-25 0-16,-1 0 16,1 0-16,0 0 15,25 0-15,-26-25 16,1 25-16,0 0 0,0 0 15,0 0-15,24-49 16,-24 49-16,0 0 16,0 0-1,-1 0-15,26 0 16,0 0 0,-26 0-16,26 0 15,-25 0-15,0 0 16,-1 0-16,1-25 15,0 25-15,25 0 16,-1 0 0,1 0-1,-25 0-15,-25-25 16,74 25-16,-24 0 16,-25 0-1,24 0 1,-49-25-16,25 25 15,0 0 1,0 0 0,24-49-1,-24 49 1,0 0 0,0 0-1,-25-25-15,24 25 16,26 0-16,-25 0 31,-25-25-15,25 25-1,-1 0 17,-24-25-32,25 25 31,-25-25-16,0 1 17,25-26-17,-25 25-15,0 0 16,50 25 0,-50-24-16,0-1 15,0-25 1,0 0-1,0 1 1,0 24 0,0 0-1,0 0 1,0-24 0,0 24-1,0-25 1,0 1-1,0 24 1,0 0 0,-25 25-1,25-49-15,0 24 16,0 0 15,-25 25-15,25-25-16,-25 25 31,25-25-31,-25 25 16,1-49-1,-26 49 1,50-25 0,-50 25-16,26 0 15,-26-25-15,25 25 16,0 0-16,1-25 15,-26 25-15,0 0 16,1 0-16,-26 0 16,26 0-16,-1-49 15,-24 49-15,24 0 16,0 0-16,-173 0 31,149 0-15,-1 0-16,26 0 0,-26 0 15,1 0-15,-100 0 32,125 0-32,-100 0 31,124 0-31,0-25 16,-74 25-1,49 0 1,-98 0-1,98 0-15,0 0 16,-98 0 15,123 0-31,-74-25 16,49 25-16,25 0 16,-74 0-1,49 0-15,1 0 16,-1 0-16,-124 0 31,150 0-15,-1 0-16,0 0 15,-49 0 1,24 0 0,-24 0-1,49 25-15,-25-25 31,1 0-31,24 0 16,0 25 0,0-25 15,0 0-15,-24 49 30,24-49-14,25 25-1,-25-25-15,50 0 46</inkml:trace>
  <inkml:trace contextRef="#ctx0" brushRef="#br0" timeOffset="7962.64">9252 3894 0,'25'0'109,"0"0"-93,24 0-16,-24 0 15,25 0-15,-1 0 16,1 0-16,0 0 15,-1 0-15,1 0 16,-25 0-16,24 0 16,1 0-16,-1 0 15,1 0-15,0 0 0,-1 0 16,1 0-16,0 0 16,-1 0-16,1 0 15,24 0-15,-24 0 16,24 0-16,-24 0 15,-1 0-15,26 0 16,-1 0-16,-24-49 16,-1 49-16,1 0 15,0 0-15,-26 0 16,26 0-16,0 0 16,-1 0-16,1 0 15,-1 0-15,1 0 16,0 0-16,-1 0 0,26 0 15,-26 0-15,26 0 16,-1 0-16,-24 0 16,24 0-16,1 0 15,-26 0-15,1 0 16,-1 0-16,1 25 16,0-25-16,-26 0 15,26 24-15,-25-24 16,0 0-16,-1 0 15,26 0-15,0 25 16,-1-25-16,-24 0 16,25 0-16,-1 0 0,1 0 15,0 50 1,-1-50-16,-24 0 0,0 0 16,0 0-16,-1 0 15,26 0-15,-25 0 16,24 0-16,-24 0 15,25 0-15,-25 0 16,-1 0-16,1 0 16,0 0-16,0 0 15,24 0-15,-24 0 16,0 0-16,0 0 16,0 0-16,-1 0 15,1 0-15,25 0 16,-25 0-16,0 0 0,-1 0 15,1 0-15,0 0 16,25 0 0,-26 0-16,1 0 0,25 0 15,-25 0 1,-1 0 15</inkml:trace>
  <inkml:trace contextRef="#ctx0" brushRef="#br0" timeOffset="20684.619">22597 3572 0,'0'-25'47,"0"50"62,0 0-93,0-1-16,0 1 16,0 0-16,25 25 15,-25-25-15,0-1 16,0 1-16,25 0 15,-25 25-15,0-26 16,24 26 0,-24 0-1,0-26 1,50-24 46,-50-24-46,50-1 0,-50-25-16,49 1 15,-49-1-15,50 0 16,-50 1-16,50-1 16,-50 0-16,0 26 0,24 24 15,-24-25-15</inkml:trace>
  <inkml:trace contextRef="#ctx0" brushRef="#br0" timeOffset="21225.478">23192 3746 0,'50'0'31,"-25"24"-15,0-24-16,-1 0 15,1 0-15,0 0 16,25 0-16,-26 0 16,1 0-16,0 25 15,0-25 1</inkml:trace>
  <inkml:trace contextRef="#ctx0" brushRef="#br0" timeOffset="21460.368">23242 3994 0,'25'0'32,"24"0"-17,-24 0 1,0 0-16,25 0 16,24 0-16,-24 0 15,24 0-15</inkml:trace>
  <inkml:trace contextRef="#ctx0" brushRef="#br0" timeOffset="22165.016">24408 3621 0,'0'-24'15,"-25"24"1,0 0 15,0 0-31,25 24 16,-49 26 0,49 25-16,-50 24 0,50 0 15,0-25-15,0 50 16,0 0-16,25-24 15,25-1-15,-26 0 16,26 0-16,-25-24 16,24-26-16,-24 1 15,0-50-15</inkml:trace>
  <inkml:trace contextRef="#ctx0" brushRef="#br0" timeOffset="22817.664">25202 3671 0,'0'0'16,"0"-50"0,0 75 46,0 0-62,0 0 16,0 0-16,0 0 15,0-1-15,0 1 16,0 25-16,0-1 16</inkml:trace>
  <inkml:trace contextRef="#ctx0" brushRef="#br0" timeOffset="23109.574">25003 3994 0,'0'0'0,"25"0"62,0 0-62,0 0 16,-1 0 0,1 0-16,0 0 0,0 0 15,24 0-15,-24 0 16,0 0-16,-25 24 15</inkml:trace>
  <inkml:trace contextRef="#ctx0" brushRef="#br0" timeOffset="23750.202">25028 4291 0,'0'0'0,"0"-25"47,0-24-31,0 24-1,50 25-15,-1 0 16,1 0 0,-25 74 15,-25-24-31,0-25 15,0 0-15,-75-25 16,50 49-16,1-49 16,24 25-16,-50-25 15,75 0 17,24 0-17,-24 0 1,0 0-16,0 0 0,0 0 15,-1 0 1,-24 50 0,-24-1-1,-1-49-15,-25 50 16,25-50-16,1 0 16,-1 25-16,-25-25 15,25 0 1</inkml:trace>
  <inkml:trace contextRef="#ctx0" brushRef="#br0" timeOffset="24187.046">25549 4341 0,'-50'25'62,"50"-1"-62,-25 1 0,25 25 16,0-25-16,0-1 16,0 26-1,25-50 1,0 0 0,0 0-16,24 0 15,-24 0 1,-25-50-1,0 1-15,0 24 16,-25 0-16,1 0 16</inkml:trace>
  <inkml:trace contextRef="#ctx0" brushRef="#br0" timeOffset="24892.661">26268 3572 0,'0'0'0,"0"49"78,0 1-63,0 25 1,0-26-16,-25 1 0,25-25 16,0-1-16,0 1 15,25-25 16,25 0-15,-1 0 0,1-49-1,-50 24-15,25-25 16,-25 25-16,0 75 47,0 0-47,-25-1 15,25 1-15,0-25 16,0-1-16,0 1 16,74-25 15,-49 0-31,0 0 16,-25-25-1,0-49 1,0 49-16,0 0 15,-25 1-15,0 24 0,1-50 16,-26 50 0,0 0-16</inkml:trace>
  <inkml:trace contextRef="#ctx0" brushRef="#br0" timeOffset="25094.568">26095 3795 0,'49'0'15,"-24"0"1,0-25 0,0 25-16,24 0 15,1 0-15,-25 0 0</inkml:trace>
  <inkml:trace contextRef="#ctx0" brushRef="#br0" timeOffset="25863.236">27409 3572 0,'0'-25'0,"0"0"47,0 50 15,0 25-62,0-1 16,0 1-16,0 0 16,0-26-16,0 1 15,0 25-15,-25-25 16</inkml:trace>
  <inkml:trace contextRef="#ctx0" brushRef="#br0" timeOffset="26109.131">27112 3944 0,'24'0'16,"26"0"-1,0 0-15,24 0 16,0 0-16,1 0 16,-1 0-16,1 0 15,-51 0-15,26 0 16,-25 0-16</inkml:trace>
  <inkml:trace contextRef="#ctx0" brushRef="#br0" timeOffset="26429.943">27409 4242 0,'0'49'62,"0"-24"-62,0 0 16,0 0 0,-25 24-16,25 1 0,0-25 15,-49-1-15,49 26 16</inkml:trace>
  <inkml:trace contextRef="#ctx0" brushRef="#br0" timeOffset="26818.72">27732 4366 0,'-25'0'47,"25"74"-31,-25-49-16,25 0 15,0 24-15,0 1 16,25-50 15,24 0-31,1 0 16,-25 0-16,-25-25 0,49 25 15,-49-50 1,0 26-16,0-1 0,0 0 16,0 0-1,0 0-15,-74-24 16,49 49-16,0 0 16</inkml:trace>
  <inkml:trace contextRef="#ctx0" brushRef="#br0" timeOffset="27149.579">28253 3646 0,'0'0'15,"0"-25"-15,24 25 32,1 25-17,25 50-15,-1 49 16,1 25-16,-50-1 15,0 1-15,0 0 16,-25-25-16,-24-25 0,-51 0 16,1-24-16</inkml:trace>
  <inkml:trace contextRef="#ctx0" brushRef="#br0" timeOffset="28529.902">29146 3721 0,'0'0'16,"-25"25"30,25 24-30,0 1 0,49-50 15,1 0-15,-50-25-16,0 0 15,0-24 1,-25 24-1,0 25-15,1-50 16,-1 50 0,25-25-16,25 25 47,24 0-47,1 0 15,-1 0-15,1 0 16,-25 0-16,0 0 15,-1-49-15,26 49 16,-25-25-16,0 25 0,-25-50 16,24 50-16,-24-49 15,0 24-15,0-25 16,0 25 0,0-24-16,0 24 15,-24 25 1,-1 25 31,25 0-47,0 24 15,0-24-15,-50 25 16,50-1-16,0 1 0,0-1 16,0 26-1,0-1-15,0-24 0,25 0 16,-25-1-16,0-24 15,25 25-15,-25-1 16,0-24 0</inkml:trace>
  <inkml:trace contextRef="#ctx0" brushRef="#br0" timeOffset="28741.85">29369 3845 0,'0'-25'0,"49"25"16,1 0-16,0-25 16,-1 25-16,1 0 15,-1 0-15,1-49 16,0 49-16,-1 0 15,1 0-15</inkml:trace>
  <inkml:trace contextRef="#ctx0" brushRef="#br0" timeOffset="29158.608">30683 3522 0,'0'0'0,"0"-25"15,-24 25 16,-26 0-15,25 25 0,0-25-16,1 50 15,24-25-15,-50-1 0,50 1 16,0 0-16,0 25 16,0-25-16,0-1 15,25 26 1,0-50-16,-1 0 15,26 0-15,0 0 16,-26 0-16,1 0 16,25 0-1</inkml:trace>
  <inkml:trace contextRef="#ctx0" brushRef="#br0" timeOffset="33450.389">918 6970 0,'25'0'125,"-25"50"-109,24-25-16,-24-1 15,50 26-15,24-50 16,-49 0 0,50 0-16,24-50 0,50-74 15,24-25-15,51-24 16,-1-1-16,74 1 16,-73 24-16,-51 50 15</inkml:trace>
</inkml:ink>
</file>

<file path=ppt/ink/ink1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52:28.839"/>
    </inkml:context>
    <inkml:brush xml:id="br0">
      <inkml:brushProperty name="width" value="0.05292" units="cm"/>
      <inkml:brushProperty name="height" value="0.05292" units="cm"/>
      <inkml:brushProperty name="color" value="#002060"/>
    </inkml:brush>
  </inkml:definitions>
  <inkml:trace contextRef="#ctx0" brushRef="#br0">28178 9376 0</inkml:trace>
  <inkml:trace contextRef="#ctx0" brushRef="#br0" timeOffset="16359.47">6573 1736 0,'-25'0'16,"1"0"0,-26 0-1,25 0-15,-24 0 16,24 0-16,-25 0 16,25 0-1,1 0-15,-1 0 16,0 0-16,-25 0 15,50 25-15,-24-25 16,24 50 15,0-25 1,0-1-17,0 1 1,0 0-1,49-25 1,1 0-16,-25 0 16,24 0-1,1 0 1,-25 0 0,-1-25-1,1-24 1,-25 24-1,0-25 1,0 25 0,-25 25-1,25-24-15,-24 24 16,-26-25 0,25 25-1,-24 0-15,-1 0 16,25 0-1,0 0 1,-24 0-16,24 0 16,0 0-1,0 0 1,25 25 0,-24-25-1,24 24-15,0 1 16,0 0-1,0 25 1,24-50 0,1 24-1,25-24-15,-1 0 0,1 0 16,0 0-16,-1 0 16,-24 0-16,0 0 15,24-49-15,1 24 16,-50 0-1,0 0 1,0 1 0,0-26-1,-25 50 1,25-25-16,-25 25 16,-24-25-1,-1 25 1,1 0-1,-1 0 1,25 0-16,-24 0 16,24 0-16,0 0 15,-25 0 1,50 25-16,-24-25 16,-1 50-1,25-25 1,-50-25-1,50 24-15,0 1 16,0 0 0,25-25-1,-25 25-15,50-25 16,-1 0-16,1 0 16,-1 0-16,26 0 15,-26 0-15,1 0 0,-25 0 16,0 0-16,24 0 15,-49-25 1,25 25-16,-25-25 16,0 0-1,0-24 1,-25 24 0,-24 0-1,24 25-15,0 0 0,-25-50 16,26 50-1,-1 0-15,0 0 0,0 0 16,-24 0 0,-1 0-1,0 25 1,26 0 0,24 0-1,-50-25-15,50 25 16,0 24-1,-25-49-15,25 25 16,0 25 0,0-25-1,0-1 1,25-24-16,25 25 16,-26-25-1,26 0-15,0 0 16,-1 0-16,1 0 15,-25-25-15,24-24 16,-49 24 0,0-25-1,0 1 1,-25 24 0,-49 25-1,49 0 1,0 0-16,1 0 15,-26 0 1,0 0-16,26 0 16,-1 0-1,25 25 1,-50 24 0,50-24-1,-25-25-15,25 25 16,0 0-1,0 0 17,75-25-17,-26 0 1,1 0-16,0 0 16,-1 0-16,1 0 0,-25 0 15,-25-25-15,24 25 16,-24-25-1,0-25 1,0 1 0,-24 49-16,24-25 15,-50 25-15,25-50 16,-24 50 0,49-49-16,-25 49 15,0 0-15,-25 0 31,26 24-31,-1 1 16,-25 25 0,25-25-1,25 0 1,-24-25 0,24 49-16,0-24 15,0 0 1,0 0-1,49-25 1,-24 0 0,25 0-16,-26 0 15,51 0-15,-26 0 0,1 0 16,-25 0-16,-25-25 16,49 25-16,-49-50 15,0 25 1,0 1-16,0-26 15,0 0 1,-24 50 0,24-25-16,-50 25 15,0 0 1,1 0-16,24 0 16,-25 0-1,26 0 1,24 25-16,-25 25 15,25-25 1,0 0 0,0 24-1,25-49-15,-1 25 16,26-25-16,0 0 16,24 0-16,-24 0 15,-1 0-15,26 0 16,-26 0-16,1 0 15,-1 0-15,-24 0 16,0-25-16,25-24 16,-50 24-1,-25 0 17,0 25-32,0 0 15,-24 0-15,24 0 16,0 0-16,0 0 15,-24 0-15,24 0 16,25 25 0,-50-25-16,50 25 15,0 24 1,0-24 0,25 0-1,25-25 1,-1 0-16,-24 0 15,0 0-15,0 0 0,-1 0 16,1 0-16,25 0 16,-25-50 15,-25 25 0,-75 25 0,50 0-31,-24 0 16,24 25-16,-25 0 16,1 0-1,49 0 17,25-25-17,49 49 1,-24-49-1,-26 0-15,1-25 16,0 25-16,0-24 16,24 24-1,-49-25-15,50 25 16,-50-25 15,-25 25 16,-24 0-47,24 0 16,25 50-1,0-26 17,49-24-17,-24 0 1,25 0-1,-1 0 1,-24 0 0,-25-24-16,25-26 15,-25 0 17,0 26-17,-50-1 1,26 25-16,-26 0 15,25 0-15,0 0 16,1 0-16,-1 0 16,25 49-16,-25-49 15,25 50-15,0-25 16,0 0 15,50-25-31,-26 0 16,1 0-16,0 0 15,0 0 1,24 0-16,-24-25 0,0 0 31,-25-25-31,0 26 16,0-26 0,0 0-1,-74 50 1,49 0-16,-25 0 15,1 0-15,-1 0 16,0 25-16,26-25 0,24 25 16,-25-25-1,25 25-15,0 0 16,25-25 15,24 0-15,-24 0-16,25 0 15,-1 0-15,1 0 16,-25 0-16,49-50 16,-49 50-16,-25-25 15,25 25-15,-25-25 16,0-24 15,-50 49-31,25 0 16,-24 0-16,-1 0 15,-24 0-15,-1 0 16,26 0-16,-26 24 0,1-24 16,49 25-16,0-25 15,25 25-15,-49-25 16,49 25 0,24 25-1,26-50 1,0 0-1,-26 0-15,51 0 16,-26 0-16,1 0 16,0-50-16,-26 50 0,26-25 15,-50 0 1,0 0 15,-25 25-31,0 0 16,-24 0-16,-1-24 15,1 24-15,-26 0 16,26 0-16,-1 0 16,25 0-16,0 0 15,-24 0-15,24 0 16,25 24 0,0 1-1,50-25 16,-1 0-31,-24 0 0,25 0 16,24 0-16,0 0 16,-24 0-16,0 0 15,-26 0 1,1 0-16,0-25 16,-25-24 15,-50 49-16,26 0 1,-26 0-16,-24 0 0,24 0 16,0 0-1,1 25-15,-1-25 0,1 0 16,24 49-16,0-49 16,-25 25-1,26-25-15,24 25 16,0 0-1,24-25 17,26 0-32,0 0 15,24 0-15,0 0 16,-24 0-16,24 0 16,1 0-16,-26 0 15,1 0-15,-25 0 16,0 0-1,-25 49 64,-50-24-64,25 0 16,25 0 1,-25-25-32,25 49 15,-24-49 1,-1 0 0,25 25-16,-50-25 15,75 0 32,0-49-31,0 49-16,-1-25 15,26 25-15,-25-25 16,24 25-16,-24 0 16,-74 0 30,-1 0-30,0 25-16,1-25 16,-1 49-16,25-49 15,-24 0-15,-1 25 16,1-25-16</inkml:trace>
  <inkml:trace contextRef="#ctx0" brushRef="#br0" timeOffset="21859.58">6300 3448 0,'0'0'0,"25"0"63,25 0-63,24 0 16,-24 0-16,24 0 15,1 0-15,-26 0 16,26 0-16,-26 0 15,1 0-15,-25 0 16,0 0 0</inkml:trace>
  <inkml:trace contextRef="#ctx0" brushRef="#br0" timeOffset="22107.438">6871 3299 0,'50'25'46,"-50"0"-46,0 24 16,0-24-16,0 0 16,0 0-16,-25-1 15,25 1-15,-50 25 16,50-25-16,-50-25 16</inkml:trace>
  <inkml:trace contextRef="#ctx0" brushRef="#br0" timeOffset="23052.102">7367 3398 0,'25'0'62,"24"0"-46,1 0 0,-50-25-16,25 25 15,-25-24 1,49 24-16,-49-25 15,0 0 1,0-25 0,-24 50-1,-1 0 1,-25 0 0,1 0-16,49 25 15,-25-25-15,25 25 16,-50-25-16,50 50 15,0-1 1,0-24-16,0 25 16,0-26-1,25-24 1,0 0 0,0 0-16,-1 0 15,1 0-15,0 0 16,0 0-16,24 0 0,-24 0 15,0-49 1</inkml:trace>
  <inkml:trace contextRef="#ctx0" brushRef="#br0" timeOffset="23347.986">7789 2952 0,'0'0'0,"0"25"47,0 24-47,0 1 15,0-1 1,0 1-16,0 0 0,0-26 15,0 26-15,0 0 16,0-1-16,0-24 16,0 25-16,0-26 15</inkml:trace>
  <inkml:trace contextRef="#ctx0" brushRef="#br0" timeOffset="23817.786">8012 3349 0,'25'0'31,"24"0"-15,-24-25 0,0 0-1,-25-25 17,0 26-17,-25 24 1,0 0-1,-24 24 1,-1 26 0,25 0-1,25-1 1,0-24 0,0 25-1,25-50 1,-25 24-16,50-24 0,-1 0 15,1 0-15,-25 0 16,24 0-16,1 0 16</inkml:trace>
  <inkml:trace contextRef="#ctx0" brushRef="#br0" timeOffset="24147.617">8434 3324 0,'0'-25'16,"-50"25"31,0 0-32,50 50-15,-24-50 16,24 49-16,-50 1 15,50-25 17,25 24-17,24-49 1,-24 0-16,0 0 16,25 0-16,-26-25 15,1 25-15,0-24 16</inkml:trace>
  <inkml:trace contextRef="#ctx0" brushRef="#br0" timeOffset="24424.475">8607 3026 0,'0'0'0,"0"25"63,0 25-48,50-1-15,-50 26 16,0-26-16,0 1 16,0 24-16,0-24 0,0-1 15,0-24 1,0 0-16,0 0 15</inkml:trace>
  <inkml:trace contextRef="#ctx0" brushRef="#br0" timeOffset="25563.854">8657 3349 0,'0'-25'31,"0"0"-15,25 25-1,-1 0-15,1 0 16,0 0-16,25 0 15,-26 0-15,26 0 16,0 74 0,-50-49-1,0 0-15,0 0 16,0 24-16,0-24 16,0 25-1,-25-50 1,25-25 15,0 0-15,0-24-16,0 24 15,0 0-15,25 0 16,-25 0-16,49 25 16,-24-49-16,0 49 15,0 0-15,24 0 16,1-25-16,-25 25 15,0 0-15,24 0 16,-24 0-16,25 0 16,-75 0 46,0 50-46,-25-1-1,50-24 1,-24 0-16,24 0 16,0-1-16,-50 26 15,50 0 1,0-26 0,25-24-16,0 0 15,-1 0 1,1-24-1,-25-1 1,25-25-16,-25 25 16,0-24-16,0 24 15,0 0-15,0 0 16,0 1 0,50 24-16,-26 0 15,26 0 1,0 24-1,-26 51 1,-24-26 0,0-24-1,0 0 17,0-50 14,0-24-30,50-1-16,-50 0 16,50 1-16,-26 49 15,1 0-15,25 0 16,-1 25 0,-49 24-16,0 1 15,0-1 1,0 1-16,0-25 0,0 0 15,0 24 1,-49-49-16,24 50 16</inkml:trace>
  <inkml:trace contextRef="#ctx0" brushRef="#br0" timeOffset="26878.154">4390 4242 0,'-24'0'0,"-26"0"31,50 49 32,50-49-48,-1 0-15,50 25 16,1-25-16,48 0 16,26 0-16,0 0 15,-25 0-15,-25 0 0,-25 0 16,-50 0-16,1 0 15,-25 0 1,24 0-16,-73 0 47,-26 0-31,25 0-16,0 0 15</inkml:trace>
  <inkml:trace contextRef="#ctx0" brushRef="#br0" timeOffset="27642.842">5928 5184 0,'-24'0'16,"73"0"46,26 0-62,49 0 16,0 0-1,-25 0-15,-25 0 0,25 0 16,-24 0-16,-26 0 16,-24 0-16,25 0 15,-75 0 32,0-25-31</inkml:trace>
  <inkml:trace contextRef="#ctx0" brushRef="#br0" timeOffset="28593.421">4862 6028 0,'25'0'47,"24"0"-31,-24 0-1,49 0-15,1 0 16,-1 0-16,50 0 0,0 0 16,-25 0-16,25 0 15,-24 0-15,-51 0 16,1 0-16,0 0 15,-26 0 1,-24-25 15</inkml:trace>
  <inkml:trace contextRef="#ctx0" brushRef="#br0" timeOffset="29912.038">7020 4390 0,'0'-24'0,"25"-1"15,24 25 1,-24 0 0,0 0-1,-25 74 1,0-49-16,0 25 16,0-1-16,0 1 15,0-1-15,-75 26 16,75 24-16,-24 0 15,24-24-15,0-26 16,0 26-16,0-26 16,0 1-16,0-25 15,24-25-15,26 49 16,0-49-16,-1 0 0,1 0 16,-25 0-16,-1 0 15,-24-24 16,-24 24-15,-1 0 0,0 24-16,0-24 15,-24 50-15,24-25 16,25 24-16,-50-24 16,50 25-16,-25-1 15,25 26-15,0-26 16,-49 26-16,49-1 0,0-24 15,0 24-15,0-24 16,0 24-16,0-24 16,0-25-16,0 0 15,0-1-15,0 26 16,-25-50 0,25 50-16,-25-50 15,25 24-15,-74-24 16,49 0-16,-25 0 15</inkml:trace>
  <inkml:trace contextRef="#ctx0" brushRef="#br0" timeOffset="33228.148">7962 4961 0,'0'-25'16,"0"75"47,0-1-48,0 1-15,0 0 16,0-26-16,0 26 15,0 0-15,0-26 16,0 26 0,0-25-1</inkml:trace>
  <inkml:trace contextRef="#ctx0" brushRef="#br0" timeOffset="33889.797">7937 4986 0,'0'-25'16,"0"0"0,25 25 15,0 0 16,25 0-32,-50 25-15,49 0 16,1 0-16,-50 24 16,25-24-16,-25 25 15,0-26-15,25 1 16,-25 0 0,49-25 30,-49-25-46,25-24 16,-25-1-16,50-24 16,-50 24-16,49 0 15,-49 26-15,25 24 16,-25-25-16,25 25 31,-25 25-15,0-1-16,49 26 15,-49 0-15,0-1 16,0 1-16,0-1 16,0-24-16,0 0 0,0 25 15,0-1 1,0-24 0</inkml:trace>
  <inkml:trace contextRef="#ctx0" brushRef="#br0" timeOffset="35089.129">8806 5085 0,'0'-25'15,"-25"25"17,-25 0-17,50 75 1,-49-51-16,49 1 15,0 0-15,-50 25 0,50-1 32,50-49-1,-1 0-15,-49-25-16,25 25 15,-25-74-15,25 49 16,-25 0-16,0-24 15,0 24 1,0 50 15,0 0-15,0 24-16,0-24 16,0 0-16,0 24 15,25-49 1,24 0-1,-24 0 1,25-24-16,-26-1 16,1 0-16,-25 0 15,50-24-15,-50-1 16,50 0-16,-50 1 16,0 24-1,-25 25 16,0 25-31,0 0 16,25-1-16,0 1 16,0 0-16,0 25 15,0-1 1,25-49-16,0 0 16,24 0-16,1 0 15,-25 25-15,24-25 16,-24 25-1,-25 0 1,0-1 0,-25-24-16,25 50 15,-49-50-15,49 25 32,0-50-17,0 0 1,49-24-1,-24-26-15,25 26 0,-1-1 16,-24-24-16,-25 49 16,25-25-16,-25 25 31,-25 25-15,0 0-16,1 25 15,-26 25 1,50-1-1,0-24 1,25 25-16,24-50 16,-24 0-16,25 49 15,-25-49-15,-1 50 16,-24-25 0,0 0-1,-24-25 1,24 24-16,-50-24 15,0 25 1,26-25 0</inkml:trace>
  <inkml:trace contextRef="#ctx0" brushRef="#br0" timeOffset="35360.003">9699 4787 0,'0'0'0,"0"25"31,0 25-15,24-1-16,-24 1 0,0 24 15,0 1 1,0-26-16,0 1 16,0 0-16,0-26 0,0 1 15,0 0 1</inkml:trace>
  <inkml:trace contextRef="#ctx0" brushRef="#br0" timeOffset="36401.424">9922 5259 0,'0'-25'0,"25"25"15,-25-25 1,24 25-16,-24-25 15,50 25 1,-50-25-16,25 25 0,-25-49 16,25-1-1,-25 1 1,0 24 0,-25 25-1,-25 0 1,-24 74-1,74-49-15,-25 0 16,25 0 0,0 24-16,0 1 0,0-25 15,0-1-15,0 1 16,0 0 0,50-25-1,-1 0 1,-24 0-16,25 0 15,-25 0-15,-1 0 16,1-74-16,25 49 16,-25-25-16,-1 1 15,26-1-15,-50 0 16,25 1-16,-25 24 16,0-25-1,-25 50 16,0 0-31,25 25 16,-49 0 0,49 25-16,0-1 15,0-24 1,24-25-16,1 0 16,25 25-16,-1-25 15,-24 25-15,0-25 16,-25 49-1,0-24 1,0 0 0,0 24-16,25-73 62,0-26-62,24-24 16,26-1-16,-51 1 15,26-1-15,-50 26 16,0 24-16,0-25 16,-25 50 15,-24 25-15,49 25-1,0-1 1,24-49-16,1 50 15,0-50-15,0 50 16,24-1-16,-49-24 16,25-25-16,-25 50 15,0-1 1,-49 1 0,24-50-16,0 25 15,-25-25-15,1 0 16,-1 0-16</inkml:trace>
  <inkml:trace contextRef="#ctx0" brushRef="#br0" timeOffset="37276.022">12105 5358 0,'0'0'16,"-100"-50"0,51 25-1,-1-49 1,50 49-16,-49-24 15,49-1-15,-50 0 16,50 1-16,-50-26 16,50 26-16,0-1 15,0 0-15,0 26 16,0-1-16,0-25 16,25 50-1,-25-25-15,50 25 0,-1 0 16,1 0-1,-25 0 1,-25 75 0,0-50-16,0-1 15,-25 26-15,25-25 16,-74 0-16,49 0 16,0 24-16,-25 1 15,1-1-15,24-24 16,25 0-16,-50-25 15,50 50-15,0-26 16,25-24 0,50 0-1,-1 0-15,0-24 16,75-26-16,-25 0 16,-24 26-16,-1 24 15,-25-50 1,-24 50-16,-1 0 0</inkml:trace>
  <inkml:trace contextRef="#ctx0" brushRef="#br0" timeOffset="37861.714">13444 4936 0,'0'0'0,"-25"0"16,-24 0 0,24 0-1,-25 0-15,26 0 16,-1 25-16,25 0 16,-50 24-16,50-24 0,0 0 15,0 0 1,0 0-16,25 24 15,0-49-15,24 0 16,1 0-16,0 0 16,-1 0-16,1 0 15,-1 0-15,1 0 16,-25-25-16,-25 1 16</inkml:trace>
  <inkml:trace contextRef="#ctx0" brushRef="#br0" timeOffset="38278.501">13692 4812 0,'0'-25'15,"0"75"17,0 0-17,0-1-15,0 26 16,0-1-16,0-24 15,0-26-15,0 26 16,0-25-16,0 0 16,0-1-1,0-48 32,50-1-47,-50 0 16,25-25-16,-25 26 0,74-26 15,-49 50 1,0 0 0,-1 0-1,-24 50-15,50-26 16,-50 1-16,0 0 16,0 0-16,25 24 15,-25-24 1,49-25-16</inkml:trace>
  <inkml:trace contextRef="#ctx0" brushRef="#br0" timeOffset="38733.286">14312 5159 0,'0'0'0,"0"-74"15,-49 74 32,-1 25-31,25 0-16,25 24 16,-49-24-16,49 0 0,0 24 15,0 1 1,49-50 15,-49-25-15,50 25-16,-50-49 15,25 24-15,-25 0 16,49 0-16,-49 0 16,0-24-16,0 74 46,0 24-30,0 1-16,0-25 16,25 24-16,25-24 15,-25-25-15,24 0 16</inkml:trace>
  <inkml:trace contextRef="#ctx0" brushRef="#br0" timeOffset="39046.113">14511 5110 0,'49'25'31,"-49"-1"-31,0 26 16,0-25-1,25 0-15,-25-1 16,0-48 46,0-1-46,25-25-16,-25 25 16,50 1-16,-1-1 15,-24 25 1,25 0-1</inkml:trace>
  <inkml:trace contextRef="#ctx0" brushRef="#br0" timeOffset="39555.838">14932 5135 0,'0'-25'31,"-74"25"16,49 25-31,0-1-16,-24 26 16,49 0-16,-25-26 0,25 1 15,0 0 1,25-25-1,24 0 1,-24 0-16,0 0 16,25-50-1,-50 1 1,0-1 0,0 100 46,0-1-62,0 26 16,0-26-16,0 51 0,0-51 15,-25 1-15,25-25 16,-50-25-16,50 49 16,-49-49-16,-1 25 15,25-25 1</inkml:trace>
  <inkml:trace contextRef="#ctx0" brushRef="#br0" timeOffset="40109.547">15156 5358 0,'24'0'63,"1"-25"-48,25 0 17,-50 0-17,0 1 1,0-26-1,0 25 1,-50 25 15,25 0-15,-24 50 0,49-25-16,0-1 0,0 1 15,0 0-15,0 25 16,0-26-1,25 26-15,24-25 16,1-25 0,-25 0-16,-1 0 15,-24-25-15,50 25 16,-50-50-16,50 26 16</inkml:trace>
  <inkml:trace contextRef="#ctx0" brushRef="#br0" timeOffset="40337.428">15503 4936 0,'0'0'16,"0"-49"-1,0 98 32,0 26-47,0-1 16,0 0-16,0 26 15,-25-26-15,25-24 16,0-1-16,-25-24 16,25 0-1</inkml:trace>
  <inkml:trace contextRef="#ctx0" brushRef="#br0" timeOffset="40739.235">15677 5358 0,'49'0'31,"1"-25"-15,-25 0-1,-25-24 1,24 49 0,-24-50-16,0 25 15,-24 25 1,-26 0 0,0 25-1,50 0 1,-24 24-16,24-24 15,0 0-15,0 0 16,0 0-16,0 24 16,24-24 15,1-25-31,0 0 16,25 0-16</inkml:trace>
  <inkml:trace contextRef="#ctx0" brushRef="#br0" timeOffset="41148.002">16148 5135 0,'-25'0'47,"-25"0"-32,1 49 1,24 1 0,25-25-16,50 24 31,-1-49-15,1 0-16,-25 25 15,-25 0 16,0 0-15,-25-25-16,0 49 16,0-49-16,-24 0 15,24 0-15,0 0 16,0 0 15,25-25-15,25 25-16</inkml:trace>
  <inkml:trace contextRef="#ctx0" brushRef="#br0" timeOffset="41541.777">16570 5159 0,'-25'0'32,"-25"25"-17,1 0 1,49 0 0,0 0-1,0-1 1,24 26-1,1-50 1,-25 25-16,25-25 16,-25 25-16,0-1 31,-25-24-15,-24 0-16,-1 25 0,0-25 15,1 0 1,-26 0-16,-24 0 0,0 0 15</inkml:trace>
  <inkml:trace contextRef="#ctx0" brushRef="#br0" timeOffset="59979.711">1017 3473 0,'50'49'156,"-50"-24"-140,0 25-1,24-50-15,-24 24 16,0 26 0,0-25-1,25-25 1,0 0 15,0-25-15,74-49-16,75-75 15,-1-50-15,51 26 16,-1-1-16,0 25 16,-25 25-16,-98 75 15,-26-1-15,-49 50 0,0-25 16,-25 50 218,0 25-218,-25-50-16</inkml:trace>
  <inkml:trace contextRef="#ctx0" brushRef="#br0" timeOffset="81923.745">17363 5308 0,'50'0'63,"24"0"-48,1 0-15,24 25 0,25-25 16,-25 0 0,0 0-16,-49 0 0,24 0 15,-24 0-15,-25 0 16,24 0-1</inkml:trace>
  <inkml:trace contextRef="#ctx0" brushRef="#br0" timeOffset="82140.622">18107 5159 0,'25'-24'32,"0"24"-17,-25 24-15,0 26 16,0 0-16,0 24 16,0 0-16,-74 1 15,24-26-15,0 1 16</inkml:trace>
  <inkml:trace contextRef="#ctx0" brushRef="#br0" timeOffset="83099.187">19224 5110 0,'0'-25'0,"0"0"16,-25 25 15,-25 0-15,25 0-16,1 0 16,-26 0-16,25 50 15,25-1 1,0-24-1,0 25 1,50-50 0,-25 25-16,-1-25 0,1 0 15,-25 24-15,25-24 16,-25 50-16,0-25 31,-25-25-31,-24 25 16,-1-25-16,0 24 15,1-24-15,-26 0 16,26 0-16,24 0 16</inkml:trace>
  <inkml:trace contextRef="#ctx0" brushRef="#br0" timeOffset="83406.94">19447 5209 0,'0'25'31,"0"49"-15,0 1-16,25-1 16,-25 25-16,0-49 15,0 24-15,0-24 16,0-25-16,0-1 16,0 26-1</inkml:trace>
  <inkml:trace contextRef="#ctx0" brushRef="#br0" timeOffset="83758.285">19472 5259 0,'0'-25'15,"74"-25"17,1 25-32,-51 25 15,26 25 1,-50 25-1,0-1 1,-25 1 0,0-50-16,-24 50 0,24-50 15,0 0-15,0 24 16,0-24 0</inkml:trace>
  <inkml:trace contextRef="#ctx0" brushRef="#br0" timeOffset="84223.789">19819 5333 0,'25'0'15,"0"0"17,-1 0-17,26 0 1,-25 0 0,0 0-1,-25-25 1,49 25-16,-49-25 0,0-24 31,-25 49-31,-49 0 16,49 0-1,-49 25 1,74-1-16,-50 1 16,50 25-16,-25-1 15,25-24-15,0 0 16,0 0-16,0 24 15,50-49 1,-25 25 0,0-25-16,24 0 15,1 0-15,-25 0 0</inkml:trace>
  <inkml:trace contextRef="#ctx0" brushRef="#br0" timeOffset="85050.348">20067 5432 0,'25'0'47,"0"0"-31,-1 0-1,1 0 1,25 0-1,-1-49 1,-49 24 0,25 25-16,-25-50 0,0 25 15,-25 25 1,-24 0 0,-1 0-1,1 25 1,-1 25-1,50-1 1,0 1 0,0-25-1,0 24 1,25-49-16,24 0 16,1 0-16,49 0 0,25 0 15,0-24-15,-25 24 16,1-75-1,-51 75-15,26-49 16,-50 49-16,-25-50 0,0 25 31,-50 25-15,25 0 0,0 0-16,-24 25 15,24 25-15,-25-26 16,50 1-16,-25 0 15,25 25-15,0-26 16,25-24 0,0 0-1,25 0-15,-25 0 16,24-24-16,-24 24 16,-25-50-16,50 0 15,-50 1-15,24-26 16,-24 1-16,0 0 15,0-1-15,0 1 16,0 49-16,0 0 16,0 75 31,0 24-47,0 1 0,0-1 15,0 25-15,0 25 16,0-74-16,0 24 15,0-24-15,0-25 16</inkml:trace>
  <inkml:trace contextRef="#ctx0" brushRef="#br0" timeOffset="86145.444">22721 5234 0,'0'-25'0,"0"0"47,-25 25-31,-24 0-16,-1 0 16,0 50-1,50-25-15,-24-1 16,24 1-1,0 0-15,0 0 0,0 24 16,0-24-16,0 0 16,49 25-1,-24-50-15,0 24 16,24-24-16,1 0 16,0 0-16,-1 0 15,1 0-15,-25 0 0</inkml:trace>
  <inkml:trace contextRef="#ctx0" brushRef="#br0" timeOffset="86416.29">23044 5159 0,'0'-24'15,"24"24"1,26 49 0,-50-24-1,25 25-15,-25 24 16,0 0-16,0 1 0,0-1 16,-50 1-16,25-1 15,-24-24-15,-26-1 16,1 1-16,-25 0 15,24-50-15</inkml:trace>
  <inkml:trace contextRef="#ctx0" brushRef="#br0" timeOffset="86872.106">21977 5209 0,'0'0'0,"-25"0"31,-24 0-15,24 25-1,-25 24-15,25 26 16,25 24-16,-74 0 16,74 25-16,0-25 15,0 1-15,0-51 16,0 26-16,25-1 0,24-24 16</inkml:trace>
  <inkml:trace contextRef="#ctx0" brushRef="#br0" timeOffset="88436.288">15354 13395 0</inkml:trace>
</inkml:ink>
</file>

<file path=ppt/ink/ink1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54:22.790"/>
    </inkml:context>
    <inkml:brush xml:id="br0">
      <inkml:brushProperty name="width" value="0.05292" units="cm"/>
      <inkml:brushProperty name="height" value="0.05292" units="cm"/>
      <inkml:brushProperty name="color" value="#002060"/>
    </inkml:brush>
  </inkml:definitions>
  <inkml:trace contextRef="#ctx0" brushRef="#br0">11733 2232 0,'0'-24'15,"-25"24"1,124 0 15,25-50-15,50 50-16,49 0 15,0 0-15,25 0 16,50 0-16,-75 0 16,25 0-16,-74 0 15,-25 0-15,-50 0 16,-25 0-16,-24 0 16,-25 0-16,-25 50 15,-50-50 32,0 0-31</inkml:trace>
  <inkml:trace contextRef="#ctx0" brushRef="#br0" timeOffset="1303.188">8012 2108 0,'25'0'31,"24"0"-16,1 0-15,49 0 16,50 0-16,0 0 16,49 0-16,-24 0 15,-25 0-15,24 0 16,-24 0-16,-25 0 16,-25 0-16,-49 0 15,0 0-15,-1 0 16,-24 0-16</inkml:trace>
  <inkml:trace contextRef="#ctx0" brushRef="#br0" timeOffset="6844.213">8880 2183 0,'0'-25'32,"0"50"61,50 0-93,-50-1 16,49 1-16,-24 25 16,25-1-16,-1 1 15,26 49-15,-1-49 16,25 24-16,25-49 16,-24 25-16,24-1 0,0-49 15,0 25-15,0-25 16,0 50-1,0-50-15,-25 49 0,-25-49 16,-24 0-16,24 25 16,-24-25-16,0 0 15,-26 0-15,1 25 16,25-25 0</inkml:trace>
  <inkml:trace contextRef="#ctx0" brushRef="#br0" timeOffset="7132.052">10790 2753 0,'50'0'31,"-1"50"-31,-49 0 16,0-1-16,0 26 15,0-1-15,0-24 16,-49 24-16,-1 0 16,0-24-16,-24 24 15</inkml:trace>
  <inkml:trace contextRef="#ctx0" brushRef="#br0" timeOffset="8104.66">11460 2977 0,'0'-25'16,"0"50"46,0-1-62,0 1 16,0 0-16,0 25 16,0-1-16,0-24 15,0-75 63,0 1-62,0-1-16,0 1 16,0 24-16,25 0 15,-25-25 1,49 50-16,-49-24 15,50 24-15,-25 0 16,-1 0-16,26 0 16,-50 24-16,50 1 15,-50 25-15,0-1 0,24-24 16,-24 25-16,0-1 16,0-24-16,0 0 15,0 0-15,0 0 16</inkml:trace>
  <inkml:trace contextRef="#ctx0" brushRef="#br0" timeOffset="8533.44">12030 2977 0,'-25'24'62,"25"1"-62,0 0 16,-49 25-16,49-26 15,0 1-15,0 0 16,0 25 0,25-50-16,-1 24 15,26-24 1,0 0 0,-50-49-1,24 24-15,-24-25 16,0 26-16,0-1 15,-24 0-15,24 0 16,-50 25-16,50-25 16,-25 25-16</inkml:trace>
  <inkml:trace contextRef="#ctx0" brushRef="#br0" timeOffset="8976.233">12303 3001 0,'0'25'31,"0"0"-15,0 0-1,0 0-15,0-1 16,0 26-16,0-25 16,0 24-1,0-73 32,0-1-47,0 0 16,0-25-16,0 1 15,25-1-15,-25 25 16,50 1-16,-26-1 16,1 25-1,25 25 1,-50-1 0,0 1-16,0 25 0,0-1 15,0-24-15,0 0 16,0 25-1</inkml:trace>
  <inkml:trace contextRef="#ctx0" brushRef="#br0" timeOffset="9551.126">12750 3175 0,'24'0'47,"26"0"-47,-25 0 16,0 0-1,-1 0-15,1 0 0,0 0 16,0 0-16,24 0 16</inkml:trace>
  <inkml:trace contextRef="#ctx0" brushRef="#br0" timeOffset="10668.008">13643 3076 0,'0'-25'15,"-25"25"-15,25-25 16,0 75 46,0-1-62,0 1 16,0-25-16,49 24 16,-49-24-16,0 0 15,0 0 1,25-25 15,-25-25-15,25 0-16,-25-24 15,25-1-15,-25 0 16,49 1-16,-49 24 0,50 0 16,-25 25 31</inkml:trace>
  <inkml:trace contextRef="#ctx0" brushRef="#br0" timeOffset="11022.824">14015 3051 0,'-50'25'31,"50"0"-15,-25 24-16,25 1 15,0-25-15,0-1 16,0 1-16,0 0 16,75-25 15,-51 0-31,1 0 16,0 0-16,-25-50 15,50 26-15,-50-1 16,0-25-16,0 25 15,0 1-15,-25-1 0,0 25 16,25-25 0,-50 25-16,26 0 15</inkml:trace>
  <inkml:trace contextRef="#ctx0" brushRef="#br0" timeOffset="11283.694">14312 2753 0,'0'50'47,"0"24"-47,0-24 15,0 24-15,0 1 16,0-26-16,0 1 16,0 0-16,0-26 15,0 1-15,0 0 16,50-25-16,-50 25 16</inkml:trace>
  <inkml:trace contextRef="#ctx0" brushRef="#br0" timeOffset="12206.193">14660 3125 0,'0'0'0,"0"-49"31,-25 49 0,0 0-31,0 49 16,-24 1-16,24 0 16,25-1-16,-25 1 15,25-25 1,50-25 15,-26-25-31,1 25 0,25-50 16,-50 1-16,25 24 15,-25 0-15,0 0 16,0 75 31,0-1-31,0-24-16,0 0 15,24-25-15,-24 25 16,50-25-16,-25 0 15,0 0-15,-1 0 16,26 0-16,-25-75 16,-25 51-16,49-26 0,-49-24 15,50-1 1,-50 1-16,0-25 0,0-1 16,0 51-16,0-1 15,0 25 1,0 75 31,0 0-47,0-1 15,0 1-15,0-1 0,0 1 16,0 24 0,-25 1-16,25-26 15,0 1-15,0 0 0,0-26 16,0 1-16,0 25 15,50-50 1,-50 25 0,25-25-16,-1 0 15,26-25 1,-25-25 0,-25 25-16,74-24 15,-74 24-15,25 0 16,-25-24-16,0 73 62,0 1-62,0 25 16,0-1-16,0-24 16,0 25-16,0-25 15</inkml:trace>
  <inkml:trace contextRef="#ctx0" brushRef="#br0" timeOffset="12460.045">14883 3026 0,'25'0'47,"-1"0"-47,1 0 15,0-25-15,25 25 16,-26 0-16,1 0 15,0 0-15</inkml:trace>
  <inkml:trace contextRef="#ctx0" brushRef="#br0" timeOffset="12608.981">15255 2902 0,'0'-25'31,"-25"25"0</inkml:trace>
  <inkml:trace contextRef="#ctx0" brushRef="#br0" timeOffset="12936.853">15379 2753 0,'0'50'63,"0"0"-63,0-1 15,0 26 1,0-1-16,0-24 0,0 24 16,0-24-16,0-1 15,0-24-15,0 25 16</inkml:trace>
  <inkml:trace contextRef="#ctx0" brushRef="#br0" timeOffset="13428.626">15577 3249 0,'25'0'32,"25"0"-1,-50-24-15,25 24-16,-25-25 15,24 25 1,-24-25-16,0 0 15,0-24 1,0 24 0,-49 25 15,-26 25-15,75-1-16,-49 26 15,49 0-15,-25-1 16,25-24-16,0 0 15,0 0-15,0 24 16,25-49 0,0 0-1,-1 0-15,1 0 0,25 0 16,-25 0 0,24 0-16</inkml:trace>
  <inkml:trace contextRef="#ctx0" brushRef="#br0" timeOffset="26589.832">1141 5184 0,'0'25'110,"0"49"-95,0-24 1,25-50 0,-25 50-16,25-50 15,-1 0 1,51 0 0,-26 0-16,26-75 15,24-24-15,50 0 0,25-50 16,-50 0-16,49 0 15,-24 75-15,-25-1 16,-74 51-16,-26 24 16,-24-25-16,25 25 15,-50 0 173</inkml:trace>
  <inkml:trace contextRef="#ctx0" brushRef="#br0" timeOffset="44303.87">26516 4663 0,'50'0'156</inkml:trace>
</inkml:ink>
</file>

<file path=ppt/ink/ink1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57:14.6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26938 8161 0,'0'-25'31,"-25"25"-15,25-50-16,-50 50 0,50-24 15,-24 24-15,-26 0 16,25 0 0,-24 0-16,-1 0 15,-24 24-15,24 26 16,0 0-16,1 24 15,-1 0-15,1 1 0,-1 24 16,50 0 0,-25 25-1,25-25-15,50-49 16,-25-50-16,24 25 16,1-25-1,-1 0-15,26-25 0,-26-25 16,1 26-16,-25-26 15,-25-24-15,49-1 16,-49 1-16,0-25 16,0-1-16,0 26 15,-49-25-15,-1 49 16,1 1-16,-26 24 16,1 25-16,-1-50 15,1 50-15,-25 0 0,24 25 16,1 0-1,0 24-15,-1 51 0,1-1 16,-1 0 0,50 25-16,25 0 15,-49 0-15,49-25 0,0 0 16,25-24 0,24-25-16,50 24 15,-49-74-15,25 0 16,-1 0-16,0 0 15,26-25-15,-26 0 16,0-49-16,-24 24 0,-25-24 16,24-25-1,-49 24-15,25-74 16,-25 50-16,-49-74 16,-1 123-16,-49 25 15,0 25 1,-1 0-16,26 0 15,-25 0-15,-25 75 16,49-1-16,50 0 16,-24 26-16,49-1 15,-50 25-15,50 124 16,25-124 0,25-25-16,-26-24 0,26-1 15,74 25 1,-49-99-1,-1 0-15,0 0 0,1-25 16,-1-24-16,25-26 16,50-123-1,-99 74 1,-1 0-16,-49-99 16,-24 148-16,-1 26 15,-25 24-15,-99 25 16,50 25-1,-50 49-15,50 50 16,0 25-16,-75 248 16,149-199-1,25 50 1,50-124-16,0-99 16,24-25-1,1 0-15,-26 0 0,26 0 16,-1-25-16,0-49 15,26-50-15,-26 0 16,0-50-16,-24-99 16,-25 124-1,-25-49 1,0 173-16,-25 25 16,-25-25-16,-24 25 15,0 25-15,-1 50 16,-74 173-16,100-149 15,49 0 1,0-74-16,0 25 0,25-1 16,-1-49-16,26 0 15,0 0-15,24 0 16,0-25-16,26-24 16,-26-26-16,25-123 15,-49 49 1,-50 0-16,49-173 15,-49 198 1,-99-50-16,25 125 16,-25 49-1,-25 0-15,24 0 0,-24 0 16,-24 74-16,23 25 16,1-24-16,50 49 15,24-25-15,50 50 16,0-100-1,25 1-15,25-1 16,24-49-16,50 0 16,25 0-16,0 0 15,-25-49-15,-25-1 16,-49 1-16,-25-75 16,-25 24-1,0 26-15,-75 0 16,1 24-16,-25 50 0,-1-50 15,26 50 1,-25 25-16,24 0 0,-24 49 16,25-24-16,-26 99 15</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55:18.147"/>
    </inkml:context>
    <inkml:brush xml:id="br0">
      <inkml:brushProperty name="width" value="0.05292" units="cm"/>
      <inkml:brushProperty name="height" value="0.05292" units="cm"/>
      <inkml:brushProperty name="color" value="#002060"/>
    </inkml:brush>
  </inkml:definitions>
  <inkml:trace contextRef="#ctx0" brushRef="#br0">12427 1389 0,'0'-25'31,"0"0"-16,0 1 17,0-1-17,-25 25 1,25-50 0,-24 50-16,-26-25 15,0 25 1,50-49-16,-49 49 15,-1-25 1,0 25 0,26 0-16,-26-25 15,25 25 1,-24 0-16,24 0 16,0 0-16,0 0 15,0 0-15,-24 0 16,24 0-16,0 0 15,-24 0-15,24 0 16,0 0-16,0 0 0,0 0 16,1 0-16,-26 0 15,25 0 1,0 0-16,1 0 0,-26 0 16,25 0-1,-24 0 1,24 0-1,-25 0 1,25 0 0,-24 25-1,-1-25 1,0 0-16,50 50 16,-24-50-1,-1 0-15,-25 0 16,50 24-1,-25-24-15,1 25 16,-1-25 0,0 25 15,-25-25-15,26 50-1,-1-50 1,25 24-16,-50-24 15,50 25-15,-25-25 16,25 25-16,-24-25 16,24 25-1,-25-25-15,25 25 16,-50 24 0,50-24 15,-25-25-31,25 25 15,0 0 17,0-1-17,0 26 1,0 0 0,0-1-1,0 1 1,0 0-16,0-26 15,50 26 1,-50 0 0,25-50-16,-25 49 15,25-49-15,-25 25 16,24-25-16,26 25 16,-25-25-16,0 49 15,-1-49-15,1 25 16,25-25-16,-25 25 15,-1-25-15,1 0 16,0 50-16,25-50 0,-26 0 16,26 0-16,-25 24 15,25-24 1,-26 0-16,26 0 0,-25 0 16,24 25-16,-24-25 15,0 0-15,25 0 16,-26 0-16,26 0 15,0 0-15,-26 0 16,26 0-16,0 0 16,-1 0-16,1 0 15,-25 0-15,24 0 16,-24 0-16,0 0 0,0 0 16,-1 0-1,1-25-15,25 25 16,-1 0-16,-24-49 15,0 49-15,0 0 16,0-25-16,24 25 16,1-25-1,0 25 1,-50-25 0,49 25-16,-49-49 15,50 49-15,-50-25 16,49 25-16,-49-25 15,25 25-15,-25-25 16,25 25-16,-25-24 0,50-26 16,-50 0-1,24 26 1,-24-26 0,0 25-16,25 0 0,-25 1 15,0-1-15,25 25 16,-25-50-16,0 25 15,0-24 1,0-1 0,0 0-1,0 1-15,-50-1 16,50 25-16,-49-24 16,24 24-16,0 25 15,-24-50-15,24 50 16,0 0-16,-25 0 0,1 0 15,-1 0-15,25 0 16,1 0-16</inkml:trace>
  <inkml:trace contextRef="#ctx0" brushRef="#br0" timeOffset="776.651">10542 670 0,'25'0'47,"0"0"-31,-1 0 0,1 0-16,0 0 15,25-25-15,-26 25 16,1 0-16,25 0 15,-25-25 1</inkml:trace>
  <inkml:trace contextRef="#ctx0" brushRef="#br0" timeOffset="1898.229">10691 719 0,'0'25'94,"0"0"156,0 25-235,0-26 1,0 1-16,25 0 16,-25 25-16,49-26 15,-49 26 1,25-50-16,-25 50 16,25-26-1,-25 1 1,0 0-1,25-25 1,24 0 93,-24 0-77,-25-25-1,25 25-31,-25-49 0,49-26 16,-49 26-1,25-1-15,25-24 16,-50 24-16,74-24 15,-49-1-15,-25 26 16,50-1-16,-50 0 16,49 50-1,-49-25 1,-24 25 78</inkml:trace>
  <inkml:trace contextRef="#ctx0" brushRef="#br0" timeOffset="2389.057">11137 496 0,'-25'0'16,"-24"0"31,74 0 78,24 0-109,1-25-16,-25 25 15,24 0-15,1 0 16,-25-25-16,0 25 15,-1 0 1</inkml:trace>
  <inkml:trace contextRef="#ctx0" brushRef="#br0" timeOffset="6373.668">25152 1290 0,'0'-25'16,"0"-25"-1,-50 26 1,26 24 0,24-25-1,-25 25-15,-25-25 16,1 25 0,-1-50-1,0 50 1,25 0-16,-24 0 15,24 0-15,-25 0 16,1 0-16,-1-24 16,1 24-16,-1 0 15,0 0-15,1 0 0,-1 0 16,1 0-16,-1 0 16,0 0-16,1 0 15,-1 0-15,1 0 16,24 0-16,0 0 15,0 0-15,-24 0 16,-1 0 0,25 0-1,25 24-15,-50-24 16,26 0-16,-26 0 16,50 50-16,-25-50 0,-24 25 31,-1-25-31,50 25 15,-50-25 1,26 24 0,24 26-1,-25-50-15,25 25 16,-50 24-16,50-24 16,-25-25-16,25 25 15,-24 0 1,24 24-1,-50 1 1,50-25 0,0 24-16,-25-24 0,25 0 15,0 0-15,0 0 16,0 0-16,0 24 16,0 1-1,0-1 1,0 1-1,25-50-15,-25 25 16,0 24-16,50-49 16,-50 50-16,24-50 15,1 50-15,0-50 16,25 49-16,-26-49 16,26 25-16,0-25 15,-1 0-15,1 0 16,-1 0-16,26 0 0,-1 0 15,-24 0-15,24 0 16,1 0-16,-26 0 16,26 0-16,-1 0 15,-24 0-15,-1 0 16,1 0-16,24-50 16,1 50-16,-1-24 15,-24 24-15,-1-50 16,-24 50-16,0-50 15,0 50-15,25-49 16,24 24 0,-24-25-1,-50 26-15,49-26 16,-49 0 0,50 26-16,-50-1 0,25-25 15,-25 0 1,0-24-1,0 49 1,24 0-16,-24-24 16,0 24-16,0 0 15,0-24-15,0 24 16,-24 25-16,-1-50 16,0 50-16,0-25 0,-24 25 15,24 0-15,0 0 16,-25 0-1,50-24-15,-49 24 16</inkml:trace>
  <inkml:trace contextRef="#ctx0" brushRef="#br0" timeOffset="7248.382">22721 496 0,'0'-50'16,"50"75"46,-25 0-46,-1 0-16,26 25 15,-25-1 1,0 1-16,24-1 0,-24 1 16,0-25-16,-25 0 15,49-1-15,1 26 16,-50-25-1</inkml:trace>
  <inkml:trace contextRef="#ctx0" brushRef="#br0" timeOffset="7626.21">22944 695 0,'0'-25'0,"-49"25"78,24 25-47,0 24-31,-24 1 16,24-1-16,0 1 15,-25 24-15,1-24 16,24 0-16,25-1 15,-50-24-15,50 0 16,-25 0-16</inkml:trace>
  <inkml:trace contextRef="#ctx0" brushRef="#br0" timeOffset="11661.19">3249 3150 0,'0'-25'78,"50"25"-78,-50-24 16,25 24-1,-25-50-15,25 50 0,24 0 16,1 0-1,-1 25 1,-49 0 0,25 24-16,-25 1 15,0-1-15,0 1 16,0-25-16,0 0 16,0 24-16,0-24 31,0-50 16,0 0-47,0 1 15,0-26-15,0 0 16,0 1-16,0 24 16,25 0-16,-25-24 15,50 49-15,-50-50 16,24 50-16,-24-25 15,50 25-15,-25 0 16,0 0 0,-25 25-1,25 25 1,-25-26 0,0 26-1,0 0-15,0-26 16,0 26-16,0-25 15,0 24-15,0 1 16,0-25-16,49 24 16,-49 1-16,0 0 15,0-26-15,25 1 0,-25 0 16,0 0-16,25 25 16,-25-26-16,25 26 15,-25-25 1,49-25-1,-24 0 17,0 0-17,0 0 1</inkml:trace>
  <inkml:trace contextRef="#ctx0" brushRef="#br0" timeOffset="12081.973">4118 3274 0,'0'0'0,"24"0"63,51 0-48,-50 0 1,-1 0-16,1 0 16,0 0-16,-25-25 15,25 25-15</inkml:trace>
  <inkml:trace contextRef="#ctx0" brushRef="#br0" timeOffset="12345.909">4142 3448 0,'25'0'47,"0"0"-31,0 0-16,0 0 0,24-25 15,-24 25-15,25 0 16,-1 0-16</inkml:trace>
  <inkml:trace contextRef="#ctx0" brushRef="#br0" timeOffset="12803.658">4688 3175 0,'0'-25'15,"0"0"1,0 1 15,25 24-31,0-50 16,24 50-1,-24 0 1,0 0 0,0 0-1,-25 50 1,0-26-16,0 26 15,0 0 1,0-26-16,0 1 16,0 0-16,-50 0 15,50 24-15,-25 1 16,25-25-16,0 0 16</inkml:trace>
  <inkml:trace contextRef="#ctx0" brushRef="#br0" timeOffset="13004.545">4837 3746 0</inkml:trace>
  <inkml:trace contextRef="#ctx0" brushRef="#br0" timeOffset="20793.919">7441 3572 0,'0'49'46,"0"1"-46,0 25 16,0-1-16,-49 25 16,49 0-16,0 1 15,0-26-15,0 0 16,0-24-16,0-25 16,25 24-16,24-24 15,1-25 1,-25 0-1,24-25-15,1 1 0,-25-26 16,-1 0-16,26-24 16,-50 24-16,50 1 15,-50 24-15,0 75 63,0-1-63,-50 1 15,50-1-15,0-24 16,0 25 0,25-50-16,24 0 31,-49-25-31,50 25 16,-50-50-16,25 1 15,-25 24-15,0 0 0,0 0 16,-25-24-1,-25 49 1,1 0 0,24 0-1,25 49 1</inkml:trace>
  <inkml:trace contextRef="#ctx0" brushRef="#br0" timeOffset="21596.506">8235 4118 0,'0'0'0,"0"-25"32,-25 25-17,-24 0-15,24 25 16,0 24-16,25 1 15,-49-1-15,49 1 16,0-25-16,0 0 16,0 24-16,74-49 15,-49 0 1,0-25 0,-1 25-16,-24-49 0,50 24 15,-50-25-15,0 26 16,0-1-16,0 0 15,0 50 32,0 24-47,-25 26 16,25-26-16,0 51 16,0 24-16,0-25 15,0-50-15,0 26 16,0-25-16,-25-1 15,25 1-15,-24-25 0,-26-1 16,25 26-16,0-50 16,1 25-16,-26-25 15,25 0-15,-25 0 16,50-25 0,-24-25-1,24 26-15,0-26 16,24 0-16,1 1 15,50-1-15,-26-24 16,1 24-16,24-24 0,1-1 16,-1 26-1,1-1-15,-26 0 16,1 26-16,-25-1 16,-1-25-16,-24 25 15,0 50 63,0 25-78,0-1 16,0 1-16,0 0 16,0-1-16,0-24 15,0 0 1</inkml:trace>
  <inkml:trace contextRef="#ctx0" brushRef="#br0" timeOffset="21797.418">8682 4093 0</inkml:trace>
  <inkml:trace contextRef="#ctx0" brushRef="#br0" timeOffset="22082.251">8979 4291 0,'-25'0'16,"-24"0"-1,49 50-15,-25-50 16,25 74-16,0-49 16,0 0-16,0 0 15,0 24-15,0-24 16,0 25-16,74-50 31,-24 0-31,0 0 16</inkml:trace>
  <inkml:trace contextRef="#ctx0" brushRef="#br0" timeOffset="22279.143">9351 4242 0,'0'-25'31,"0"50"16,0 24-47</inkml:trace>
  <inkml:trace contextRef="#ctx0" brushRef="#br0" timeOffset="22475.026">9327 4688 0,'0'50'0,"0"-75"78,0-50-63</inkml:trace>
  <inkml:trace contextRef="#ctx0" brushRef="#br0" timeOffset="22667.241">9451 4539 0,'24'-49'31,"51"24"-15,-50 25-1,24 0-15,-24-25 16</inkml:trace>
  <inkml:trace contextRef="#ctx0" brushRef="#br0" timeOffset="23690.923">10368 4465 0,'0'0'0,"50"-75"16,0 26-1,-26 24-15,1 0 16,0 25-16,25-49 16,-1 49-16,-24 49 15,-25 1 1,0 24-16,0 1 16,0-51-16,0 26 15,0 0-15,0-1 16,0-24-16,0-75 62,0 1-46,0 24-16,25-49 16,0 24-16,-1 0 15,26 26-15,-25 24 16,-25-25-16,49 25 15,-24 0-15,-25 25 16,0 24-16,0 1 16,0-25-16,0 49 15,0 25-15,0 25 16,0-49-16,0 24 16,0 0-16,-25 0 15,25 1-15,0-51 16,-24 26-16,24-26 15,0-24-15,0 0 16,0 24-16,0-24 16</inkml:trace>
  <inkml:trace contextRef="#ctx0" brushRef="#br0" timeOffset="24079.702">11361 4614 0,'49'0'47,"-24"0"-47,0 0 15,24 0-15,1 0 16,0 0-16,-1 0 16,-24 0-16,0 0 15</inkml:trace>
  <inkml:trace contextRef="#ctx0" brushRef="#br0" timeOffset="24295.671">11385 4936 0,'25'0'16,"25"0"0,-25 0-16,49 0 15,0 0-15,1 0 16,-26-25-16</inkml:trace>
  <inkml:trace contextRef="#ctx0" brushRef="#br0" timeOffset="26288.61">12725 3770 0,'0'-49'31,"-25"49"0,-49 49-15,74 1 0,-50 24-16,50 26 15,0-26-15,0-24 16,0-1-16,0-24 15,50 0 1,-26-25-16,1 0 16,0 0-16,0 0 15,24-50-15,-49 25 16,50-24-16,-50-1 16,0 1-16,0-1 15,0 0-15,0 26 16,0-1-16,0 0 0,-25 25 15,25-50-15,-25 50 16,25 25 31</inkml:trace>
  <inkml:trace contextRef="#ctx0" brushRef="#br0" timeOffset="26930.239">12973 3919 0,'0'25'0,"0"0"15,0 0-15,0 24 16,0 1-16,0 24 15,0-49-15,0 0 16,0 0 0,25-25-1,24-25 1,-24 0 0,0-25-16,-25 1 15,74-1-15,-74 1 0,0-1 16,0 25-1,0 75 17,0 24-32,0-24 15,0-1-15,0-24 16,25 0-16,25-25 16,-25 0-1,-1 0-15,1 0 16,25-50-16,-25 1 15,-1-1-15,-24 1 16,50-26-16,-50 1 0,0-1 16,0 26-16,0-26 15,0 50-15,0 1 16,0 48 31,0 26-47,0 0 15,0-1-15,0 26 16,0-1-16,0-24 16,0-1-16,0 1 15,0-25-15,0 0 16,0 24 0</inkml:trace>
  <inkml:trace contextRef="#ctx0" brushRef="#br0" timeOffset="27142.17">13345 3944 0,'25'-25'46,"24"25"-46,1 0 16,-25 0-16,24 0 0,-24 0 16,0 0-16</inkml:trace>
  <inkml:trace contextRef="#ctx0" brushRef="#br0" timeOffset="27377.075">13791 3919 0,'0'50'16,"0"-25"-1,0 24-15,0 1 16,0 24-16,0-24 16,0 24-16,0 1 0,0-26 15,0-24-15,0 25 16,0-1-1</inkml:trace>
  <inkml:trace contextRef="#ctx0" brushRef="#br0" timeOffset="27765.859">13742 3994 0,'0'0'0,"49"-50"15,-49 25 1,25 25-16,-25-25 15,75 25-15,-51 0 16,1 0-16,25 0 16,-25 25-1,-25 0-15,0 0 16,0 24-16,0-24 16,0 0-16,-25 0 15,0-25-15,-25 49 16,26-49-16,-26 50 15,50-75 17</inkml:trace>
  <inkml:trace contextRef="#ctx0" brushRef="#br0" timeOffset="28140.672">14139 3994 0,'0'24'15,"0"1"1,0 25 0,0-25-16,0-1 15,0 26-15,24-50 31,26 0-15,-50-25 0,50 25-16,-50-49 15,24 24-15,-24-25 16,0 25-16,0 75 47,0 0-32,0-26-15,0 1 16,25-25-16,0 25 16,25-25-16</inkml:trace>
  <inkml:trace contextRef="#ctx0" brushRef="#br0" timeOffset="28408.518">14560 3721 0,'0'25'31,"0"-1"-31,0 51 16,0 24-16,0-25 15,0 26-15,0-26 16,0-24-16,0-1 15,0-24-15,0 0 16,0 0 0</inkml:trace>
  <inkml:trace contextRef="#ctx0" brushRef="#br0" timeOffset="28656.372">14436 4118 0,'25'0'46,"0"0"-46,0 0 0,0 0 16,-1-25 0,1 25-16,25 0 0,-25 0 15</inkml:trace>
  <inkml:trace contextRef="#ctx0" brushRef="#br0" timeOffset="29526.975">12700 4887 0,'0'0'0,"-25"-25"31,100 25 47,73 0-78,76 0 16,73 0-16,125-50 15,-100 50-15,26-50 16,-51 50 0,-73 0-16,-26 0 0,-99 0 15,1 0-15,-51 0 16,-74 0 15,-24 0-15,-26 0-16,50 0 15</inkml:trace>
  <inkml:trace contextRef="#ctx0" brushRef="#br0" timeOffset="30351.555">13122 5581 0,'0'0'0,"-50"0"62,25 0-46,0 0-1,1 0-15,-26 0 0,25 0 16,-24 0 0,49-50-16,0 26 15,0-26-15,0 25 16,0-24-16,24 24 16,1 0-16,25 0 15,-1 25-15,1 0 16,0 0-16,-26 0 15,26 50 1,-50-1-16,0 26 16,0-1-16,0-24 15,0 24-15,0 1 16,-74-26-16,74 1 0,-25-25 16,0 24-1,0-49 16</inkml:trace>
  <inkml:trace contextRef="#ctx0" brushRef="#br0" timeOffset="31059.199">13444 5606 0,'0'49'15,"0"-24"-15,0 0 16,0 0-16,0 24 16,0 1-16,-49 0 15,-1-50 16,50-25 1,0 0-17,25-25-15,-25 1 16,49-1-16,1 1 16,-25 24-16,0 25 15,-25-25-15,49 25 16,1 25-16,-50 0 15,49 24-15,-49 1 16,0-1-16,0 1 16,0-25-16,25 0 15,-25 0 1,25-25 0,25 0-1,-26-25-15,26 0 16,-25-50-16,-25 51 15,49-51-15,-49 50 16,0 1-16,25 24 0,-25 49 63,0 26-63,0-1 15,0 1-15,0 24 16,0 0-16,0-49 15,50 24-15,-50-24 16,0-1-16,0 1 16,0-25-16,0-1 15,-25-24 17</inkml:trace>
  <inkml:trace contextRef="#ctx0" brushRef="#br0" timeOffset="31399.001">13990 5755 0,'0'0'0,"25"-50"15,-1 0 1,26 50-16,0 0 16,-26 0-1,-24 50 1,0-25-16,0 0 16,0-1-16,0 1 15,-24 25-15,-1-50 16,-25 50-16,25-50 15,1 24 1</inkml:trace>
  <inkml:trace contextRef="#ctx0" brushRef="#br0" timeOffset="31747.885">14337 5655 0,'0'0'0,"0"50"31,0-25-31,0 24 16,0-24-16,0 0 16,0 25-1,50-50 16,-25 0-31,-1-25 16,-24 0 0,50-25-16,-50 26 15,0-1-15,25 25 16,-25 25 15,0-1-31,0 1 16,25 25-16,24-25 15,1-25 1</inkml:trace>
  <inkml:trace contextRef="#ctx0" brushRef="#br0" timeOffset="31978.752">14883 5383 0,'0'0'15,"0"49"17,0 26-17,0-1-15,0 50 16,0-50-16,0 1 16,0-25-16,0-1 15,-50-24-15,50 25 16</inkml:trace>
  <inkml:trace contextRef="#ctx0" brushRef="#br0" timeOffset="32191.629">14734 5804 0,'25'-49'32,"24"49"-17,-24-25-15,0 25 16,0 0-16,0 0 16,24-25-16</inkml:trace>
  <inkml:trace contextRef="#ctx0" brushRef="#br0" timeOffset="32918.285">15949 4564 0,'50'0'62,"-25"0"-46,24 0-16,-24 0 15,25 0-15,-1 0 16,-24 0-16,25 0 16,-25 0-1</inkml:trace>
  <inkml:trace contextRef="#ctx0" brushRef="#br0" timeOffset="33162.199">16073 4787 0,'25'0'31,"0"0"-16,0 0-15,0 0 16,24 0-16,-24 0 0,0 0 16,0 0-16,24 0 31</inkml:trace>
  <inkml:trace contextRef="#ctx0" brushRef="#br0" timeOffset="37146.873">17661 3696 0,'0'-25'0,"0"-25"204,0 26-158,0-1-30,0 0 0,0 0-1,-25 25 1,25-49 0,-25 49-1,-24 0 1,-1 24-1,50 1-15,-50 0 0,50 0 16,-49 24-16,49 1 16,0-25-16,0 0 15,0 0-15,0-1 16,0 26 0,25-50-16,-25 25 15,49-25-15,1 0 16,-25 0-1,24 0 1,-49-25 15,0 0-31,-24 25 47,-26 0-31,50 25-16,-50 25 15,50-26-15,0 1 16,0 0-16,-49 0 16,49 24-16,0-24 15,0 25 1,49-50-16,-49 25 16,50-25-16,0 0 15,-26 0 1,26 0-16,-25 0 15,-25-50 1,25 50-16,-25-25 0,0 0 16,24 25-1</inkml:trace>
  <inkml:trace contextRef="#ctx0" brushRef="#br0" timeOffset="37711.703">17884 3795 0,'0'0'0,"0"25"47,0 0-47,0 24 16,0 1-16,0-25 15,0 0-15,0 24 16,0-24-1,0-50 48,0 0-63,0 1 16,0-26-16,0 25 15,50 0-15,-25-24 16,-1 49-1,26 25 1,-50-1 0,0 26-16,25 0 15,-25-26-15,0 1 16,0 0 0</inkml:trace>
  <inkml:trace contextRef="#ctx0" brushRef="#br0" timeOffset="38128.487">18207 4018 0,'24'0'31,"-24"-49"-15,25 49-16,-25-25 16,0 0-1,25 25-15,-25-49 16,0 24-16,0-25 16,-50 50 30,50 50-46,-49-1 16,49 1-16,0-25 16,0 0-16,0-1 0,0 26 15,25-25 1,-1-25 0,1 0-16,25 0 15,-25 0-15,-1 0 16,26-50-1,-25-24 1,-25 49-16</inkml:trace>
  <inkml:trace contextRef="#ctx0" brushRef="#br0" timeOffset="38392.333">18479 3894 0,'0'-49'16,"25"49"-16,-50 49 0,50-73 16,-25 48-1,0 1-15,0 0 16,0 25-16,0-1 15,0-24-15,0 0 0,0 0 16,0-50 47,0 0-48,0 0-15,25-24 16,-25 24-16,25 0 15,49 0 1,-49 25-16,0 0 16,0 0-16,0 0 0</inkml:trace>
  <inkml:trace contextRef="#ctx0" brushRef="#br0" timeOffset="38816.117">18901 3919 0,'0'-25'31,"-25"25"-15,1 0 0,-1 0-16,0 25 15,25 25-15,-50 24 16,50-24-16,0-1 16,0-24-16,0 0 15,50-25 1,-25 0-1,-25-25 1,49 0-16,-49-24 0,25 24 16,-25 0-16,0 0 15,0 1-15,0 48 47,0 51-47,0-1 16,0 1-16,0-26 15,0 1-15,0-1 16,0-24-16,0 0 16,-25 25-16,-24-50 0,24 0 31,-25 0-31,50-25 16,0-25-16</inkml:trace>
  <inkml:trace contextRef="#ctx0" brushRef="#br0" timeOffset="39190.949">19149 3969 0,'0'124'31,"0"-75"-31,0-24 16,0 25-1,25-50 1,25 0 0,-50-25-16,24 25 15,-24-74 1,0 49-16,0 0 0,0 0 16,0 50 15,0 25-16,0 24-15,0 0 16,0 1-16,0-1 16,0 1-16,0-26 15,0-24-15,0 0 0,-24 0 16,-1-25 0,0 0-16</inkml:trace>
  <inkml:trace contextRef="#ctx0" brushRef="#br0" timeOffset="40058.55">20365 3994 0,'-25'-25'15,"0"25"1,-25 25 0,50-1-1,-49 26-15,49 0 16,0-26-16,0 1 15,0 0 1,25-25 0,-1 0-16,1 0 15,0 0-15,25 0 16,-50-50-16,24 50 16,-24-49-16,0 24 15,0 0-15,0-24 0,0 24 16,-74 25-1,74-25-15,-25 25 0,25 25 32,0 0-17,25-25-15,0 0 16,24 0-16,1 0 16,0 0-16,-1-25 15,-24 25-15,0-75 16,0 51-16,24-1 15,-49-25-15,25 1 16,-25-26-16,0 1 0,0 24 16,0 0-1,-50 1-15,26 49 0,-1 0 32,0 0-32,25 74 15,-50 25-15,50 1 16,0-26-16,0 25 15,0 1-15,0-1 16,0-25-16,0 1 16,25-1-16,-25-24 15,0-1-15,0-24 16,0 0 0</inkml:trace>
  <inkml:trace contextRef="#ctx0" brushRef="#br0" timeOffset="40256.452">20489 4242 0,'74'-25'15,"-49"25"1,24 0-16,-24-50 15,25 50-15,0 0 16,-1-25-16,-24 25 16</inkml:trace>
  <inkml:trace contextRef="#ctx0" brushRef="#br0" timeOffset="40719.181">21382 3969 0,'0'-75'31,"49"26"-15,-49 24-1,25 25-15,25 0 16,-26 0-1,-24 25-15,25 24 16,-25 1-16,0 0 16,0-26-16,-25 1 0,1 25 15,-1-25 1,0-25-16,-25 24 0,1-24 16,49-24 15</inkml:trace>
  <inkml:trace contextRef="#ctx0" brushRef="#br0" timeOffset="40953.039">21779 3795 0,'-50'0'15,"0"25"1,25 25-16,25-1 0,-49 1 16,49-1-16,0 26 15,0-26-15,0 1 16,0-25 0,25-25-16,24 49 0,26-49 15,-1 0-15</inkml:trace>
  <inkml:trace contextRef="#ctx0" brushRef="#br0" timeOffset="47376.895">22845 3994 0,'-25'0'0,"1"0"15,-26 0 1,0 0 0,25 24-1,1 26-15,-1-25 16,25 24-16,-50 1 15,50-25-15,0 0 16,75-25 15,-51 0-15,26 0 0,-25-75-16,-25 50 15,25-24-15,-25 24 0,25 25 16,-25-50-16,49 26 15,-49 48 251,-25 26-250,25 0-16,0-26 15,0 1-15,0 0 16,0 0-16,0 24 16,0-24-1,50-25 16,-25 0-15</inkml:trace>
  <inkml:trace contextRef="#ctx0" brushRef="#br0" timeOffset="48073.673">23068 4043 0,'0'50'125,"0"-1"-125,0-24 15,0 0-15,0 0 16,0 0 0,25 24-1,0-49 1,0 0 0,-25-25-16,49 25 15,-49-49-15,25 24 0,-25 0 16,0 0-1,0 1-15,0-26 16,0 75 47,0 24-48,0 1-15,0 0 16,-25 24-16,25 0 15,0-24-15,-24 24 16,24 1-16,-25-26 16,25 1-16,-50-25 0,50 0 15,-49-25-15,49 49 16,-50-49-16,25 0 16,-24 0-16,24 0 15</inkml:trace>
  <inkml:trace contextRef="#ctx0" brushRef="#br0" timeOffset="48814.287">22349 3994 0,'0'24'78,"0"1"-78,0 25 15,0-25-15,0-1 16,0 1-16,0 0 16,0 0-16,0 0 15,-50-25 32,50-25-31,0-25-1,0 1-15,0-1 16,0 0-16,25 26 16,-25-1-16,50 25 15,-50-25-15,25 25 16,-1 0-16</inkml:trace>
  <inkml:trace contextRef="#ctx0" brushRef="#br0" timeOffset="49232.105">21878 4093 0,'25'0'47,"-1"0"-47,1 0 16,25 0-16,-25 0 15,24 0 1</inkml:trace>
  <inkml:trace contextRef="#ctx0" brushRef="#br0" timeOffset="51119.344">17537 4812 0,'25'25'94,"0"-25"-94,-1 0 15,26 0-15,0 0 16,-1 0-16,1 0 16,24 0-16,-24 0 15,49 50-15,-25-50 16,1 0-16,-26 0 0,-24 0 15,25 0-15,-1 24 16,1-24 0,0 0-16,-1 0 0,26 0 15,-1 0-15,-24 0 16,49 0-16,0 0 16,-24 0-16,24 0 15,0 0-15,25 0 16,-25 0-16,0 0 15,1 0-15,-1-24 16,0 24-16,-24 0 16,24 0-16,0 0 15,-25 0-15,26 0 0,-1 0 16,0 0 0,-25 0-16,50 0 0,1 0 15,-26 0 1,0 0-16,-25 0 0,26 0 15,-1 0-15,-25 0 16,25 0-16,-24 0 16,-26 0-16,51 0 15,-1 0-15,-49 0 16,24 0-16,25 0 16,0-25-16,1 25 0,-26 0 15,25 0 1,0 0-16,-24 0 0,24 0 15,-25 0 1,-24 0-16,0 0 0,-1 0 16,1 0-16,0 0 15,-1 0-15,1 0 16,-25 0-16,-1 0 16,26 0-16,0 0 15,-1 0-15,1 0 16,-25 0-16,-1 0 15,1 0 1,-50 0 93,-24 0-109,-26 0 16</inkml:trace>
  <inkml:trace contextRef="#ctx0" brushRef="#br0" timeOffset="52562.257">18008 5482 0,'0'-99'31,"0"74"-31,0 0 16,0 0 0,-49 25 15,24 0-31,-25 25 15,25 0-15,25 24 16,-49 1-16,49 0 16,0-1-16,0 1 0,0-25 15,0-1 1,25-24-16,-1 0 16,1 0-16,0 0 15,0 0 1,-25-24-16,0-1 15,0 0 1,-25 25 15,0 25-15,25 0 0,0 24-16,0 1 15,0-1-15,0 1 16,0-25-16,0 0 15,75-25 1,-51 0-16,1 0 16,25-25-16,-25-25 15,-25 25-15,49 1 16,-24-26 0,-25 25-16</inkml:trace>
  <inkml:trace contextRef="#ctx0" brushRef="#br0" timeOffset="52943.048">18157 5606 0,'0'74'47,"0"-49"-31,50 0-16,-50 0 0,0-1 16,0 1-16,0 25 31,0-75 16,0-25-32,0 1-15,24-1 16,-24 1-16,25 24 0,0-25 16,25 50-1,-1 25 1,-49 0-1,25 0-15,-25-1 16,0 1-16,0 25 16,0-25-16,0-1 15,0 1 1</inkml:trace>
  <inkml:trace contextRef="#ctx0" brushRef="#br0" timeOffset="53359.879">18579 5631 0,'49'0'16,"-24"0"15,0 0 0,-25-25-15,25 25-16,-25-25 15,0-25-15,-25 50 63,25 50-63,-50-25 15,50 0-15,0-1 0,-24 26 16,24-25-16,0 0 16,0 24-1,49-49 1,-24 0-16,0 0 16,0 0-16,24 0 15,-24-25-15,-25 1 16,50-26-16,-50 25 15,0 0-15</inkml:trace>
  <inkml:trace contextRef="#ctx0" brushRef="#br0" timeOffset="53648.669">18876 5606 0,'0'-25'0,"0"50"15,0 0 32,0 24-31,0-24-16,0 25 0,0-1 15,0-24 1,0-75 31,0 1-31,0-1-16,0 1 15,25 24 1,-25-25-16,50 50 0,-50-25 15,49 25-15,26 0 16,-50 0 0,-1 25-16,26-25 15</inkml:trace>
  <inkml:trace contextRef="#ctx0" brushRef="#br0" timeOffset="54092.414">19298 5606 0,'0'-25'31,"-25"50"1,-24 0-17,24 24-15,0 26 16,25-1-16,-50-24 16,50-25-16,0-1 15,50-24 16,-25 0-31,0 0 16,-25-74-16,49 49 16,-49-25-16,0 26 15,0-1-15,0 0 16,0 75 31,0 24-47,0-24 15,0 24-15,0 1 0,0-26 16,0 1-16,0-1 16,0-24-16,-25-25 15,25 50-15,-49-50 16,24 0 0,25-25-1,0 0-15,25-24 16,-25-26-16</inkml:trace>
  <inkml:trace contextRef="#ctx0" brushRef="#br0" timeOffset="54474.217">19496 5705 0,'0'0'16,"0"25"15,0 24-31,0 1 16,0 0-16,0-25 15,0-1-15,25-24 0,-25 50 16,50-50 0,0-25-1,-1-74 1,-49 74-16,25-25 0,-25 1 16,0 24-1,0 50 16,0 24-15,0 26-16,0-25 0,0 24 16,0 0-16,0 1 15,-25-26-15,25-24 16,-49 0-16,24 0 16,25-50 30</inkml:trace>
  <inkml:trace contextRef="#ctx0" brushRef="#br0" timeOffset="55140.874">20563 5705 0,'0'25'31,"-25"0"-15,25-1-16,-49 26 0,49-25 15,0 0 1,0 24-1,24-49 1,1-24 0,-25-1-16,50 0 15,-50 0-15,0-25 16,0 26-16,0-26 16,0 0-16,-25 26 15,0 24 16,25 49-15,0-24-16,50-25 31,-25 0-31,24-25 0,-24 25 16,0-74 0,-25 49-16,50-25 0,-50 26 15,49-26-15,-49 0 16,0 26-16,0-1 15,-25 50 32,25 49-47,-24 25 16,24 0-16,0 25 0,-50-24 16,50-26-1,0 1-15,0-26 0,0-24 16,0 0-16,-25-25 15,25 25-15,-25-25 32</inkml:trace>
  <inkml:trace contextRef="#ctx0" brushRef="#br0" timeOffset="55330.821">20588 6003 0,'74'-75'16,"-49"75"-1,0-49-15,0 49 16,24-25-16,-24 25 0,0 0 16,0-25-1</inkml:trace>
  <inkml:trace contextRef="#ctx0" brushRef="#br0" timeOffset="56671.206">21729 5680 0,'0'-49'16,"0"73"30,0 26-46,0 0 16,0 24-16,0-24 16,0-25-16,0 24 15,50-49 32,-26-49-47,1-1 0,25-25 16,-25 26-16,24-1 15,-49 1 1,50 24-16,-25 0 16,-1 25-1,26 0 1</inkml:trace>
  <inkml:trace contextRef="#ctx0" brushRef="#br0" timeOffset="56990.062">22175 5655 0,'0'50'16,"-49"24"-1,49-49 1,-25 25-16,25 0 0,0-26 16,0 1-16,0 25 15,25-50 16,49 0-15,-74-25-16,75 0 16,-75-24-16,24-1 15,-24 0-15,0 25 16,0-24-16,0-1 16,0 25-16,-24 25 15,-26 0 1,50 25-1</inkml:trace>
  <inkml:trace contextRef="#ctx0" brushRef="#br0" timeOffset="57240.956">22498 5482 0,'0'0'0,"0"25"47,0 24-47,0 26 16,0-26-16,0 50 16,-25 26-16,25-51 15,0-24 1,0-26-16,0 1 15</inkml:trace>
  <inkml:trace contextRef="#ctx0" brushRef="#br0" timeOffset="57558.792">22746 5482 0,'0'0'0,"0"-25"0,0 50 63,0 24-63,0 1 15,0 24-15,0 1 16,0-26-16,0 26 16,-50-1-16,50-24 0,0 0 15,0-1 1,-25-49-16</inkml:trace>
  <inkml:trace contextRef="#ctx0" brushRef="#br0" timeOffset="58545.252">22622 5879 0,'0'-25'15,"25"25"1,-1-50-1,26 50 1,0 0-16,24 0 0,1-25 16,-26 25-16,-24 0 15,0 0-15,24 0 16,-49-24 15,-49 48 16,24-24-47,25 50 16,-50 0-1,50-1-15,-24 1 0,24-25 16,0 0 0,49-25 30,-24-50-30,-25 0-16,50 26 16,-50-1-1,0 74 17,0 1-17,24-25 1,26-25-1,-25 0-15,0 0 16,-1 0-16,26-50 16,-25 25-16,-25 1 15,49-1-15,-49-25 16,0 25-16,25 0 16,-25-24-1,0 74 16,-74 24-15,74 1-16,-50 24 16,50-24-16,0-25 15,0 0-15,25-25 16,0 0-16,0 0 16,24-50-16,-49 25 15,50 0-15,-50-49 16,0 24-1,0 125 32,0 24-31,0-25-16,-25 50 16,25-49-16,-50 24 15,50-25-15,-24-24 16,24 0-16,-25-26 0,25 1 15,-25-25 1,-25 0 0,50-25-16,0 1 15,0-26-15,0 0 16,0-24-16</inkml:trace>
  <inkml:trace contextRef="#ctx0" brushRef="#br0" timeOffset="58897.072">23515 6102 0,'49'0'32,"-24"0"-32,25-50 15,-25 50 1,-25-49-16,24 49 0,-24-50 15,0 1 1,0-1-16,0 25 16,-49 25 15,24 25-31,-25 25 0,50-1 16,-49 50-1,49 1-15,0-26 0,0-24 16,0-26-16,25-24 15,24 25-15,1-25 16,-1 0-16,26 0 16,-26 0-16,-24 0 15</inkml:trace>
  <inkml:trace contextRef="#ctx0" brushRef="#br0" timeOffset="59942.7">24482 4738 0,'50'0'78,"-1"0"-62,1 0-16,0 0 15,-1 0-15,26 0 16,-26 0-16,-24 0 16,0 0-1</inkml:trace>
  <inkml:trace contextRef="#ctx0" brushRef="#br0" timeOffset="60198.574">24581 4961 0,'50'0'47,"24"0"-31,1 0-16,-1 0 16,26 0-16,-1-50 15,-25 50-15</inkml:trace>
  <inkml:trace contextRef="#ctx0" brushRef="#br0" timeOffset="61706.869">26219 3423 0,'0'-25'16,"0"50"125,0 0-141,0 0 15,0-1-15,0 26 16,0 0-16,0-1 0,0-24 16,0 0-16,0 0 15,0 49 1,0-24-1,-25-25 1,25-50 78,0 0-79,0 0 1,0 0-16,0 1 0,0-26 16,0 25-16,25 0 15,24-24 1,1 49 0,-1 0-1,-24 0-15,25 24 16,-50 1-16,25 0 15,-25 25-15,0-25 16,0-1-16,0 1 16,0 0-16,0 0 15,24-25-15,-24 25 0,0 24 32</inkml:trace>
  <inkml:trace contextRef="#ctx0" brushRef="#br0" timeOffset="62300.544">27037 3572 0,'0'-25'16,"0"-25"15,-50 75 0,1 0-15,-1 25 0,50-26-16,-25 26 15,25-25-15,0 0 16,0 0-16,0 24 16,0 1-16,0-25 15,0-1-15,0 1 16,50-25-1,-25 0 1,0 0-16,24 0 16,1 0-1,-25-25 1</inkml:trace>
  <inkml:trace contextRef="#ctx0" brushRef="#br0" timeOffset="63120.264">26219 4068 0,'-25'0'16,"50"0"77,24 0-77,26 0-16,-1 0 16,50 0-16,0 0 15,-25 0-15,0 0 16,-49 0-16,0 0 15,-1 0-15,-24 0 16,25 0-16,-1 0 16,-24 0-1,-50 0 63,-24 25-62</inkml:trace>
  <inkml:trace contextRef="#ctx0" brushRef="#br0" timeOffset="63566.053">26516 4341 0,'25'0'47,"0"0"-31,24 0-1,1 49 1,-50-24-16,50 0 15,-50 0-15,49 24 16,-49-24-16,25 25 16,-25-25-1</inkml:trace>
  <inkml:trace contextRef="#ctx0" brushRef="#br0" timeOffset="63840.896">26764 4490 0,'0'-25'15,"-25"25"17,-24 25-17,-1 24-15,25 1 0,-24-1 16,-1 1-16,1 0 16,-1-1-1,25-24-15,-49 25 16</inkml:trace>
  <inkml:trace contextRef="#ctx0" brushRef="#br0" timeOffset="64614.604">25722 5035 0,'50'0'47,"0"0"-31,24 0-16,25 0 15,25 0-15,-24 0 16,48 0-16,26 0 16,-25 0-16,24 0 15,1 0-15,0 0 16,-25 0-16,-25 0 15,-25 0-15,-25 0 16,-24 0-16,-25 0 0,-1 0 31</inkml:trace>
  <inkml:trace contextRef="#ctx0" brushRef="#br0" timeOffset="73879.985">26243 5779 0,'0'25'110,"25"-25"-79,0 0-15,25 0-1,-1 0 1,-49-25-16,25 25 16,-25-49-1,0 24 1,25 25-1,-25-25-15,0 0 16,0 1 0,0-1-1,-25 25 17,-25 0-1,26 0-16,-1 0 1,0 25 0,25 24-1,-25-49 1,25 50-16,0-1 16,-49-49-1,49 50-15,0-25 16,0 0-1,0 24 1,0 1 0,24-25-1,26 0 1,0-25 0,-26 49-16,1-49 15,0 0-15,0 0 16,24 0-16,-24 0 15,25 0 1,-1 0-16</inkml:trace>
  <inkml:trace contextRef="#ctx0" brushRef="#br0" timeOffset="74479.739">26814 5556 0,'49'0'109,"1"0"-93,0 0-16,-1 0 15,-24 0-15,0 0 16,25 0-16,-26 0 16,1 0-1</inkml:trace>
  <inkml:trace contextRef="#ctx0" brushRef="#br0" timeOffset="75335.317">27037 5606 0,'0'49'109,"0"1"-109,0-25 16,0 0-1,0-1-15,0 26 0,25-25 16,-25 0-16,0 0 15,50-1-15,-50 26 16,0-25-16,0 0 16,24 24-1,-24 1 1,0-25 0,0-1-1,25-24 1,0 0 62,25 0-62,-50-24-1,49 24 1,-49-50-16,25 0 15,-25 26-15,25-26 16,-25 0-16,49 1 16,-49-1-16,25 0 15,-25 1-15,25-1 16,-25 25-16,0-24 16,50-1-16,-50 25 15,0-24-15,24 49 16</inkml:trace>
  <inkml:trace contextRef="#ctx0" brushRef="#br0" timeOffset="75700.116">27434 5531 0,'-25'0'16,"50"0"93,25 0-93,-1 0-16,1 0 16,-1 0-16,1 0 15,-25 0-15</inkml:trace>
  <inkml:trace contextRef="#ctx0" brushRef="#br0" timeOffset="76907.557">24507 8533 0,'0'0'15,"25"0"48,24 0-63,1 0 15,0 0-15,-1 0 16,1 0-16,-1 0 16,-24 0-16,25 0 0,0 0 15</inkml:trace>
  <inkml:trace contextRef="#ctx0" brushRef="#br0" timeOffset="77176.395">24532 9029 0,'25'0'16,"-1"0"-1,26 0-15,0 0 16,-1 0-16,26 0 16,-1 0-16,1 0 15,-26 0-15,26 0 16,-1 0-16,-24 0 16</inkml:trace>
  <inkml:trace contextRef="#ctx0" brushRef="#br0" timeOffset="78159.834">25822 7863 0,'0'-25'15,"0"75"48,0-1-47,0 26-16,0-25 15,0 24-15,0 0 16,0-24-16,0 0 15,0-26-15,0 1 16,0 0-16,0 0 31,0-100 32,0 51-48,0-1-15,0 0 16,24 0-16,-24-24 16,50 49-16,-25-50 15,0 50-15,24-25 0,-24 25 16,0 0-16,0 0 16,0 0-16,24 50 15,-49-25 1,0 24-16,25 1 15,-25-1-15,0-24 16,0 0-16,0 0 16,0 0-16,0-1 15</inkml:trace>
  <inkml:trace contextRef="#ctx0" brushRef="#br0" timeOffset="78662.545">26665 8186 0,'0'-50'0,"0"25"31,-50 25-16,1 25 1,24-25 0,0 74-16,25-49 15,-49 0-15,49 0 16,-50 24-16,50-24 0,0 25 16,0-25-1,0-1-15,25 1 0,-25 0 16,49-25-16,1 50 15,-25-50-15,0 0 16,-1 0-16,1 0 16,0 0-16,25 0 15</inkml:trace>
  <inkml:trace contextRef="#ctx0" brushRef="#br0" timeOffset="79231.216">25797 8905 0,'49'0'63,"1"0"-48,0 0-15,24 0 16,25 0-16,-24 0 0,24 0 16,0 0-1,-49 0-15,-1 0 0,-24 0 16,25 0 0,-50 25 15,-25-25-16</inkml:trace>
  <inkml:trace contextRef="#ctx0" brushRef="#br0" timeOffset="79865.853">25921 9475 0,'50'0'79,"-1"0"-64,1 0 1,-50-24-16,49 24 15,-49-25-15,0 0 16,25 25 0,-25-50-16,0 1 15,0 24 17,-99 25-1,74 25-31,0-25 15,1 49-15,-26 1 16,25 24 0,25-49-16,0 0 15,0 0-15,0 0 16,0-1-16,0 26 16,0-25-1,50-25-15,-25 0 16,24 0-16,1 0 15,-1 0-15,1 0 16</inkml:trace>
  <inkml:trace contextRef="#ctx0" brushRef="#br0" timeOffset="80613.427">27037 8855 0,'0'25'16,"0"0"-1,0 0 16,25-25 32,-25-25-32,-50 25 16</inkml:trace>
  <inkml:trace contextRef="#ctx0" brushRef="#br0" timeOffset="91377.269">27732 9103 0,'24'50'312,"-24"-25"-296,50 24-16,-50-24 16,50 0-1,-50 0-15,49 24 0,1 1 16,-25-25 0,-25 0 15</inkml:trace>
  <inkml:trace contextRef="#ctx0" brushRef="#br0" timeOffset="91656.108">27930 9351 0,'-50'0'32,"26"25"-17,-26 50 1,50-51-16,-50 1 0,50 0 16,-49 25-16,49-26 15,-25 1-15,25 0 16,-50 25-1,50-26 1</inkml:trace>
  <inkml:trace contextRef="#ctx0" brushRef="#br0" timeOffset="92279.829">28228 9178 0,'49'0'141,"-24"0"-125,0 0-1,0 0-15,0 0 0,-1 0 16,26 0-1,-50 25 32</inkml:trace>
  <inkml:trace contextRef="#ctx0" brushRef="#br0" timeOffset="92870.513">28377 9203 0,'0'24'63,"0"1"-48,0 25 1,0-25 0,0-1-16,0 1 0,0 25 15,0-1-15,24-24 16,-24 25-16,0-25 16,25-1-16,-25 1 15,0 0-15,50 25 16,-50-1-1,25-49 1,-25 25-16,24-75 63,-24 26-63,25-1 15,-25-25-15,50 1 0,-50-1 16,25 0-1,-25 1-15,0 24 0,24 0 16,-24 0-16,0-24 16,0 24-16,50 0 15,-50-24 1</inkml:trace>
  <inkml:trace contextRef="#ctx0" brushRef="#br0" timeOffset="93189.379">28649 9203 0,'0'0'0,"-24"0"0,73 0 78,-24 0-62,0-25-16,0 25 15,-1 0-15,26 0 16</inkml:trace>
  <inkml:trace contextRef="#ctx0" brushRef="#br0" timeOffset="94123.887">27112 7987 0,'0'-25'31,"0"50"31,49 25-62,-24 24 16,-25-24-16,74 49 16,-74 25-16,25 25 15,-25 49-15,0-49 0,0-25 16,0-25-16,0 25 16,0-24-16,0-1 15,-49 0-15,24-25 16,-25-24-16,25 0 15,1-26-15,-1-24 16,-25 50-16</inkml:trace>
  <inkml:trace contextRef="#ctx0" brushRef="#br0" timeOffset="95069.408">25350 7962 0,'0'25'94,"0"0"-94,0 25 15,0-1-15,0 26 16,0-1-16,0 25 16,0 0-16,0 50 0,0 0 15,50 0 1,-50 0-16,0 49 0,0-49 15,0 0-15,50 0 16,-50-25-16,49 0 16,-24-50-16,25 1 15,-1-26-15,1 1 16,-1-1-16,1-49 16,0 50-16,-26-50 15</inkml:trace>
  <inkml:trace contextRef="#ctx0" brushRef="#br0" timeOffset="96039.899">27682 8855 0,'74'0'125,"1"0"-109,24 0-16,50 0 16,25-25-16,-1 25 15,1 0-15,-25-49 16,-50 49-16,0 0 15,-49 0-15,-26 0 16,-73 0 31</inkml:trace>
  <inkml:trace contextRef="#ctx0" brushRef="#br0" timeOffset="96650.616">28277 8136 0,'0'-50'31,"-24"50"-15,24 50 62,0 24-62,0-24-16,0 0 15,0-1-15,0 1 16,0-25-16,49 24 16,-49-24-16,0 25 15</inkml:trace>
  <inkml:trace contextRef="#ctx0" brushRef="#br0" timeOffset="99048.023">26516 6325 0,'0'0'0,"25"0"78,25 0-78,24 25 15,25-25-15,-24 0 16,24 0-16,25 0 16,-25 0-16,-49 0 15,-1 50-15,1-50 16,-25 0-16,24 0 15,-24 0 1,-74 0 31</inkml:trace>
  <inkml:trace contextRef="#ctx0" brushRef="#br0" timeOffset="99378.864">26839 6474 0,'0'50'31,"0"-1"-15,0-24-16,0 25 15,0-1-15,0 1 16,0-1-16,0-24 15,0 0-15,0 25 16</inkml:trace>
  <inkml:trace contextRef="#ctx0" brushRef="#br0" timeOffset="106661.812">21481 11857 0,'-50'0'31,"75"0"48,0 0-64,0 0-15,24 0 16,1 0-16,-1 0 15,1 0-15,0 0 16,-25 0-16,24 0 16,-24 0-1</inkml:trace>
  <inkml:trace contextRef="#ctx0" brushRef="#br0" timeOffset="106985.625">21481 12254 0,'-25'0'15,"50"0"32,0 0-47,-1 0 16,26 0-16,0 0 16,-1 0-16,1 0 15,24 0-15,1-25 16,-26 25-16,1 0 15,-25 0-15</inkml:trace>
  <inkml:trace contextRef="#ctx0" brushRef="#br0" timeOffset="122405.18">23416 11832 0,'0'-25'0,"0"0"47,0 50 15,0 0-62,0 0 16,0 24-16,0 1 16,0-1-16,0 1 0,24 0 15,-24-1-15,0-24 16,0 25-1,0-25 1</inkml:trace>
  <inkml:trace contextRef="#ctx0" brushRef="#br0" timeOffset="123040.827">23738 11906 0,'0'-25'15,"50"1"16,-26-26-15,1 50 0,25 0-16,-25 0 15,24 0 1,-49 25-16,25 0 16,-25 24-16,0 1 15,0-1-15,0 1 16,0 0-16,0-26 15,-49 26-15,-1 0 16,0-50 0,75 0 62,0 0-63,0 0-15,0 0 16,24 0-16,1 0 16,-1 0-16,-24 0 15,0 0-15</inkml:trace>
  <inkml:trace contextRef="#ctx0" brushRef="#br0" timeOffset="123452.593">24507 11832 0,'0'0'0,"0"-25"15,0 50 32,0 24-47,0 1 16,-74 0-16,49-1 15,25-24-15,-75 25 16,51-26 0,48-24 46,26 0-46,0 0-16,-1 0 15,1 0-15,-25 0 0,-1 0 16,1 0 0,0 25-16,25-25 15</inkml:trace>
  <inkml:trace contextRef="#ctx0" brushRef="#br0" timeOffset="123711.466">24681 11981 0,'0'-25'16,"-25"50"15,25 24-31,0 1 16,0-1-1,-25 1-15,25 0 0,0-25 16,0-1-16,0 1 16,0 25-1,25-50 1</inkml:trace>
  <inkml:trace contextRef="#ctx0" brushRef="#br0" timeOffset="124560.004">25053 11956 0,'-50'49'63,"50"1"-48,-25 0 1,25-1-16,0-24 16,0 0-16,0 0 0,0 0 15,0-1 1,50-24 0,-25 0-1,24 0 1,1-49-1,-50 24-15,0-74 16,0 74 0,0 0-16,0-25 15,0 26 63,50 24-78,-26 0 16,1 0-16,0 0 16,0 0-16,0 0 15,24 0 1,-49 24 15,0 26-15,-25-25-16,25 0 15,-49-1-15,49 26 0,0-25 16,0 0-16,0 24 16,0-24-1,49-25 1,-24 0-16,25 0 16,-25 0-16,-1 0 15,-24-25-15,50 25 16,-50-74-16,0 49 15,0-25-15,0 1 16,0-1-16,0 25 16,-50-24-16,26 49 15,-1-25-15,-25 25 16,1 0-16,-1 0 0,25 0 16</inkml:trace>
  <inkml:trace contextRef="#ctx0" brushRef="#br0" timeOffset="125538.616">26219 11981 0,'0'49'78,"-50"1"-62,50 24-16,-50-24 0,26 24 15,-26 1-15,50-26 16,-50 1-16,50-25 16,25-75 30,-25 25-30,50-24-16,-50-1 16,49 1-16,-49-26 15,50 25-15,-50 1 16,25-1-16,-25 25 16,0 1-16,25 24 78,-1 24-63,-24 1-15,50 25 16,-50-25-16,50-1 16,-50 1-16,24 0 15,-24 25-15,25-25 16,-25-1-16,50 26 15,-50 0 1,25-50-16,-25 24 16</inkml:trace>
  <inkml:trace contextRef="#ctx0" brushRef="#br0" timeOffset="125818.455">26070 12303 0,'49'0'15,"1"-25"1,-25 25-16,0 0 16,-1 0-16,26 0 15,-25-49-15,0 49 16,24 0-16,-24 0 16,0 0-16,-25-25 15</inkml:trace>
  <inkml:trace contextRef="#ctx0" brushRef="#br0" timeOffset="126221.234">26467 11708 0,'0'0'0,"-25"-25"32,-25 25-1,50 25-31,0 0 16,0-1-16,0 1 0,0 0 15,0 25 1,25-50-16,0 0 15,0 0-15,-1 0 16,1 0-16,25 0 16,-50-50-1,0 25-15,0 0 16,0 1-16,-25-1 16,-25-25-16,1 25 15,24 25 1</inkml:trace>
  <inkml:trace contextRef="#ctx0" brushRef="#br0" timeOffset="126924.855">27236 12055 0,'0'-25'31,"0"50"32,0 0-63,24 24 15,1-24-15,25 0 16,-50 25 0,49-25-16,-49-1 0,50-24 15,-50 50-15</inkml:trace>
  <inkml:trace contextRef="#ctx0" brushRef="#br0" timeOffset="127154.75">27459 12030 0,'-50'0'46,"1"50"-30,-1 24-16,0-24 16,-24 24-16,-50 75 15</inkml:trace>
  <inkml:trace contextRef="#ctx0" brushRef="#br0" timeOffset="127829.498">28401 11931 0,'0'0'16,"0"50"62,0-1-63,0 1-15,0-1 16,0-24-16,0 0 16,0 0-16,0 25 15</inkml:trace>
  <inkml:trace contextRef="#ctx0" brushRef="#br0" timeOffset="128353.29">28004 12502 0,'50'0'94,"0"0"-94,99 0 16,24 0-16,26-25 15,-26 25-15,75-50 16,0 50-16,0-49 15,-24 49-15,-76 0 16,-24-25-16,-49 25 16,-26 0-16,-73 0 47,-1 0-32,-25 0 1,1 0-1</inkml:trace>
  <inkml:trace contextRef="#ctx0" brushRef="#br0" timeOffset="135707.935">28277 12898 0,'0'25'94,"0"25"-78,0-1-16,0 1 0,0 0 15,0-1-15,0 1 16,0 0-16,0-26 16,0 1-16,0 0 15,0 0 32</inkml:trace>
  <inkml:trace contextRef="#ctx0" brushRef="#br0" timeOffset="136211.662">28600 13047 0,'0'25'63,"0"25"-63,0-26 15,0 1 1,0 25-16,0 0 0,0-1 16,0-24-16,0 0 15,0 24 1,25-49-16,-1 0 16,26 0-1,0 0 1,-26-74-1,-24 49 1,0-24-16,25-26 0,-25 25 16,0 1-1,0 24-15,0-25 16,-25 50 0,1 0 15</inkml:trace>
  <inkml:trace contextRef="#ctx0" brushRef="#br0" timeOffset="136849.421">29245 13072 0,'0'-25'16,"0"50"15,0 25-15,0 24-16,0 1 15,-25-26-15,25-24 16,0 0-16,0 24 16,0-73 46,0-1-62,0-25 16,0-24-16,0-1 15,0 1-15,0 24 0,0 1 16,25 49-16,-25-50 16,25 50 15,24 0-16,-49 25-15,50 24 16,-50 26-16,0-1 16,25 1-16,-25-26 15,0-24-15,0 25 16,0-25-16,0-1 16</inkml:trace>
  <inkml:trace contextRef="#ctx0" brushRef="#br0" timeOffset="137089.281">29245 13246 0,'0'0'0,"25"0"47,24 0-47,-24-25 16,0 25-16,0 0 16,24 0-1,1-50-15</inkml:trace>
  <inkml:trace contextRef="#ctx0" brushRef="#br0" timeOffset="137493.072">29542 12725 0,'0'-25'16,"-24"25"31,24 25-31,0 0-16,-25 24 15,25-24-15,0 25 16,0-26 15,25-24-31,-1 0 16,26-49 15,-50-26-15,0 51-16,0-1 15,-25-25-15</inkml:trace>
  <inkml:trace contextRef="#ctx0" brushRef="#br0" timeOffset="137795.895">29865 12874 0,'25'49'47,"-25"-24"-32,24 0-15,-24 0 16,25-1-16,-25 26 15,50 0-15,-50-26 16,49-24-16,-49 50 16,25-50-16,-25 25 15,50-25-15</inkml:trace>
  <inkml:trace contextRef="#ctx0" brushRef="#br0" timeOffset="138004.787">30138 12898 0,'0'0'16,"-25"0"15,-50 75-31,26-1 16,-1 25-16,1 1 15,-26-1-15,50-25 16,1-24-16,-26 0 16</inkml:trace>
  <inkml:trace contextRef="#ctx0" brushRef="#br0" timeOffset="139354.176">30014 12378 0,'0'0'0,"-25"0"94,25-25-63,25 25 63,-1 0-78,26 0-16,-25 0 15,24 0-15,1 0 16,49 0-16,25 0 15,50 0-15,-25 0 16,0 0-16,-1 0 16,-24 0-16,1 0 15,-26 0-15,-50 0 0,26 0 16,-26 0-16,-24 0 16,25 0-1</inkml:trace>
  <inkml:trace contextRef="#ctx0" brushRef="#br0" timeOffset="142700.484">30783 12898 0,'0'0'16,"0"-24"-16,-25 24 47,25 24-47,-50 1 15,50 25-15,-49-1 16,49 1-16,0 0 15,-25-1-15,25 1 16,0 0-16,0-1 16,0-24-16,0 0 15,25 24 1,-1-49 0,26 0-1,-25-24-15,24-26 16,-49 25-1,0 0-15,0 1 0,0-1 16,0 0-16,0 0 16,-24 25-16,-1-50 15,-25 50 1,1 0 0,49 25-16,0 0 15</inkml:trace>
  <inkml:trace contextRef="#ctx0" brushRef="#br0" timeOffset="143302.173">31031 13097 0,'0'-25'0,"0"0"31,0 0-31,24 25 15,1-24 1,0 24 0,25 0-1,-26 24 1,-24 1 0,0 25-16,0-25 0,0-1 15,0 26-15,0-25 16,-49-25-16,49 50 15,-25-50-15,-25 24 16,75-24 93,0 0-93,0 0-16,24 0 0,1 0 16,0 25-16,24-25 15,-24 0 1,-1 0-16</inkml:trace>
  <inkml:trace contextRef="#ctx0" brushRef="#br0" timeOffset="143605.995">31552 13022 0,'24'75'78,"-24"-50"-78,50-1 16,0 26-16,-26-25 16,1-25-16,0 50 15,0-50-15,-25 49 16,49-49-16,-49 25 0</inkml:trace>
  <inkml:trace contextRef="#ctx0" brushRef="#br0" timeOffset="143861.844">31849 13072 0,'-25'0'47,"1"25"-47,-26 24 16,25 1-16,-24 25 16,24-1-16,-25 0 15,25-24-15,25-25 16,-24 24-16,24-24 15</inkml:trace>
  <inkml:trace contextRef="#ctx0" brushRef="#br0" timeOffset="144219.637">32097 13047 0,'0'50'78,"25"-25"-78,-25 24 15,0 1-15,0 0 16,0-26-16,0 1 16,50 25-16,-50-25 15,0-1 1</inkml:trace>
  <inkml:trace contextRef="#ctx0" brushRef="#br0" timeOffset="144660.412">32370 13072 0,'0'0'0,"0"25"47,0 0-31,-25-1-16,25 26 16,0 0-16,0-1 15,0-24-15,0 0 16,0 25-1,0-26 1,25-24-16,-25 50 16,50-50-1,-1 0-15,1-25 16,-25-24 0,-25 24-1,25 0-15,-25 0 16,0-24-16,0-1 15,0 0-15,0 25 16,-50 25-16,25-49 16,-24 49-16,24 0 15,0 0-15,-25 0 16</inkml:trace>
  <inkml:trace contextRef="#ctx0" brushRef="#br0" timeOffset="145521.089">32469 12626 0,'0'-25'0,"0"-25"31,25 25-15,25-24-1,-1 24 1,-24 25 0,0 0-1,0 0 1,-25 74-16,0-49 15,0 0-15,0 0 16,0 0-16,0 24 16,-50-49-1,25 25-15,1-25 16,73 0 46,-24 0-46,25 0 0,-26 0-1,1 50 1,-25-26 0,0 26-16,-25-25 15,1-25 1,-1 25-16,0-25 15,0 0-15,-24 0 16,24 0 0,0 0-16,0 0 0</inkml:trace>
  <inkml:trace contextRef="#ctx0" brushRef="#br0" timeOffset="146640.76">31452 12402 0,'0'-24'171,"50"24"-155,-25 0 0,0 0-16,-1 0 15,26-25-15,0 25 16,24 0-16,0 0 16,-24-50-16,24 50 15,26 0-15,-26 0 16,25-49-16,-24 49 15,-1 0-15,-24 0 16,-1 0-16,-24 0 16,0 0-16,25 0 15,-26 0 1,-48 0 78,-1 0-94</inkml:trace>
  <inkml:trace contextRef="#ctx0" brushRef="#br0" timeOffset="147621.269">29617 12725 0,'0'-25'31,"25"0"-15,-25 0-1,24 25 1,-24-49 15,0 24 16,0 75 0,-99 24-31,25 50-16,-1 0 15,26 0-15,-1 25 16,1-25-16,24-25 15,-25 0-15,1-24 16,24-26-16</inkml:trace>
  <inkml:trace contextRef="#ctx0" brushRef="#br0" timeOffset="148670.797">26690 11609 0,'-25'0'0,"25"-25"16,-50 25-1,1 0 16,24 49-31,-25 51 0,-74 48 16,-24-24-16,-1 50 16,-25 25-16,25-26 15,-24-74-15,49 1 16</inkml:trace>
  <inkml:trace contextRef="#ctx0" brushRef="#br0" timeOffset="155207.288">21679 14412 0,'0'-25'62,"25"25"32,0 0-78,0 0-16,24 0 15,-24 0-15,25 0 16,-25 0-16,-1 0 16,1 0-1,0 0 17</inkml:trace>
  <inkml:trace contextRef="#ctx0" brushRef="#br0" timeOffset="155657.061">21704 14784 0,'-50'0'16,"75"0"46,0 0-46,25 0-16,-25 0 16,24 0-16,1 0 15,-1 0-15,-24 0 16,25 0-16,-25 0 15,24 0-15,-24 0 16</inkml:trace>
  <inkml:trace contextRef="#ctx0" brushRef="#br0" timeOffset="157135.632">22498 14511 0,'0'-25'62,"0"0"-46,0 0-1,0-24 1,0 24 0,25 0-1,49 0 1,-49 25 0,24 0-1,-24 0 1,-25 50-1,0 0 1,0-26-16,0 1 16,0 0-16,-25 0 15,25 0-15,-49 24 16,49-24-16,-50 0 16,1 24-16,-1 1 15,25-50 1,25 25-16,-25-25 15,75 0 79,0 0-94,-1 0 16,1 0-16,24-50 15,-24 50-15,0 0 0,-1 0 16,-24 0-16</inkml:trace>
  <inkml:trace contextRef="#ctx0" brushRef="#br0" timeOffset="157728.284">23589 14337 0,'-49'50'62,"49"-25"-46,-50 24-16,50 1 16,-50-1-16,50 1 15,-49 0-15,49-1 16,0-24-16,-25 0 16,25 0-1,-25-25 16</inkml:trace>
  <inkml:trace contextRef="#ctx0" brushRef="#br0" timeOffset="158099.16">23341 14436 0</inkml:trace>
  <inkml:trace contextRef="#ctx0" brushRef="#br0" timeOffset="158516.938">23713 14808 0,'0'25'46,"0"0"-30,0-50 78,0 0-79,0 1 1</inkml:trace>
  <inkml:trace contextRef="#ctx0" brushRef="#br0" timeOffset="160512.239">819 6028 0,'0'0'0,"0"-25"31,-25 25-15,25 25 31,0 24-32,0 1 1,49-25-16,-24-25 0,25 49 16,24-49-1,50-25-15,25 1 0,49-76 16,26-48-16,24-1 15,25 25-15,-50 24 16,-50 51-16,-73 49 16</inkml:trace>
  <inkml:trace contextRef="#ctx0" brushRef="#br0" timeOffset="187040.57">16842 3795 0,'0'-49'31,"0"98"16,0 26-47,25-1 16,25 0-16,-25-24 16,-25-25-16,74 0 15,-49-25-15,24 0 16,51 0-16,48 0 15,26-124-15,49-75 16,1-74-16,48 75 16,-48 24-16,-1 25 15,-99 50-15,-50 74 16,-24 25-16</inkml:trace>
  <inkml:trace contextRef="#ctx0" brushRef="#br0" timeOffset="192605.314">17314 6028 0,'0'24'109,"0"1"-109,49-25 16,-49 50-16,50-50 15,-1 0-15,26 0 16,24-25-16,50-74 16,74-75-16,0-49 15,50-25-15,-74 99 16,-75 75-16,-50 24 0,-49 50 15</inkml:trace>
  <inkml:trace contextRef="#ctx0" brushRef="#br0" timeOffset="197103.197">27434 3894 0,'0'-49'0,"0"24"93,0-25-61,0 26-32,0-51 15,-25 50 1,25 0-16,0 1 15,-25-1-15,25-25 16,-49 1 0,49 24-1,-25 0 1,25 0 0,-25 25-1,25-25 1,-25 25-1,25-24-15,-24 24 16,-26-50-16,0 50 16,1 0-1,-1-25 1,0 25 0,26 0-1,-26 0-15,25 0 16,0 0-16,-24 0 15,-1 0 1,50-25 0,-49 25-16,-1 0 15,25 0 1,-24 0 0,24 0-16,-25 0 15,25 0 1,-24 0-16,-1 0 15,25 0 1,1 0 0,-26 0-1,0 0 1,26 0 0,-1 0 15,0 25-16,-25-25 1,26 25 0,-26-25-1,50 50-15,-25-50 0,0 24 32,25 1-17,-24-25 1,24 25-16,-50 0 15,0 24 1,50 1 0,-25-50-1,25 25-15,0 0 16,-24-25 0,24 49-16,0-24 0,0 0 15,0 0-15,-25 24 16,25-24-16,0 0 15,0 0-15,0 0 16,0-1-16,0 26 16,0-25-16,0 0 15,0-1-15,0 1 16,0 0-16,0 0 16,0 24-16,0-24 15,0 25 1,0-25-16,0-1 15,0 26 1,0 0-16,0-1 31,0 1-31,25-25 16,-25 24 0,0-24-1,24-25 1,-24 25-1,0 0 1,25-25 0,-25 24-1,50 26 1,-25-25-16,0 0 31,24 24-15,-24 1-16,0-25 31,0-25-31,-25 25 16,49-25-16,-24 0 15,25 24 1,-26-24 0,1 0-1,0 0 1,0 0-1,24 0 1,-24 0 0,25 0-1,-25 0-15,24 0 32,1 0-32,-1 0 15,1 0 1,0 0-1,-26 0 1,1 0-16,25-24 16,-25 24-16,-1 0 15,26-25 1,0 25-16,-50-50 16,49 50-16,26-25 31,-50 25-31,-25-25 0,74 25 15,-74-24-15,25 24 16,24-50 0,1 25-1,-25 0 1,0 1 0,24-51-1,-24 26 1,0-1-1,24 25-15,-49-24 16,25 49 0,-25-50-1,0 25-15,25 0 0,-25 1 16,0-1-16,0-25 16,0 25-1,0-24-15,0 24 16,0-25-1,0 1 1,-25 24 0,25 0-16,0 0 15,-49 25-15,49-49 16,0 24 0,-25 25-16,25-25 15,-25 25 1,-25 0-16,26 0 15</inkml:trace>
  <inkml:trace contextRef="#ctx0" brushRef="#br0" timeOffset="200815.978">27905 5854 0,'0'-25'31,"0"0"1,0 0-1,0 1-15,0-1 15,0-25-16,0 25-15,-25 25 16,25-24-16,0-1 16,-24 25-1,24-25-15,0 0 32,-25 25-32,25-49 15,0 24 16,-25 25-31,25-25 32,-25 0-17,-24 0 17,49-24-1,-25 49-31,25-25 15,-25 25 1,0-25 0,0 25-1,-24 0 17,24-25-32,0 25 15,0 0 1,1 0-1,-1 0 1,-25 0 0,1 0-1,49-24 1,-50 24-16,25 0 16,-24 0-1,24 0-15,-25 0 16,25 0-1,-24 0 1,-1 0 0,25 0-16,0 0 15,1 0-15,-1 0 16,0 0-16,-25 0 16,1 0-1,-1 0 1,1 0-1,-1 24 1,25-24 0,-24 0-1,24 0 1,0 0-16,-25 0 31,50 25-31,-49-25 16,24 0-1,25 50-15,-25-50 16,0 0 0,25 25-1,-49-25 1,24 24 0,-25 1-1,26 25 1,-1-50-1,25 25-15,-25-25 16,25 24 0,-25-24-16,25 50 15,-25-50 1,25 50-16,-49-26 16,49 26-1,-25-50 1,25 25-16,0 24 15,0 1 1,0-25 0,0 0-16,0 0 15,0 24-15,0-24 16,0 25 0,50-1-1,-50 1 1,24-1-1,-24 1 1,0 0 0,25-50-16,-25 49 15,0 1 1,25-50-16,-25 49 16,0-24-16,0 0 15,50 25-15,-50-26 16,24 26-1,1 0 1,-25-1-16,25-49 16,-25 50-16,50-50 15,-50 25-15,24 24 16,-24 1 0,25-50-1,-25 50-15,25-26 16,25 1-1,-26 0 1,1-25 0,-25 50-1,25-50-15,25 49 16,-26-49 0,26 25-1,0-25 1,-1 0-1,-24 25 1,0-25 0,0 0-1,-1 0 1,26 0 0,0 0-1,-26 0-15,-24-25 16,50 25-16,0-25 15,-1 25 1,-49-49-16,50 49 16,-50-25-16,50 25 15,-26-25-15,26 0 16,-25 25 0,-25-49-1,49 49-15,-49-25 0,50 25 16,-50-50-16,25 50 15,-25-25-15,25 25 16,-25-25-16,24 25 16,-24-24-16,25 24 15,-25-25-15,25 25 16,-25-25-16,25 25 16,-25-25-16,49 25 0,-49-49 15,25 49 1,-25-50-16,25 25 15,0 0 17,-25 1-17,25 24-15,-25-25 16,49-25 0,-49 1-1,25-1 1,-25 0-1,0 26-15,25 24 16,-25-50-16,0 25 16,49 0-16,-49 1 0,0-1 15,25-25-15,-25 25 16,0 1-16,0-1 16,0 0-16,0 0 15,0-24 1,0 24-1,0-25 1,0 25 0,-25 25 31</inkml:trace>
  <inkml:trace contextRef="#ctx0" brushRef="#br0" timeOffset="205270.306">29617 8731 0,'25'50'125,"-25"-25"-125,0 24 16,0 1-16,0-25 15,0-1-15,24-24 16,-24 25-16,50-25 16,0 0-1,74-74 1,24-50-16,51 0 15,24-25-15,-24 25 0,-51 25 16,26 24 0,-75 26-16,-24-1 0,-26 50 15,-24-49-15,0 49 16,0 0-16,-25-25 16,49 25-16,-73 0 62,-26 0-46,25 0-16,0 49 15</inkml:trace>
  <inkml:trace contextRef="#ctx0" brushRef="#br0" timeOffset="213056.407">26715 11435 0,'0'-25'46,"-50"25"17,25 0-47,-24 0-16,24 0 15,-25 0-15,1 0 16,-1 0-16,25 0 0,-24 0 15,-1 0 1,0 0-16,1 0 16,-1 0-16,-24 0 0,24 0 15,1 25-15,-1-25 16,0 0 0,1 0-16,-1 50 0,0-50 15,1 0-15,-1 0 16,1 0-16,24 0 15,-25 0-15,1 0 16,24 0-16,0 0 16,-25 0-16,26 0 15,-1 0-15,0 0 0,0 0 16,0 0 0,-24 0-16,-1 24 0,1-24 15,-1 0-15,0 0 16,1 0-16,-1 0 15,0 0-15,1 0 16,-1 0-16,1 0 16,-1 0-16,25 0 15,0 0-15,1 0 16,-1 0-16,0 0 16,0 0-16,-24 0 15,24 0-15,0 0 16,0 0-16,0 0 15,-24 0-15,24 0 0,0 0 16,-24 0 0,24 0-16,0 0 0,-25 0 15,1 0-15,24 0 16,-25 0 0,1 0-1,24 0 1,0 0 15,0 0 0,0 0-15,1 0 0,-26 0-1,0 0 1,1 0-1,49 25-15,-50-25 16,1 0 0,24 0-1,25 50-15,-25-50 16,-25 0 0,26 0-1,-1 0 1,0 0-16,0 0 31,0 0-15,25 25-1,-49-25 1,24 0 93,0 0 16,0 0-62,25 24 93,-24-24-156,24 25 16,0 25-1,0 24 1,0-49 0,0 0-16,0 0 15,0-1-15,0 26 0,0-25 16,0 24-16,24 1 15,-24 0-15,0-26 16,0 26-16,50 0 16,-50-25-16,0-1 15,0 1-15,0 0 16,0 0-16,25 24 16,-25-24-1,0 0 1,0 0 15,25-25-15,-25 25-1,0-1 17,0 26-17,0-25 1,24-25-1,-24 49-15,0-24 16,0 0 15,50 0-15,-50 0 15,25 24 0,-25-24 16,25-25-47,-1 25 32,26-25-17,-25 25 1,24-25-1,1 0 1,-25 49-16,0-49 0,-1 0 16,1 0-16,25 0 15,-25 0-15,-1 0 16,1 0-16,0 0 16,0 0-16,0 0 15,24 0-15,1 0 16,-25 0-16,24 0 15,1 0-15,-25 0 16,24 0-16,-24 0 16,0 0-16,0 0 15,0-25-15,24 25 16,-24 0-16,0 0 16,0 0-16,-1-24 15,1 24-15,25 0 0,-25 0 16,-1 0-16,1 0 15,0 0-15,0 0 16,0 0-16,24 0 16,-24 0-16,0 0 15,0 0-15,-1 0 16,1 0-16,25 0 16,-25 0-16,24 0 15,-24 0-15,0 0 16,0 0-16,0 0 15,-1 0-15,26 0 16,0 0-16,-1 0 16,1 0-16,-1 0 0,1 0 15,0 0-15,-26 0 16,26 0-16,-25 0 16,24 0-16,1 0 15,0 49-15,-26-49 16,1 0-16,0 0 15,25 25-15,-26-25 16,1 0-16,0 0 16,25 0-16,-1 0 15,1 0-15,24 0 16,-24 0-16,0 0 16,-1 0-16,-24 0 0,25 0 15,-1 0 1,-24 0-16,0 0 0,24 0 15,1 0 1,-25 0 0,24 0-1,1 0 1,-25 0 0,0 0-1,-1 0 1,1 0-1,25 0-15,-25 0 32,24 0-32,-24 0 31,0 0 0,-25-25 16,25 25-47,-25-25 31,24 25-15,-24-49 0,0 24 15,0 0-16,0 0-15,0-24 16,0-1 0,0 1-1,0-1 1,0 0 0,0 26-16,0-1 15,0 0-15,0 0 16,0 0-16,0-24 0,0 24 15,0 0-15,0 0 16,0 1 0,0-1-16,0 0 15,0-25-15,0 25 0,0-24 16,0 24 0,0-25-1,0 26 1,0-1-1,0 0 1,0 0 0,0 0-1,0-24 1,0-1-16,0 25 16,0 1-1,0-1 1,0 0-1,0 0 17,0 0-17,0-24 17,0 24-1,0 0 0,0 0 47,-24 25-47,24-24-15,0-26 234,-25 50-250,-25 0 16,25 0-1,-24 0-15,-1 0 16,25 0 0,-24 0-16</inkml:trace>
  <inkml:trace contextRef="#ctx0" brushRef="#br0" timeOffset="-201257.83">21704 13891 0,'25'0'47,"49"0"-32,-49 0-15,0 0 16,0 0-16,0 0 16,24 0-16,-24 0 15,0 0-15,24 0 16</inkml:trace>
  <inkml:trace contextRef="#ctx0" brushRef="#br0" timeOffset="-200659.865">21654 13618 0,'25'0'78,"0"0"-78,0 0 16,0 0-16,0 0 16,-1 0-16,26 0 15,-25 0-15,0-25 16,24 25 0,-24 0-1</inkml:trace>
  <inkml:trace contextRef="#ctx0" brushRef="#br0" timeOffset="-200064.136">22423 13593 0,'0'-25'46,"0"50"-14,-24-25-17,24 74-15,0-49 16,-25 0-16,25 0 16,0 0-16,0 24 15,0-24 1,0 25-1,25-50 1,-1 0 0,26 0-1,-25-25-15,-25 0 16,49 0-16,-49 0 16,25-24-1,-25 24-15,0-25 0,0 1 16,0 24-16,0-25 15,0 26 1,-49 24 15,-1 24-31,50 1 16,-50 50 0</inkml:trace>
  <inkml:trace contextRef="#ctx0" brushRef="#br0" timeOffset="-199585.365">22820 13742 0,'0'25'63,"0"-1"-48,25-24 48,-25-24-16</inkml:trace>
  <inkml:trace contextRef="#ctx0" brushRef="#br0" timeOffset="-199085.584">23118 13618 0,'0'-25'31,"-25"25"31,25 25-62,-25 24 16,25 1-16,0 0 16,0-26-16,0 1 0,0 0 15,0 25 1,0-26-1,25-24 1,25 0 0,-1-24-1,1-26 1,-50 25 0,0 0-16,0-24 15,0 24-15,0 0 16,-25-24-1,0 49 1,-24 0 0,24 0-1</inkml:trace>
  <inkml:trace contextRef="#ctx0" brushRef="#br0" timeOffset="-198524.842">23465 13667 0,'0'-24'31,"0"-26"-15,0 25 15,50 25-15,-50-25-16,25 25 0,-1 0 31,1 0-31,-25 50 16,0-25-16,0 0 15,0-1-15,0 1 16,0 0 0,0 25-16,-49-1 15,-1 1 1,0-1-1,1 1 1,49-25 0,49-25 31,1 0-47,24 0 0,1-25 15,-26 25-15,1-50 16,-25 50-16</inkml:trace>
  <inkml:trace contextRef="#ctx0" brushRef="#br0" timeOffset="-197140.263">23391 14412 0,'-25'0'79,"25"-25"46</inkml:trace>
  <inkml:trace contextRef="#ctx0" brushRef="#br0" timeOffset="-194290.48">30386 7541 0,'25'0'94</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1:59:15.088"/>
    </inkml:context>
    <inkml:brush xml:id="br0">
      <inkml:brushProperty name="width" value="0.05292" units="cm"/>
      <inkml:brushProperty name="height" value="0.05292" units="cm"/>
      <inkml:brushProperty name="color" value="#002060"/>
    </inkml:brush>
  </inkml:definitions>
  <inkml:trace contextRef="#ctx0" brushRef="#br0">30311 7541 0</inkml:trace>
  <inkml:trace contextRef="#ctx0" brushRef="#br0" timeOffset="16778.154">9079 3820 0,'0'25'110,"0"0"-95,-25 24 1,25 1-16,0-1 0,0 1 16,0 24-16,0 1 15,0-26-15,0 51 16,0-1-16,0-25 16,0 25-16,0 1 15,0-1-15,0-25 16,0 26-16,0-1 15,0-25-15,0 1 16,0-1-16,0-24 16,0 24-16,0 0 15,0 1-15,0-50 0,0 24 16,0 1-16,0-1 16,0 1-16,0 0 15,0-25-15,0-1 16,0 26-16,0-25 15,0 24-15,0 1 16,0 0-16,0-26 16,0 26-16,0 0 15,0-1-15,0 1 16,0-1-16,0 1 16,49 0-16,-49-1 15,0 1-15,0-1 0,0 1 16,0 0-16,0-1 15,0-24-15,0 25 16,0-1-16,0 1 16,0 0-16,0-1 15,25-24-15,-25 25 16,0-26-16,0 26 16,0 0-16,25-1 15,-25-24-15,0 25 16,0-1-16,0-24 15,0 25-15,0-1 0,0 1 16,0-1-16,0 1 16,0 0-16,50-1 15,-50-24 1,0 25-16,0-26 0,0 1 16,0 25-1,0-25-15,0 0 0,0-1 16,0 1-16,0 0 15,0 25 1,0-26 0,0 26-1,0-75 48,49-24-63</inkml:trace>
  <inkml:trace contextRef="#ctx0" brushRef="#br0" timeOffset="18484.567">9277 8210 0,'-50'0'16,"26"0"77,24-24-61,-25 24-32,0 0 15,0 0 16,75 0 79,24 0-95,-49 0-15,0 0 16,0 0-16,24 0 16,-24 0-16,25 0 15,-1 0-15,1 0 16,-1 0-16,1 0 16,0 0-16,-1 0 15,26 0-15,-1 0 16,0 0-16,26 0 15,-1 0-15,0 0 0,0 0 16,25 0-16,0 0 16,0 0-16,0 0 15,0-50-15,25 50 16,0 0-16,0 0 16,0 0-16,-25 0 15,25 0-15,-1 0 16,1 0-16,-25 0 15,0 0-15,0 0 16,0 0-16,0 0 16,0 0-16,0 0 15,-24 0-15,24 0 16,0 0-16,0 0 0,0 0 16,0 0-16,-25 0 15,0 0-15,0 0 16,1 0-16,-1 0 15,-50 0-15,26 0 16,-1 0 0,-24 0-16,24 0 0,-24 0 15,0 0-15,-1 0 16,-24 0-16,0 0 16,0 0-16,-1 0 15,-48 0 63,-1 0-78,0 0 16</inkml:trace>
  <inkml:trace contextRef="#ctx0" brushRef="#br0" timeOffset="18941.286">14660 8012 0,'0'-25'47,"24"25"-31,1 0-16,0 0 0,25 0 16,-1 0-16,1 0 15,-25 25-15,-25 25 16,0 24-16,0 0 15,-75 26-15,-49 24 16,50-50-16,-1 0 16</inkml:trace>
  <inkml:trace contextRef="#ctx0" brushRef="#br0" timeOffset="20283.498">8930 4192 0,'0'-50'63,"0"26"-48,0-51 1,49 50-16,-49-24 0,25-1 16,-25 25-1,25-24-15,-25-1 0,50 25 16,-50 1-1,24 24-15,-24-25 16,25 25 15,-25 25-15,25-1-16,-25 1 16,25 25-16,-25-25 15,49-1-15,-49 1 16,50 25-16,-50-25 15</inkml:trace>
  <inkml:trace contextRef="#ctx0" brushRef="#br0" timeOffset="22149.15">18728 2133 0,'74'0'94,"25"0"-94,50 0 0,49 0 15,26 0-15,-26 0 16,-24-25-16,-25 25 15,-50 0-15,-25 0 16,-49 0 0,0 0-16,-50 0 62,0 0-62,0 0 16,1 0-16</inkml:trace>
  <inkml:trace contextRef="#ctx0" brushRef="#br0" timeOffset="25420.372">7417 3944 0,'0'-25'63,"24"25"-48,1 0-15,0 0 16,25 0-16,-26-49 16,1 49-16,0 0 15,0 0 1</inkml:trace>
  <inkml:trace contextRef="#ctx0" brushRef="#br0" timeOffset="25997.192">7541 3894 0,'0'25'63,"0"25"-48,0-25-15,0-1 16,49 1-16,-49 0 16,0 25-16,25-26 15,-25 1-15,25 0 16,-25 0-16,25 24 16,-25-24-1,49-25-15,-49 25 16,25-25 31,-25-25-32,25 0-15,-25 1 16,0-26-16,25 0 16,-25 1-16,49-26 15,-49 1-15,25 0 16,-25 24-16,0 25 15,25 25-15,-25-25 16</inkml:trace>
  <inkml:trace contextRef="#ctx0" brushRef="#br0" timeOffset="26311.036">7813 3770 0,'25'0'47,"25"0"-31,-1 0-1,-24 0-15,0 0 16,0 0-16,0 0 15,24 0 1,-49 25 0</inkml:trace>
  <inkml:trace contextRef="#ctx0" brushRef="#br0" timeOffset="26861.77">8062 4316 0,'0'-25'16,"-25"25"15,0 0-15,25 75-1,-25-75-15,25 49 16,0 1 0,0-25-1,0-1 1,25-24-16,0 0 16,0 25-16,-1-25 15,26 25 1,-50 25-1,0-26 1,-25 26 0,-24-50-16,-1 25 15,25-25-15,-25 0 16,1 49-16,-1-49 16</inkml:trace>
  <inkml:trace contextRef="#ctx0" brushRef="#br0" timeOffset="29021.88">5631 2927 0,'-25'0'16,"50"50"62,49-50-78,25 0 15,1 0-15,98-25 16,-24 25-16,-26-50 16,26 50-16,-75 0 15,0 0-15,-24 0 16,-25 0-16,-26 0 0,1 0 16</inkml:trace>
  <inkml:trace contextRef="#ctx0" brushRef="#br0" timeOffset="30871.155">23763 1488 0,'0'0'0,"0"-25"16,0-74 0,-50 74-1,25-24-15,-24 49 0,-26-50 16,26 50-16,-26-25 15,-24 25-15,-25 0 16,0 0-16,0 0 16,25 0-16,0 50 15,-1 0-15,26-26 16,24 26-16,26 0 16,-26 24-16,50 25 15,-50 1-15,50-1 16,0-25-16,0 25 15,25 1-15,50-1 16,-26-25-16,50-24 16,1-1-16,24-49 0,0 50 15,25-50-15,-1 0 16,26-50-16,-75 1 16,25-26-16,-49 26 15,-26-1-15,26-24 16,-50-1-16,-25-24 15,0 25-15,0-50 16,0 24-16,-25 26 16,-25 24-16,-49 1 15,-25 49-15,0 0 16,-50 0-16,1 0 0,-26 49 16</inkml:trace>
  <inkml:trace contextRef="#ctx0" brushRef="#br0" timeOffset="32272.63">6276 1215 0,'-100'-49'16,"76"-1"-16,-26 50 15,0 0-15,-24 0 16,0 0 0,-1 0-16,-24 25 0,0 0 15,-50 49-15,25 25 16,-50-24-16,50 49 0,25-50 16,0 26-1,24-26-15,26 0 0,-1 1 16,50-26-16,0-24 15,0 0-15,0 0 16,0 24-16,50-24 16,-1 0-16,26 25 15,-1-50-15,50 0 16,50 0-16,24 0 16,1-75-16,49 1 15,-25-25-15,-25-1 16,-49 1-16,0 25 15,-75-1-15,-24 1 16,-50 49-16,25-25 16,-25-24-16,0 0 15,-50-1-15,-49 26 16,0-1-16,24 50 0,-24 0 16,0 0-16,0 50 15,0 49-15,-25-25 16</inkml:trace>
  <inkml:trace contextRef="#ctx0" brushRef="#br0" timeOffset="34138.819">13891 8930 0,'24'0'78,"26"0"-62,-50-50-1,50 50-15,-50-50 16,49 50-16,-49-24 15,50 24-15,-50-50 16,0 0 0,0 1-1,0-1-15,0 25 16,-25 25 31,-25 0-32,26 0 1,24 25-16,-25 25 16,25-1-1,-25 1 1,25-25 0,0 24-16,0-24 15,0 0 1,0 25-1,0 24 1,0-49-16,25 0 16,-25 0-16,0-1 0,0 26 15,0-25-15,0 24 16,0-24-16,0 0 16,0 0-16,0 24 15,-25 1 1,0-25-1,-24-25 1,24 0 0,0 0-1,0 0 1,0 0 0</inkml:trace>
  <inkml:trace contextRef="#ctx0" brushRef="#br0" timeOffset="34542.619">13841 9178 0,'0'-25'32,"50"25"15,-1 0-32,26-25-15,-26 25 16,26 0-16,-1-49 15,0 49-15</inkml:trace>
  <inkml:trace contextRef="#ctx0" brushRef="#br0" timeOffset="39044.254">10691 8260 0,'0'-25'281,"25"-24"-266,24 24 1,-24 25 0,0-50-16,24 25 15,1-24 1,-25 49-16,-25-50 16,49 50-16,-49-50 15,50 50-15,-25-24 16,0 24-16,24-25 0,1 0 15,-25 25 1,0-50-16,-1 50 16,-24-24-16,50 24 15,-50-25-15,74 25 16,-74-25-16,50 25 16,-50-25-16,50 25 15,-50-25-15,49 25 16,1-49-16,-25 49 15,-1-25-15,1 25 16,25-50-16,-25 50 16,-25-24-16,49 24 15,1-50-15,-25 50 16,-1-50-16,1 50 0,-25-49 16,75-1-1,-26 1-15,-24 49 16,25-50-16,-26 25 15,1 25-15,25-49 16,-25 24-16,0-25 16,-1 25-16,26 1 15,-25-1-15,24-25 16,-24 25-16,25 1 16,-1-26-16,-24 25 15,0 0-15,0-24 16,24 24-16,-24 0 15,0 0-15,25-24 16,-1 24-16,1 0 16,-1-25-16,1 26 0,0-1 15,-26-25-15,26 1 16,24-26 0,-49 50-1,25-24-15,-25 24 16,0 0-16,-1 0 15,26 25-15,-25-74 16,0 24-16,24 26 16,1-1-16,-1-25 15,1 25-15,-25 1 16,0-26-16,24 25 16,-24 0-16,0 0 15,0-24-15,74-26 16,-74 51-16,-1-1 15,1 25-15,25-75 16,-25 51-16,-1 24 16,26-50-16,24-24 15,-49 49 1,25-25 0,-25 25-16,24 1 15,-24-26-15,0 25 16,0 25-16,-25-49 0,74 24 15,-49 25-15,25-75 16,-26 75-16,-24-49 16,50 49-16,-25-50 15,24 1 1,1-1 0,0 25-1,-75 25 141</inkml:trace>
  <inkml:trace contextRef="#ctx0" brushRef="#br0" timeOffset="41626.262">12278 7094 0,'-24'0'31,"73"0"110,-24 0-125,25 0-16,24 0 15,25 0-15,25 0 16,-25 0-16,25 0 16,0 0-16,0 0 15,1 0-15,-26 50 16,-25-50-16,-24 0 15,24 0-15,1 0 16,-26 0-16,-24 0 16,0 0-16,0 0 15,-1 0-15,26 0 16,0 0 0,-26 0-1,1 0 1,25 0 15</inkml:trace>
  <inkml:trace contextRef="#ctx0" brushRef="#br0" timeOffset="43011.638">14015 5730 0,'0'-50'16,"0"25"15,0 1 16,0-1 0,0 0-16,0 0 32,0 75 77,0-1-124,0-24-16,0 0 16,0 0-16,0 24 15,-50 1-15,50 0 16,0 24-16,0-24 15,-25 24-15,25 25 16,0-24-16,0-26 16,-49 26-16,49-1 15,0-24-15,0-1 16,0 1-16,0 0 0,0-26 16,0 1-16,0 0 15,0 0-15,0 0 16,0 24-16,0-24 15,0 25 1,0-1 0,0-24-1,0 0 1,0 0 15,0 0 0,0-1 16,0 1 47,0 25-47,0-75-16</inkml:trace>
  <inkml:trace contextRef="#ctx0" brushRef="#br0" timeOffset="44036.322">17338 4514 0,'0'-24'0,"-24"24"31,-26 0-15,0 24-1,50 1 1,-24-25-16,24 50 16,0-25-16,0 24 15,0-24 1,49 25 0,1-50-1,-25 24-15,-1-24 16,-24 25-16,25-25 15,-25 50 1,0-25 0,-25-25-16,1 0 0,-26 49 15,25-49-15,0 0 16,1 0-16,-26 0 16,25 0 15,25-49-16</inkml:trace>
  <inkml:trace contextRef="#ctx0" brushRef="#br0" timeOffset="44309.164">17562 4490 0,'0'24'47,"0"26"-31,0 0-16,0-1 15,0 1-15,0-1 16,0 1-16,0-25 0,0 0 15,0 0 1,0 24-16</inkml:trace>
  <inkml:trace contextRef="#ctx0" brushRef="#br0" timeOffset="44892.854">17810 4837 0,'0'0'0,"0"-50"15,-50 100 32,50-25-31,0 0-16,-49-1 16,49 1-16,24 25 15,1-50 1,25 0-1,-25 0-15,-1-25 16,26-25 0,-50 26-1,0-1-15,0 0 16,-25-25-16,-24 50 16,49-49-16,-50 49 15,75 0 16,24 0-15,-24 0 0,25 0-16,-25 0 15,-1 0-15,26 0 16,-25 0 0,-25 24 15,0 26-31,0-25 15,0 25-15,0-1 16,0-24-16,0 25 0,0-1 16,0 1-1,0-25-15,0 24 0,0-24 16,0 0 0</inkml:trace>
  <inkml:trace contextRef="#ctx0" brushRef="#br0" timeOffset="45226.664">18033 4762 0,'0'0'0,"25"-24"0,0-1 16,24 25-1,-24-25-15,25 25 16,-1 0 0,-49 50-1,0-26-15,0 1 16,0 0-16,-25-25 15,25 50-15,-49-50 16,49 25-16,-50-25 16</inkml:trace>
  <inkml:trace contextRef="#ctx0" brushRef="#br0" timeOffset="45622.436">18306 4887 0,'0'0'0,"25"0"31,24 0-31,1 0 31,-25 0-15,-1-50 0,-24 0-1,0 1 1,0 24 15,-24 25-31,-1 0 0,0 25 16,-25 24-16,26-24 15,-1 0-15,25 0 16,-50 24-16,50-24 16,0 0-16,0 0 15,25-25-15,0 49 16,0-49-16,-1 0 0,1 0 16,25 0-16</inkml:trace>
  <inkml:trace contextRef="#ctx0" brushRef="#br0" timeOffset="46279.109">18951 4862 0,'25'-25'94,"24"25"-94,1 0 15,24 0 1,-49 0-16,0 0 16,-50 0 15</inkml:trace>
  <inkml:trace contextRef="#ctx0" brushRef="#br0" timeOffset="46488.994">18951 5011 0,'25'0'15,"-1"0"1,1 0-16,0 0 16,0 0-16,0 0 15,-1 0-15,26 0 16,0 0-16,-26 0 16</inkml:trace>
  <inkml:trace contextRef="#ctx0" brushRef="#br0" timeOffset="46957.793">19869 4738 0,'0'-100'16,"0"51"0,24 49-1,26-50-15,-25 50 16,24-25-16,-24 25 15,0 0-15,0 0 16,24 25-16,-24 0 16,-25 25-16,50-26 0,-50 1 15</inkml:trace>
  <inkml:trace contextRef="#ctx0" brushRef="#br0" timeOffset="47239.681">19993 4589 0,'0'25'31,"0"24"-16,-25 1-15,25-1 16,0 1-16,0 0 16,0-1-16,0-24 15,0 0-15,0 25 16</inkml:trace>
  <inkml:trace contextRef="#ctx0" brushRef="#br0" timeOffset="47661.459">20414 4837 0,'0'0'16,"0"-25"-16,-49 25 31,24 0-31,-25 25 16,50 25-16,-49-26 15,49 1-15,0 0 16,0 25-16,49-50 31,-24 0-15,0 0-16,0 0 15,-25-50-15,24 25 16,-24-24-16,50 24 16,-50 0-16,-25 50 62,25 24-62,0-24 16,0 0-16,25 0 15</inkml:trace>
  <inkml:trace contextRef="#ctx0" brushRef="#br0" timeOffset="48030.296">20563 4837 0,'0'0'16,"0"50"15,0-1-15,0-24-1,0-75 63,25 26-78,24-1 16,-24 25 0,25 0-1,-50 74 1,25-49 0,-25 0-16,0 0 15,0 24 1,49-49-16</inkml:trace>
  <inkml:trace contextRef="#ctx0" brushRef="#br0" timeOffset="48490.059">20960 4762 0,'0'0'15,"0"25"32,0 25-47,0 0 16,0 24-16,0-24 15,0-1-15,0-24 16,0 0-16,0 0 16,50-25-1,-26 0 1,26-25-16,-25-25 15,0 1-15,24-1 16,-49 0-16,25-49 16,-25 0-16,0 24 15,0 26-15,0-1 16,-25 25-16,0 25 16,1 0-16,-1 0 15,0 0-15,-25 0 16,50 50-16,-49 0 15,49-1-15,0 1 0,0-1 16,0-24 0,25 25-16,-1-25 0,26-25 15,0 25-15,-1-25 16,1 0-16</inkml:trace>
  <inkml:trace contextRef="#ctx0" brushRef="#br0" timeOffset="49915.605">12626 6896 0,'0'-25'0,"49"25"125,-24 0-94,0 25-15,-25 24 0,0 1-1,0 0 1,0-26 15,-25-24-31,-25 50 31</inkml:trace>
  <inkml:trace contextRef="#ctx0" brushRef="#br0" timeOffset="50770.237">12998 6821 0,'0'-25'15,"0"50"95,0 0-110,0 25 15,0-25-15,0-1 16,24 26 0,-24-25-1,25-25-15,-25 25 16,25-25-1,0 0 1,24 0 0,-24 0-1,-25-50-15,25 50 16,-25-50-16,0 26 0,0-1 16,25 0-16,-25-25 15,0 25-15,0-24 16,0 24-16,0-25 15,-25 50 1,25-24 0,-25 24-1,-24 0 1,-1 24 0,25 51-1,25-50 1,-25 24-1,25-24 1,0 25 15,25-50-31,25 0 16,24 0 0,-49 0-1,0 0 1</inkml:trace>
  <inkml:trace contextRef="#ctx0" brushRef="#br0" timeOffset="52689.426">14238 6325 0,'0'25'62,"0"0"-62,0 0 16,0-1 0,0 1-16,0 25 15,0-1-15,0-24 0,0 0 16,0 25-16,0-26 15</inkml:trace>
  <inkml:trace contextRef="#ctx0" brushRef="#br0" timeOffset="53223.146">14238 6400 0,'0'-25'16,"0"-25"15,0 25-16,25 25 1,-25-24 0,49 24-16,-24 0 15,25 0 1,-25 0-16,-1 0 16,1 0 15,-25 24-31,0 26 15,-25-50-15,1 25 16,-1-25 0,-25 25-16,0-25 0,26 0 15,-26 24-15,0-24 16</inkml:trace>
  <inkml:trace contextRef="#ctx0" brushRef="#br0" timeOffset="54402.728">12824 7466 0,'0'-25'63,"0"50"-17,0 0-30,0 0-16,0 0 16,0-1-16,0 1 15,0 25-15,0-25 0,0 24 32,0-24-17,0-75 48,0 26-48,25 24 1,-25-25-16,49 25 16,1-25-1,0 25 1,-26 0-16,1 25 31,-25 0-15,0 24-1,-49-49 1,49 25-16,-75-25 16,50 0-16,1 0 15,-1 0-15,-25 0 16,25-25-16</inkml:trace>
  <inkml:trace contextRef="#ctx0" brushRef="#br0" timeOffset="55413.258">21952 4936 0,'0'-25'16,"75"25"62,-26 0-62,1 0-16,-1 0 15,-24 0-15,25 0 16,-1 0-16,-24 0 15</inkml:trace>
  <inkml:trace contextRef="#ctx0" brushRef="#br0" timeOffset="55675.158">22051 5060 0,'0'25'16,"25"-25"15,0 0-31,0 0 16,0 0-16,-1 0 15,26 0-15,0 0 16,-26 0-16,26 0 15,0 0-15,-1 0 16</inkml:trace>
  <inkml:trace contextRef="#ctx0" brushRef="#br0" timeOffset="56082.947">22994 4316 0,'0'0'0,"0"-25"16,0 50 47,0 25-63,0-26 15,0 1-15,0 0 16,0 0-16,0 0 15,0 24-15,0-24 16,0 25 0</inkml:trace>
  <inkml:trace contextRef="#ctx0" brushRef="#br0" timeOffset="56529.74">23044 4316 0,'0'0'0,"0"-25"32,0 0-17,24 25 1,-24-49-16,25 49 16,0 0-16,0 0 15,0 0-15,-1 0 16,26 0-1,-50 25 1,0-1-16,0 26 16,-25 0-1,0-50 1,-24 49-16,24-49 16,0 25-16,0-25 15,1 0 1,24 25-16</inkml:trace>
  <inkml:trace contextRef="#ctx0" brushRef="#br0" timeOffset="57078.55">22920 5035 0,'24'0'78,"1"0"-62,25 0-16,-1 0 16,26 0-16,-26 0 15,1 0-15,0 0 16,-26 0-16,1 0 15,-25 25 17</inkml:trace>
  <inkml:trace contextRef="#ctx0" brushRef="#br0" timeOffset="57759.204">23068 5234 0,'-24'0'0,"24"25"63,0 24-48,0-24-15,0 0 16,0 24-16,0-24 16,0 25-16,0-25 15,0-1-15,0 1 16,0 0-16,0 0 15,0-75 110,24 50-125,-24-49 16,25 49 0,-25-25-16,25 25 15,25 0 1,-26 0 0,1 49-1,-25 1 1,0-25-16,0 24 15,0-24 1,-25-25 0,-24 0-1,24 0-15,0 0 0,-24 0 16,24 0-16,0 0 16,0-49-16,-49-1 15</inkml:trace>
  <inkml:trace contextRef="#ctx0" brushRef="#br0" timeOffset="60115.859">14089 6499 0,'-74'0'0,"49"-25"16,-149 25 15,125 0-31,-1 0 15,0 0-15,-49 0 16,25 0-16,24 0 16,-24 0-16,-25 0 15,24 0-15,-49 0 16,0 0-16,0 0 0,-25 25 16,0-25-16,-49 0 15,24 49-15,-24-49 16,-1 0-16,1 0 15,24 0-15,-24 25 16,-1-25-16,-24 0 16,50 0-16,-26 0 15,-24 0-15,49 0 16,1 0-16,-1 0 16,25 0-16,-24 50 15,24-50-15,0 0 16,0 0-16,0 0 0,0 0 15,25 0-15,0 0 16,0 0 0,25 0-16,-25 0 0,25 0 15,0 49-15,-1-49 16,51 0-16,-1 0 16,1 0-16,-1 0 15,25 0-15,-24 0 16,24 0-1,74 0 48</inkml:trace>
  <inkml:trace contextRef="#ctx0" brushRef="#br0" timeOffset="60730.705">7813 6499 0,'0'0'0,"-24"0"79,-1 0-64,0 0-15,-25 49 16,1-24-16,-1-25 15,25 50-15,-24-50 16,24 0-16,25 25 16,-25-25-16,50 0 109,0 49-109,0-49 16,24 50-16,1-25 15,-1 24-15,1 1 16,0 0-16</inkml:trace>
  <inkml:trace contextRef="#ctx0" brushRef="#br0" timeOffset="61877.352">24383 4787 0,'25'0'62,"24"0"-46,1 0-16,0 0 15,24 0-15,-24 0 16,-1 0-16,1 25 16,-1-25-16</inkml:trace>
  <inkml:trace contextRef="#ctx0" brushRef="#br0" timeOffset="62146.245">24507 5110 0,'25'0'62,"0"0"-62,24 0 16,1 0-16,-1 0 0,1 0 16,49 0-16,1 0 15,-51 0 1,26 0-16</inkml:trace>
  <inkml:trace contextRef="#ctx0" brushRef="#br0" timeOffset="62637.004">25598 4167 0,'25'0'78,"25"0"-62,-25 0-16,24 0 15,1 0-15,-25 0 16,-1 0-16,26 0 16</inkml:trace>
  <inkml:trace contextRef="#ctx0" brushRef="#br0" timeOffset="63175.818">25772 4242 0,'0'24'47,"0"26"-31,0-25-16,0 0 16,0-1-1,25 1-15,-25 25 16,49-1-16,-49 1 0,0-25 15,25 0-15,-25-1 16,25 26 0,-25-25 15,50-25 0,-50-50-15,25 25-1,-25-24-15,24-1 16,-24-24-16,50-1 0,-50 26 16,25-1-16,-25 1 15,0 24-15,25 25 16,-25-50-16</inkml:trace>
  <inkml:trace contextRef="#ctx0" brushRef="#br0" timeOffset="63503.429">26070 4217 0,'0'-50'0,"25"50"93,-1 0-93,26 25 16,0-25-16,-26 0 0,26 0 16,-25 25-16</inkml:trace>
  <inkml:trace contextRef="#ctx0" brushRef="#br0" timeOffset="64059.157">26367 4688 0,'0'-25'15,"-49"50"17,-1 25-1,25-1-31,25-24 16,0 0-1,25 0 16,0-25-31,0 0 16,24 0 0,-49 25-16,0 24 15,0-24 1,-49 0 0,24-25-1,0 0-15,-24 0 16,-1 0-16,0 0 15,1 0-15,-1 0 16</inkml:trace>
  <inkml:trace contextRef="#ctx0" brushRef="#br0" timeOffset="64845.951">25598 5259 0,'25'0'78,"50"0"-63,24 0-15,25-50 16,25 50-16,0 0 16,-1 0-16,1 0 0,-25 0 15,-49 0-15,-51 0 16,26 0-16,-75 0 62,0 0-62,-24 0 16</inkml:trace>
  <inkml:trace contextRef="#ctx0" brushRef="#br0" timeOffset="66707.812">12998 7987 0,'0'-50'16,"0"26"31,0 48 15,0 1-46,0 25-16,0 24 16,0 1-16,0-26 15,0 26-15,0-1 16,0 1-16,0-26 16,0 1-16,0-25 15,0-1-15,0 26 16,0 0 15</inkml:trace>
  <inkml:trace contextRef="#ctx0" brushRef="#br0" timeOffset="67111.234">12874 8582 0,'0'25'78,"0"0"-62,0 0-16,0 0 15,0 24-15,49-24 16,-24 0-16,0-25 0,24 25 15,-24-25 1,0 0-16,0 0 0,24-25 16,-24 0-16,25-25 15,0 1 1,-1 24-16,-24-25 16</inkml:trace>
  <inkml:trace contextRef="#ctx0" brushRef="#br0" timeOffset="68735.84">25946 5755 0,'25'0'47,"24"0"-16,-24 0-31,0 0 16,0 0-16,-1-25 15,1 25-15,25-50 16,-25 50-16,-1-49 16,26-1-1,0 0 1,-50 1-16,0 24 31,0 0-15,-50 25 15,25 0-15,-24 0-1,49 25-15,-25-25 16,25 25-16,-25-25 16,25 49-16,0-24 15,-25 0-15,25 49 16,0-49-16,0 0 15,0 25 1,0-26-16,0 1 0,0 25 16,0-25-16,0 0 15,0-1-15,0 26 16,0-25-16,0 0 16,25-1-16,-25 26 15,0 0 1,-25-50-1,25 49-15,-25-49 16,25 25-16,-49-25 16,24 0-16,-25 0 15,26 0 1</inkml:trace>
  <inkml:trace contextRef="#ctx0" brushRef="#br0" timeOffset="69206.67">25946 5928 0,'0'-24'0,"25"24"62,-1 0-62,26 0 16,0 0-16,-1 0 15,1 0-15,-1 0 16,1 0-16,-25 0 16,0 0-16</inkml:trace>
  <inkml:trace contextRef="#ctx0" brushRef="#br0" timeOffset="85121.683">4118 10641 0,'0'0'0,"0"-49"31,-50 24-31,25 25 16,-24 0-1,49 49 1,-75-24-16,75 25 15,-49-1-15,49 1 16,0 0-16,0-1 16,0-24-16,0 0 15,24 24 1,26-49 0,0 0-1,-1 0-15,-49-24 16,25-1-1,-25 0 1,0-25 0,-50 50-1,-24 25 1,24 0-16,50 0 16,-49 24-16,49 1 15,0 0-15,0-1 16,0-24-16,0 0 15,25-25-15,-25 50 16,74-50-16,-49 49 16,0-49-16,24 0 15,-24 0-15,0 0 0,0-25 16,-1 25 0,26-24-16</inkml:trace>
  <inkml:trace contextRef="#ctx0" brushRef="#br0" timeOffset="85453.563">4589 10914 0,'25'0'62,"24"0"-62,-24 0 16,25 0-16,24 0 15,1 0-15,-26 0 16,-24 0-16,25 0 16</inkml:trace>
  <inkml:trace contextRef="#ctx0" brushRef="#br0" timeOffset="85735.43">4589 11162 0,'25'0'62,"-1"0"-62,1 0 16,25 0 0,-1 0-16,1 0 0,0 0 15,-1 0 1,1 0-16,-25 0 0</inkml:trace>
  <inkml:trace contextRef="#ctx0" brushRef="#br0" timeOffset="87440.804">5606 10765 0,'0'-25'31,"0"1"1,0 48 30,0 26-46,0-25-16,-25 24 15,25 26-15,0 24 16,0-49-16,-25 24 16,25-24-16,0-25 15,0 24-15,0-24 16,0 25 15,0-75 16,0-25-47,0 25 16,0 1-1,25-1-15,-25-25 16,25 50-16,-25-25 15,25 25-15,24-49 16,-24 49 0,0 0-1,0 0 1,-25 24 0,24-24-16,-24 50 15,50-25-15,-25 25 16,0-26-1,-25 1 1,25-25-16,24 0 31,-24 0 16,-25-49-16,0 24-15,0-25-16,0 0 16,0-24-16,0 24 15,0 1-15,0-1 0,0 1 16,0 24 0,0 0-16,0 0 0,0-24 15,0 73 32,0 26-31</inkml:trace>
  <inkml:trace contextRef="#ctx0" brushRef="#br0" timeOffset="89128.393">6598 11013 0,'25'0'141,"24"0"-141,26 0 15,-1-49 1,-24 49-16,0 0 0,-26 0 16,1-25-16</inkml:trace>
  <inkml:trace contextRef="#ctx0" brushRef="#br0" timeOffset="89359.283">6821 10840 0,'0'49'47,"0"1"-47,0-25 16,0 49-16,0-24 15,0-1-15,0 1 16,0-25-16,0 0 16</inkml:trace>
  <inkml:trace contextRef="#ctx0" brushRef="#br0" timeOffset="91584.308">7491 10740 0,'0'-49'15,"0"24"1,-25 25 31,25 25-47,0 24 15,0 1-15,0 24 16,0-24-16,-25 24 16,25-24-16,0 0 15,0-26-15,0 1 16,0 25-1,0-75 32,0 0-47,0-49 16,0 49-16,25-49 16,-25-1-16,75 1 0,-51 24 15,1 25-15,25-24 16,-1 49-1,1 25 1,-50 24 0,0-24-16,0 0 15</inkml:trace>
  <inkml:trace contextRef="#ctx0" brushRef="#br0" timeOffset="91864.135">7466 10939 0,'0'49'62,"50"1"-62,-25-25 16,-25 0-16,49 24 16,-49-24-16,50 0 15,-25 25-15,24-50 16,-49 24 0</inkml:trace>
  <inkml:trace contextRef="#ctx0" brushRef="#br0" timeOffset="92578.738">8086 10840 0,'0'-25'15,"0"0"1,0 0 15,-24 25-15,-26 0-1,50 25 1,-50 0-16,50 0 16,-25 24-16,25 1 0,0-25 15,0 24-15,0-24 16,0 25 15,50-50-31,-25 0 16,0 0-1,0-25 1,-25 0 0,0 0-16,-50 25 46,0 50-30,50-25-16,-25-1 16,25 26-1,-24 0-15,24-1 0,0-24 16,0 0-16,0 25 16,49-50-1,-24 0 1,0 0-16,0 0 15,0 0-15,-1 0 16,-24-25-16,50 25 0,-50-50 16</inkml:trace>
  <inkml:trace contextRef="#ctx0" brushRef="#br0" timeOffset="94769.912">3051 12328 0,'0'-25'47,"0"75"0,0-25-32,0-1-15,0 26 16,0 0-16,0-1 16,0 1-16,0-1 15,0 1-15,0 0 16,0-26-16,0 26 15,0 0 1,0-26 0,0-73 62,0 24-78,0 0 15,0-24-15,0-1 16,0 25 0,0 0-16,50 25 0,-50-24 15,24 24-15,-24-25 16,50 25-16,-25 0 16,-25-50-16,49 50 15,1 0 1,-25 0-16,-25 25 15,49 25-15,-49-26 16,0 1-16,0 25 16,0-1-16,0-24 15,0 0-15,0 0 0,25 24 32,-25-24-17</inkml:trace>
  <inkml:trace contextRef="#ctx0" brushRef="#br0" timeOffset="95408.597">3919 12402 0,'0'-24'16,"0"-1"0,-25 25 30,-24 0-14,49 25-17,-25-25-15,25 49 16,0 1-16,0-25 16,0-1-16,0 1 15,0 0-15,0 25 0,0-26 16,0 26-16,0 0 15,0-1-15,25 1 16,-25-25-16,0-1 16,0 1-16,0 25 15,0-25-15,0-1 16,0 1-16,-25-25 16,25 25-16,-25-25 15,25 25 1,-25-25-16</inkml:trace>
  <inkml:trace contextRef="#ctx0" brushRef="#br0" timeOffset="95675.469">3721 12774 0,'49'0'32,"-24"0"-17,-25-49-15,50 49 0,-25 0 16,-1 0-1,26 0-15,0 0 0,-1 0 16</inkml:trace>
  <inkml:trace contextRef="#ctx0" brushRef="#br0" timeOffset="96013.385">4415 12650 0,'25'-49'47,"0"49"-47,49 0 16,-49 0-1,0 0-15,24 0 16,1 0 0,-25 25-1</inkml:trace>
  <inkml:trace contextRef="#ctx0" brushRef="#br0" timeOffset="96275.235">4390 12874 0,'25'0'16,"0"0"15,25 0-31,-26 0 16,1 0-16,0 0 16,0 0-16,0 0 0,-1 0 15,26 0-15,-25 0 16</inkml:trace>
  <inkml:trace contextRef="#ctx0" brushRef="#br0" timeOffset="102603.35">5308 12427 0,'0'0'0,"0"-25"31,0 50 16,0 25-47,0 24 16,0-24-16,0 24 15,0-24-15,0-1 16,0-24-16,0 0 0,0 0 31,0 0-15,25-75 46,-25 0-46,50 1-16,-50-1 15,49 1-15,-49-1 16,50 50-16,-50-25 16,25 25-16,24 25 31,-49 25-31,25-1 16,-25 1-16,25-25 15,-25 24-15,49-24 16,-24 0-16,0-25 31,0-25 0,-25 0-15,0-24-16,0-1 16,0-24-16,49 24 15,-49-24-15,0 24 16,0 25-16,0 0 15,25 75 48</inkml:trace>
  <inkml:trace contextRef="#ctx0" brushRef="#br0" timeOffset="102923.185">6201 12576 0,'25'0'47,"25"0"-32,-1 0 1,-24 0 0,0 0-16,0 0 15,24 0-15,-24 0 16,0 0-1</inkml:trace>
  <inkml:trace contextRef="#ctx0" brushRef="#br0" timeOffset="103188.026">6350 12427 0,'0'25'47,"0"25"-47,0 24 15,0-24-15,-50 24 16,50 0-16,0-24 0,0 0 15,0-26 1,0 1-16</inkml:trace>
  <inkml:trace contextRef="#ctx0" brushRef="#br0" timeOffset="104888.231">7045 12601 0,'49'0'94,"1"0"-78,-1 0-1,-24-50 1,-25 25 0,0 1-16,0-1 31,-25 0-31,1 25 15,-1-50 1,0 50 0,25 25-1,-25-25-15,25 25 16,-49 25-16,49-26 16,0 1-16,0 25 15,0-1-15,0-24 16,0 0-16,24 25 15,1-1-15,0-24 32,0-25-32,24 0 31,1 0-31,0 0 16,-1 0-1</inkml:trace>
  <inkml:trace contextRef="#ctx0" brushRef="#br0" timeOffset="105353.064">7615 12402 0,'-25'0'16,"50"0"78,0 0-94,0 0 15,24 0-15,-24 0 16,0 0-16,24 0 16</inkml:trace>
  <inkml:trace contextRef="#ctx0" brushRef="#br0" timeOffset="105930.852">7689 12427 0,'0'25'78,"0"25"-78,25-26 15,-25 1-15,0 0 16,50 0-16,-50 24 16,0-24-16,25 0 15,-25 0-15,24 24 16,-24 1-1,25-50 1,-25 25-16,50-25 63,-50-25-48,49-25 1,-49 26-16,25-1 15,-25 0-15,25-25 16,-25 1-16,50 24 16,-50-25-16,25 26 15,-25-1-15,24 0 16</inkml:trace>
  <inkml:trace contextRef="#ctx0" brushRef="#br0" timeOffset="106273.706">7987 12452 0,'0'-25'31,"25"25"1,25-49-17,-26 49 1,1 0-16,0 0 16,25 0-1,-26 0 1</inkml:trace>
  <inkml:trace contextRef="#ctx0" brushRef="#br0" timeOffset="106903.416">8260 12898 0,'-50'0'78,"1"75"-62,49-50-16,-50 24 0,50 1 15,0-25 17,0-1-32,25-24 31,-25 25-31,50-25 15,-26 0 1,-24 25-16,0 0 31,-24-25-15,-1 0-16,0 0 16,-25 50-1,1-50-15,-1 0 16,-24 0-16,-1-25 0</inkml:trace>
  <inkml:trace contextRef="#ctx0" brushRef="#br0" timeOffset="111055.413">6524 12129 0,'0'-24'16,"-25"24"93,-25 0-109,1 0 16,24 0-1,-25 0-15,1 0 16,-1 0-16,0 0 15,1 0-15,-1 0 0,1 0 16,-1 0 0,0 0-16,1 0 0,-1 0 15,0 0-15,26 0 16,-26 0-16,25 0 16,0 0-16,1 0 15,-1 0-15,-25 49 16,25-49-16,1 0 15,-1 0-15,0 25 16,-25-25-16,26 0 16,-1 0-16,0 25 15,-25-25-15,1 0 16,-26 0 0,51 25-1,-1-25-15,-25 0 16,1 0-1,24 0 17,25 49 155,0-24-171,0 25-1,0-25 1,0-1-16,0 1 16,0 25-16,0-25 15,0-1-15,0 1 16,0 25-16,0-1 0,0 1 16,0 0-1,0-1-15,0 1 0,0-1 16,0 1-16,0 0 15,0-1-15,0 1 16,0-25-16,0 24 16,0-24-16,0 0 15,0 0-15,25 24 16,-25-24-16,0 25 16,0-1-1,0-24 1,0 0-1,0 0 48,49-25-32,-24 0 16,25 0-31,-26 0-16,26 0 15,0 0-15,-1 0 16,1 0-16,24 0 16,25 0-16,1-50 0,-26 50 15,-24 0-15,-1 0 16,1 0-16,-25 0 15,0 0-15,24 0 16,-24-25-16,0 25 16,0 0-16,-1 0 15,26 0-15,-25-49 16,0 49-16,24 0 16,1 0-1,-25 0 1,-1 0-1,26 0-15,-25-25 16,0 25 15,24 0-15,1 0 0,-25-25-1,-1 25 1,26-49 15,-25 49-15,0 0-1,-25-25 63,24 25-62,-24-25 0,0 0 15,0 0-15,50 25-1,-50-49-15,0 24 16,0 0-16,0-25 15,0 1-15,0-1 16,0 25-16,0 1 0,0-26 16,0 25-1,-25 0-15,25 1 0,0-1 16,-25-25-16,25 25 16,0-24-16,0-1 15,-24 1-15,24 24 16,0 0-16,0 0 15,0 0 1,0 1 0,0-26-16,-25 50 15,25-25-15,0-24 16,0-1 0,0 25-1,0 0 63,-50 25-15,50 25-48,-49 0 1</inkml:trace>
  <inkml:trace contextRef="#ctx0" brushRef="#br0" timeOffset="111839.111">5383 13643 0,'0'0'0,"0"-50"31,0 0-31,0 26 15,24 48 48,26 1-63,0 0 16,-1 25-16,-24-1 15,0 1-15,24-1 16,-24 1-16,0 0 15,25-26-15,-50 1 0,49-25 16,-49 50-16</inkml:trace>
  <inkml:trace contextRef="#ctx0" brushRef="#br0" timeOffset="112067.978">5829 13543 0,'0'0'0,"0"-24"32,0 73-17,-74 26 1,24 24-16,-24 0 15,-1 25-15,-24 0 16,25-25 0,-1 0-16</inkml:trace>
  <inkml:trace contextRef="#ctx0" brushRef="#br0" timeOffset="113574.092">3324 15007 0,'-25'0'32,"0"0"-17,0 0 1,-24 0 15,49 49-15,0-24-1,25-25 17,-1 0-17,1 0 1,0-25-16,0 25 31,-25-49-31,49 49 16,-24 0-1,0 0 1</inkml:trace>
  <inkml:trace contextRef="#ctx0" brushRef="#br0" timeOffset="113723.008">3597 15304 0,'0'50'16,"0"-100"-16,-50 199 16,0-124-1,50 0-15,-24-25 16</inkml:trace>
  <inkml:trace contextRef="#ctx0" brushRef="#br0" timeOffset="114968.669">4465 14784 0,'0'-25'16,"0"0"15,0 0-15,0 50 77,0 0-93,0 24 0,0 1 16,0 24 0,0-24-16,0 24 0,0-24 15,0 0-15,0-26 16,0 1-16,0 25 15,0-75 64,0 0-64,0-24-15,0-1 16,0 25-16,25 0 0,-25 1 15,24 24 1,26-50-16,-25 50 0,49 0 16,-49 0-1,0 0-15,0 0 16,24 74 0,-49-49-16,0 0 15,50 25-15,-50-26 16,0 26-1,0-25 1,0 0 15</inkml:trace>
  <inkml:trace contextRef="#ctx0" brushRef="#br0" timeOffset="115840.377">4366 15553 0,'-25'0'0,"74"0"63,1 0-48,24 0-15,1 0 16,24 0-16,0-25 15,1 25-15,-51 0 16,26 0-16,-26 0 16,-24 0-16</inkml:trace>
  <inkml:trace contextRef="#ctx0" brushRef="#br0" timeOffset="116402.127">4688 15900 0,'0'25'47,"25"-25"-47,0 0 16,24 0 0,-24 0-16,25-50 15,-25 25 1,-25 0-1,0 1 1,0-1 0,-25 25-1,-25 0 1,0 0 0,1 49-1,49-24 1,-50 0-16,50 25 0,0-26 15,0 26-15,0 0 16,0-26-16,0 26 16,0-25-16,25-25 15,25 49-15,-26-49 16,1 0-16,0 0 16,25 0-16,-1 0 15,1-24-15,-25-26 16,24 25-16</inkml:trace>
  <inkml:trace contextRef="#ctx0" brushRef="#br0" timeOffset="116835.897">5383 15354 0,'49'0'93,"-24"0"-93,25 0 16,-1 0-16,1 0 0,-25 0 16,-1 0-1</inkml:trace>
  <inkml:trace contextRef="#ctx0" brushRef="#br0" timeOffset="117083.828">5407 15701 0,'50'0'46,"-25"0"-46,0 0 0,24 0 16,1 0-16,-1-49 16,-24 49-16,50-25 15</inkml:trace>
  <inkml:trace contextRef="#ctx0" brushRef="#br0" timeOffset="117667.615">6400 14660 0,'-25'0'16,"50"0"46,24-25-46,1 25 0,-1 0-16,1-25 0,-25 25 15,0 0-15</inkml:trace>
  <inkml:trace contextRef="#ctx0" brushRef="#br0" timeOffset="118131.402">6499 14635 0,'25'25'62,"-25"-1"-46,24 26-16,-24-25 16,25 24-16,-25 1 15,50 0-15,-50-1 16,25-24-16,-25 0 15,24-25-15,-24 49 16,25-49 0,-25-24 31,50-1-32,-50 0-15,0-25 0,0 1 16,25-26-16,-25 1 15,24 24-15,-24 1 16,50 24-16,-50 0 16,25 25-1</inkml:trace>
  <inkml:trace contextRef="#ctx0" brushRef="#br0" timeOffset="118450.548">6772 14610 0,'0'-25'15,"24"25"17,26 0-17,-25 0-15,0 0 16,0 0-16,-1-25 15,1 25-15,25 0 16,-25 0 0</inkml:trace>
  <inkml:trace contextRef="#ctx0" brushRef="#br0" timeOffset="118966.3">7144 14883 0,'-50'25'63,"1"24"-32,49-24-31,-25-25 0,25 50 16,0-1-1,0-24 1,25-25 0,-1 0-16,26 0 15,-25 0-15,24 0 16,-49 25 15,-24 0-15,-1-25-1,-25 49-15,1-49 0,-26 25 16,26-25-16,-26 0 16,25 25-1,1-25-15,24 0 0</inkml:trace>
  <inkml:trace contextRef="#ctx0" brushRef="#br0" timeOffset="119423.136">6474 15478 0,'0'-25'47,"50"25"-47,-26 0 16,26 0-16,0 0 15,24 0-15,0-24 16,1 24-16,-1-50 16,-24 50-16,0 0 15,-26 0-15,-24-25 16,50 25-16,-25 0 31</inkml:trace>
  <inkml:trace contextRef="#ctx0" brushRef="#br0" timeOffset="120076.831">6821 15652 0,'0'-25'31,"-25"25"-15,1 0 0,24 50-1,-25-26-15,25 1 16,-50 25-16,50-25 15,0 24-15,-25-24 16,25 0-16,0 0 16,0-1-16,0 26 15,0-25-15,0 0 16,0-1-16,0 1 16,0 25-1,0-1 1,0 1-1,0-25 1,-24-25-16,-26 49 16</inkml:trace>
  <inkml:trace contextRef="#ctx0" brushRef="#br0" timeOffset="120352.727">6524 16024 0,'24'0'0,"1"0"16,50-25-16,-26 25 16,26-50-16,-1 50 15,1-49-15,24-1 16,0 25-16</inkml:trace>
  <inkml:trace contextRef="#ctx0" brushRef="#br0" timeOffset="121865.202">5829 13494 0,'25'-50'31,"-25"100"47,0-25-78,0 24 16,-50 1-16,1 24 15,24 1-15,-25-1 16,1 0-16,24-24 16,-25 0-16,25-26 15,25 1-15,-24-25 16,24 25 0</inkml:trace>
  <inkml:trace contextRef="#ctx0" brushRef="#br0" timeOffset="122471.935">5407 13618 0,'25'25'109,"25"-1"-109,-25 26 16,24-25-16,1 0 15,-1 24-15,1-24 16,-25 0-16,0-25 16,24 49-16,-49-24 0,25-25 15,-25 50 1</inkml:trace>
  <inkml:trace contextRef="#ctx0" brushRef="#br0" timeOffset="128755.27">7293 14709 0,'0'-25'0,"0"1"16,0-1-1,0 0 1,0-25-1,0 1 1,-25-1 0,25 1-1,-25 49 1,25-50-16,-50 25 16,26-25-1,-26 26 1,25 24-1,-24-25 1,24 25-16,-25 0 16,50-25-1,-49 25-15,-1 0 16,0-50 0,25 50-1,-24 0 1,24 0-1,-25 0 1,26 0 0,-1 0-1,0 0 1,0 50 15,-24-25-15,24 0-1,0 24 1,25 1 0,-50-50-16,50 50 15,0-1 1,-24-24-16,24 25 16,0-1-1,-25 26 1,25-51-1,0 1-15,0 25 16,0-25-16,0-1 16,0 1-16,-50 0 15,50 0-15,0 24 16,0-24-16,-25 0 16,25 25-1,0-26-15,-24-24 0,24 50 16,0 0-1,0-26-15,-25-24 16,25 75-16,0-26 16,-25-24-1,25 50 1,0-50-16,0-1 16,-50 1-16,50 0 15,0 25-15,0-26 0,0 1 16,-24 0-1,24 0-15,0 24 16,0-24-16,0 0 16,-25-25-16,25 50 15,0 24 1,0-49-16,-25-25 16,25 49-16,0-24 15,0 0-15,0 25 16,0 24-1,0-24 1,0-26 0,0 26-1,0-25-15,50 24 32,-50-24-32,49-25 15,-49 25-15,25-25 16,-25 25-16,25-25 15,24 25 1,-24-25 0,25 0-1,-1 0 1,1 0-16,-25 0 16,0 0-16,-1 0 15,1 0-15,0 0 16,25 0-1,-1 0-15,1 0 16,-1 0 0,1-25-1,0 25 1,-50-25 0,25 25-16,24-50 15,1 50 1,-50-24-1,25 24-15,-1 0 16,-24-25 0,50 25-16,0-25 15,-1-25 1,1 1 0,-50 24-16,49 0 15,-49 0-15,50-24 16,-50 24-1,25 0-15,-25 0 0,0 1 16,25-51-16,-25 50 16,0-24-16,0-26 15,0 1-15,49 0 16,-49-1-16,0-24 16,0 24-16,0 26 0,0-26 15,0 1 1,0 24-16,-25-24 0,25 0 15,0 24-15,-24 0 16,24 26 0,-25-1-16,0 25 15,-49 0 1,49 0 0,-25 49-16,25-49 15</inkml:trace>
  <inkml:trace contextRef="#ctx0" brushRef="#br0" timeOffset="130719.384">27459 5011 0,'25'0'63,"-1"0"-48,26 0-15,0 0 16,-1 0-16,1 0 15,-1 0-15,1 0 0,-25 0 16,0 0 0,-25 24-1</inkml:trace>
  <inkml:trace contextRef="#ctx0" brushRef="#br0" timeOffset="130999.243">27409 5482 0,'25'0'46,"0"0"-30,0 0-16,-1 0 16,26 0-16,-25 0 15,24 0-15,1 0 16,0 0-16,-26 0 16,26 0-16,0 0 15</inkml:trace>
  <inkml:trace contextRef="#ctx0" brushRef="#br0" timeOffset="132030.326">28600 4341 0,'0'0'0,"0"-50"15,0 25 1,0-24 0,0 74 15,0-1-15,0 1-16,25 25 15,-25-1-15,0 1 16,0 0-16,0-1 15,0-24-15,0 25 16,0-1-16,24 1 16,-24-1-16,0-24 15,0 25 1,0-75 46,0 0-46,0 0-16,0-24 0,0 24 16,0 0-16,50-49 15,0 24 1,-1 50 0,-24 0-16,-25-25 15,50 25-15,-26 0 16,1 0-1,-25 50-15,0-25 16,0 24-16,0 1 16,0 0-16,0-1 15,0-24-15,0 25 16,0-25-16,0-1 16,0 26-16,0-25 15</inkml:trace>
  <inkml:trace contextRef="#ctx0" brushRef="#br0" timeOffset="132537.038">28550 5209 0,'-25'0'31,"50"50"32,0-50-63,49 0 15,26 0-15,-26 0 16,25 0-16,-24 0 16,-1 0-16,-24-25 15,-25 25-15,-1 0 32,-24 25-1,-24-25-31,-1 24 15</inkml:trace>
  <inkml:trace contextRef="#ctx0" brushRef="#br0" timeOffset="133124.628">28600 5953 0,'0'25'31,"25"-25"-15,-1 0 0,26 0-16,-25 0 15,0-50-15,-1 50 16,-24-49-16,50 24 16,-50 0-16,50 0 15,-50 0-15,0-24 0,0 24 16,0-25-1,-25 50 1,-25 0-16,25 0 16,1 0-1,-1 25-15,0 0 0,25 0 16,-50 0-16,50 24 16,-49 1-16,49 0 15,0-1-15,0 1 16,0-25-16,0-1 15,0 26-15,25-50 16,24 50-16,-24-50 16,25 24-16,-1-24 15,1 0-15,-1 0 16,1 0-16,-25 0 0,0-49 16</inkml:trace>
  <inkml:trace contextRef="#ctx0" brushRef="#br0" timeOffset="134890.299">893 6127 0,'0'25'94,"0"-1"-78,25 1-1,-25 0-15,25 25 0,-25-26 16,49-24-16,-49 50 15,25-50-15,25 0 16,-1 0 0,-24 0-16,74-50 15,50-74-15,25-24 16,-1-26-16,26 50 16,-26 49-16,-73 1 15,-26 49-15,0-24 16,-24 49-16,-25-25 15,0 25 1,-50 0 47,0 0-48</inkml:trace>
  <inkml:trace contextRef="#ctx0" brushRef="#br0" timeOffset="150308.363">19546 10616 0,'-25'0'188</inkml:trace>
  <inkml:trace contextRef="#ctx0" brushRef="#br0" timeOffset="150682.174">19422 10592 0,'-25'0'16,"25"-25"0,25 25 62,25 0-78,-1 0 15,1 0-15,0 0 0,-1 0 16,1 0-16,-25 0 16,-1 0-16,26 0 15,-75 0 32,-24 0-47</inkml:trace>
  <inkml:trace contextRef="#ctx0" brushRef="#br0" timeOffset="151269.864">19521 10666 0,'0'25'94,"0"0"-94,25-1 0,-25 26 15,50 0 1,-50 49-16,0-50 16,25 1-16,-25 0 0,24-1 15,-24-24-15,50 25 16,-50-25-1,25-25 17,24-25 15,-49 0-47,25 0 15,-25-25-15,50-24 0,-1-25 16,1 0-1,-25-25-15,24 74 16,-49 25-16,25 0 0,-25 1 16,25 24-1</inkml:trace>
  <inkml:trace contextRef="#ctx0" brushRef="#br0" timeOffset="151551.722">19918 10641 0,'0'-25'31,"25"25"-15,0 0-16,24 0 15,-24 0-15,0 0 16,0 0-16,0 0 15,-1 0 1</inkml:trace>
  <inkml:trace contextRef="#ctx0" brushRef="#br0" timeOffset="152019.505">20067 11162 0,'-25'25'31,"-24"25"-15,-1-1 0,50-24-1,-25-25-15,25 50 16,0-26 0,50 26-1,-25-50 1,24 0-16,-24 0 15,0 0-15,-25 25 16,0 24 0,-25-49-1,-25 50-15,1-50 16,-1 25-16,1-25 16,-1 0-16,25 0 15,0 0-15,1 0 16</inkml:trace>
  <inkml:trace contextRef="#ctx0" brushRef="#br0" timeOffset="152760.179">20935 10939 0,'0'-25'16,"0"50"30,50 24-30,-50 1-16,0 24 16,25-24-16,-25 25 15,0-51-15,0 26 16,0-25-16,24-25 16,-24 25-16,0-50 31,25 0-16,-25-25-15,0-24 16,50-1-16,-50 1 16,25 24-16,-25 26 15,49-1 1,-24 25 0,-25 25-1</inkml:trace>
  <inkml:trace contextRef="#ctx0" brushRef="#br0" timeOffset="153126.991">21406 11063 0,'0'-25'16,"-24"25"15,-1 50-15,0-50-16,-25 74 15,26-24 1,24-25 0,24 24-1,1-49-15,0 0 16,25 25-16,-26-25 15,1 25 1,-25 24 0,-25-49-1,-24 25-15,24-25 16,0 0-16,0 0 16,1 0-16,-1 0 15</inkml:trace>
  <inkml:trace contextRef="#ctx0" brushRef="#br0" timeOffset="153869.565">22275 10815 0,'0'-50'32,"0"75"30,0 25-62,49 24 16,-49 25-16,0-24 15,0-26-15,0 1 16,-25-25-16,25 24 16,0-24-1,-24-25-15,24-49 47,0 24-47,24-25 16,-24-24-16,50-1 15,-50 26-15,74 24 0,-24 0 16,0 25 0,-26 74 15,-24-49-31,0 0 16</inkml:trace>
  <inkml:trace contextRef="#ctx0" brushRef="#br0" timeOffset="154109.427">22349 11112 0,'50'75'62,"-50"-50"-46,49 24-16,-49 1 16,50-25-16,-1 24 15,-24-49 17</inkml:trace>
  <inkml:trace contextRef="#ctx0" brushRef="#br0" timeOffset="154297.319">22721 11311 0</inkml:trace>
  <inkml:trace contextRef="#ctx0" brushRef="#br0" timeOffset="154764.089">23093 10964 0,'0'-25'0,"0"50"0,0-100 16,-74 75 31,24 25-47,1 49 0,-1-24 15,25 0 1,25-1-16,0-24 15,0 0-15,0 0 16,25-25-16,0 0 16,0 0-16,-1 0 15,26 0 1,-50-25 0,0 50 30,-50 0-46,50-1 16,-24 1-16,24 25 16,0-1-16,24-24 31,1-25-31,25 0 16,-1 0-16,1 0 15,0 0-15,-26-49 0</inkml:trace>
  <inkml:trace contextRef="#ctx0" brushRef="#br0" timeOffset="156537.445">23490 10864 0,'0'-24'16,"0"-26"0,-25 50-16,25-74 15,-49 49-15,49 0 16,-50-25-16,25 26 15,0 24-15,-24-50 16,-1 50-16,1-25 16,-1 25-16,-49-49 15,24 49-15,1-50 16,0 50-16,-51-74 0,51 74 16,-50-50-1,74 50-15,-24-50 0,0 50 16,-1 0-1,26-24-15,-1 24 0,-24 0 16,-1 0-16,26 0 16,-26-50-16,-24 50 15,0 0-15,24 0 16,-24 0-16,-25 0 16,25 0-16,49 0 15,1 0-15,-1 0 16,0 0-16,1 0 15,-1 0-15,1 0 16,-26 0-16,26 0 0,-26 25 16,1-25-16,-1 0 15,1 0-15,-1 0 16,26 25-16,-1-25 16,1 0-16,24 0 15,0 0-15,-25 0 16,26 0-16,-1 0 15,0 0-15,-25 0 16,26 0-16,-1 0 16,0 0-16,0 0 0,0 0 15,1 0 1,-26 0-16,0 0 31,50 24-31,-49-24 0,-1 50 16,25-50-16,25 25 15,-49-25-15,49 25 16,-50-25-16,25 49 16,-24-24-1,49 0-15,-25 24 16,25-24-16,-50 25 16,25-1-16,25-24 0,0 0 15,-24 25-15,24-1 16,0 1-1,0-1-15,0 1 0,0 0 16,0-1-16,0 1 16,-50-1-16,50 1 15,0 0-15,0-1 16,0-24-16,25 25 16,-25-1-16,25-24 15,-1 0-15,26 0 16,-50 24-16,74-24 15,-24 50 1,0-26 0,-25 1-16,-1-25 15,26-25-15,-25 49 16,0-49-16,-1 50 0,26-50 16,0 49-16,-1-49 15,1 50 1,-1-50-16,26 50 0,-26-50 15,26 49-15,24-49 16,0 50-16,-24-50 16,-1 0-16,25 49 15,1-49-15,-1 0 16,0 0-16,-25 0 16,26 0-16,-1 0 15,-25 0-15,1-24 16,-1 24-16,0 0 15,1 0-15,24 0 16,-24-25-16,-1 25 0,-24 0 16,49-50-16,0 50 15,0-25-15,-24 25 16,-26 0-16,1-49 16,-1 49-16,1 0 15,0 0-15,-1-25 16,1 25-16,-1 0 15,1 0-15,0 0 16,-25-25-16,24 25 16,1 0-16,-25 0 0,-1-49 15,26 49 1,-25 0-16,0-25 16,-1 25-16,1 0 0,25-25 15,-25 25 1,-1 0-16,1-50 0,0 50 15,0 0-15,24-24 16,-24 24-16,0-25 16,0 25-16,24-25 15,-24 25 1,25-50-16,-50 1 16,49 49-16,-49-50 15,50 50-15,-50-74 16,25 49-16,-25 0 0,49-24 15,-49-26 1,50 1-16,-50-26 16,50 1-16,-50 50 0,0-26 15,0 1-15,0-1 16,0 51-16,-25-26 16,-25 50-16,-24-50 15,-1 50-15,1 0 16,24 0-16,1 0 15</inkml:trace>
  <inkml:trace contextRef="#ctx0" brushRef="#br0" timeOffset="157229.909">23490 11137 0,'50'50'47,"-1"-50"-31,26 0-16,49 0 16,25 0-16,-1 0 15,1 0-15,0 0 0,-25 0 16,0 0-16,-25-25 15,-24 25-15,-26 0 16,-24 0 0,-75 0 15</inkml:trace>
  <inkml:trace contextRef="#ctx0" brushRef="#br0" timeOffset="157465.332">24631 10889 0,'124'75'31,"-124"-26"-16,25 1-15,-25-1 16,0 26-16,-25-1 16,-49 1-16,-50 24 15,0-49-15</inkml:trace>
  <inkml:trace contextRef="#ctx0" brushRef="#br0" timeOffset="158474.924">26095 11137 0,'-50'0'0,"0"0"15,26 0 1,-26 0 0,0 25-1,50 25 1,0-1-1,0-24-15,50-25 16,24 0-16,1 50 16,-26-50-16,-24 25 15,-25-1 1,0 26 0,-49-25-1,-26-25-15,-24 25 16,49-25-16,1 0 15,-1 0-15,25 0 16,-24 0 0,73-25 15</inkml:trace>
  <inkml:trace contextRef="#ctx0" brushRef="#br0" timeOffset="158730.8">26392 11063 0,'0'-50'31,"0"75"-15,0 0-1,0 24-15,0 1 0,0 0 16,0 24-16,0 1 16,0-26-16,0-24 15,0 25-15,25-50 16,-25 24-16</inkml:trace>
  <inkml:trace contextRef="#ctx0" brushRef="#br0" timeOffset="159100.619">26665 11311 0,'0'0'0,"-25"50"47,25-26-47,0 1 16,0 0-16,0 0 15,25-25 17,0 0-32,0 0 15,24 0-15,-24 0 16,-25-25 0,0-25-1,-25 26-15,0 24 0,1-50 16,-1 50-1,0 0-15,50 0 47,0 0-47,24 0 16</inkml:trace>
  <inkml:trace contextRef="#ctx0" brushRef="#br0" timeOffset="159307.929">26888 11311 0,'50'-25'31,"-1"25"-16,-148 25-15,198-25 16,-99 50 0,25-1-16,-25-24 15,0 49 1,0 26-16,0-26 0,0 0 16,0-24-1,0 0-15,0-26 0,0 1 16,0 0-1</inkml:trace>
  <inkml:trace contextRef="#ctx0" brushRef="#br0" timeOffset="159651.657">27012 11385 0,'0'0'0,"0"-24"16,50 24-16,-25-50 0,0 50 15,24 0-15,-24-25 16,0 25-16,24 25 15,-49 25 1,0-26 0,-24 1-16,24 0 15,-50 25-15,0-50 16,26 49-16,-1-49 0,0 0 16,25 25-16,-25-25 15</inkml:trace>
  <inkml:trace contextRef="#ctx0" brushRef="#br0" timeOffset="160043.454">27409 11485 0,'50'0'16,"-25"0"0,24-25-1,1-25 1,-50 25 0,25 25-16,-25-49 15,0 24 1,-50 25-1,25 0 1,0 0-16,-24 25 16,49 0-16,-50 24 15,50 1-15,0-1 16,0 1-16,0 0 0,0-26 16,25 26-1,25-50-15,-26 0 0,1 0 16,25 0-16,-25 0 15</inkml:trace>
  <inkml:trace contextRef="#ctx0" brushRef="#br0" timeOffset="179320.681">8384 10592 0,'0'-25'31,"-25"25"16,-24 0-31,24 0-16,-25 0 15,1 0-15,24 0 16,-50 0-16,26 0 15,-1 0-15,25 0 16,-24 0-16,-1 0 16,25 0-16,0 0 15,-24 0-15,24 0 16,0 49 0,0-49 15,25 25 0,-24-25-15,24 25 77</inkml:trace>
  <inkml:trace contextRef="#ctx0" brushRef="#br0" timeOffset="185281.103">30113 8037 0</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2:02:31.955"/>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C00000"/>
    </inkml:brush>
  </inkml:definitions>
  <inkml:trace contextRef="#ctx0" brushRef="#br0">1067 7565 0,'0'-24'16,"0"-1"-1,0 0 17,0 50 46,0 24-78,0 1 15,0 24-15,-25 1 16,25-1-16,-50 1 16,50-1-16,-25-24 15,25-25-15,0-1 16,-24-24-16,24-24 62,0-1-46,24 25 0,26 0-1,-25 0-15,24 0 16,-24 25-16,0-25 16,0 24-16,0-24 15,24 0-15,-24 0 16,25 0-1,-26 0 1,1-24 0,-25-51-16,0 50 15,0 0-15,25 1 16,-25 48 31,0 51-47,0-25 15,-25-1-15,25-24 16,0 0-16,0 24 16,25-24-1,0-25 1,0 0 0,24 0-1,-49-49-15,0 24 16,0 0-16,0-25 15,-25 26-15,1-26 16,48 50 47,26 0-63</inkml:trace>
  <inkml:trace contextRef="#ctx0" brushRef="#br0" timeOffset="848.568">1836 7962 0,'0'0'16,"0"-25"-16,-25 25 47,-25 50-32,25 25-15,25-26 16,-74 26-16,74-26 15,0-24-15,0 0 16,0 0 0,25-25-1,24 0 1,-49-25-16,50 25 0,-50-75 16,25 51-16,-25-1 15,0-25-15,0 25 16,0 1-16,0 48 47,0 26-32,0 24-15,0-24 16,-25 24-16,25 1 16,0-1-16,0-24 15,0 24-15,0 1 16,0-26-16,0 1 15,-25-1-15,25-24 16,-25 25-16,25-25 16,-49-25-16,49 49 0,-50-49 15,25 25-15,-24-25 16,24 0 0,-25-50 15,50 26-31,0-1 15,0-25-15,25 1 16,25-1-16,-1 0 16,1-24-16,0 24 15,-1 1-15,1-1 0,-1 25 16,1 1 0,-25-26-16,-25 25 0,49 0 15,1-24 1,-50-1-1,0 1 1,0 24 0,0 50 46,0 24-46,0 1-16,0 24 15,0-24-15,0-1 16,0-24-16,0 0 16</inkml:trace>
  <inkml:trace contextRef="#ctx0" brushRef="#br0" timeOffset="1051.449">2084 8086 0,'49'0'62,"-49"25"-62</inkml:trace>
  <inkml:trace contextRef="#ctx0" brushRef="#br0" timeOffset="1361.271">2406 8210 0,'0'-24'16,"-25"24"15,-24 0-15,-1 49 0,50 1-16,-50-1 15,50 1-15,0-25 16,-24 24-16,24 1 15,0 0-15,0-1 16,49-49 0,-24 0-1,0 0-15,24-49 16,1 24-16</inkml:trace>
  <inkml:trace contextRef="#ctx0" brushRef="#br0" timeOffset="1560.211">2679 8161 0,'0'25'47,"0"49"-16</inkml:trace>
  <inkml:trace contextRef="#ctx0" brushRef="#br0" timeOffset="1748.096">2629 8582 0,'0'25'31,"0"-74"16</inkml:trace>
  <inkml:trace contextRef="#ctx0" brushRef="#br0" timeOffset="1973.968">2877 8310 0,'25'0'31,"0"0"-16,0 0-15,24 0 16,-24 0-16,0 0 16,0-25-16,24 25 15</inkml:trace>
  <inkml:trace contextRef="#ctx0" brushRef="#br0" timeOffset="4737.045">4787 843 0,'0'0'0,"0"-24"15,0-1 1,0 0 15,-25 25 16,-24 25-31,49 24-1,-25 1-15,25 0 16,0-1-16,0 1 15,0-25-15,0-1 16,0 26 0,25-50-16,0 0 15,24 0 1,26 0 0,-50-25-1,-25-24-15,49 24 0,-49-25 16,50 25-16,-50 1 15,0-1 1,0 74 31,0-24-31,0 0-16,0 0 15,0 0 1,25-25-16,-1 0 15,-24 24 1,50-24-16,0 0 16,-1 0-1,-49-24 1,50 24-16,-50-75 0,25 50 16,-25 1-16,0-1 15,0 0-15,24-25 16,-24 26-16,0-26 15,0 25 1,0 0 0,-24 25-1,24-24 1,-25 24-16,25-25 16,-50 25-1,25 0 1,-24 0-1,24 0 1,0 0 0,0 0-1,1 0 1</inkml:trace>
  <inkml:trace contextRef="#ctx0" brushRef="#br0" timeOffset="5929.926">5655 893 0,'-24'0'31,"48"0"16,-24-25-31,50 25-16,-25 0 15,0 0-15,24 0 16,-24-25-16,0 25 15,0 0-15</inkml:trace>
  <inkml:trace contextRef="#ctx0" brushRef="#br0" timeOffset="6159.883">5779 1017 0,'25'0'31,"0"0"-15,0 0-16,0 0 16,0 0-16,24-50 15,1 50-15,-25 0 16,-1 0-16</inkml:trace>
  <inkml:trace contextRef="#ctx0" brushRef="#br0" timeOffset="6552.146">6251 595 0,'0'-24'15,"0"-1"1,0 0 0,0-25-1,49 50-15,-49-25 16,25 25-16,25 0 15,-1 0 1,1 25 0,-50 25-1,0-25-15,25 0 16,-25 24-16,0 1 0,0-1 16,0-24-1,0 0-15,0 0 0,-50 24 16,50-24-16,-25 0 15</inkml:trace>
  <inkml:trace contextRef="#ctx0" brushRef="#br0" timeOffset="6707.891">6424 1091 0</inkml:trace>
  <inkml:trace contextRef="#ctx0" brushRef="#br0" timeOffset="8899.555">15329 1414 0,'0'-25'15,"0"-25"17,-25 50-32,25-24 15,-49 24-15,-1-25 16,25 25-16,1-25 0,-26 25 15,0 0 1,1 0-16,-26-50 16,26 50-16,-26 0 0,1 0 15,24 0-15,-24 0 16,0 0-16,24 25 16,25-25-16,0 25 15,1-25-15,-26 50 16,25-50-16,0 74 15,25-49-15,-49 0 16,49-1-16,-50 26 16,50 0-16,0-1 15,-50 1-15,50 0 16,0-26-16,0 26 16,0 0-16,0-26 15,0 26-15,0-25 0,0 24 16,25 1-16,-25-25 15,50 0-15,-1 24 16,1-24-16,25 0 16,24-25-16,0 49 15,25-49-15,0 0 16,0 0-16,0 0 16,-50 0-16,26 0 15,-26 0-15,-24 0 0,-1-49 16,1-1-1,-25 25-15,24-24 0,-49-1 16,50-24-16,-50-1 16,0 1-16,0-25 15,0-1-15,-25 26 16,-24 24-16,-1 50 16,-24-24-16,-1 24 15,-24 0-15,24 0 16</inkml:trace>
  <inkml:trace contextRef="#ctx0" brushRef="#br0" timeOffset="14095.799">23614 2877 0,'0'25'125,"0"25"-110,0-25 1,0 24-16,0-24 0,0 0 16,0 49-1,0-49 1,0 25 0,0-1-1,0-24 1,0 25-1,0-75 79,0-25-78,0 1-1,0 24-15,0-25 16,0 25-16,25 1 16,-25-1-16,49-25 15,-49 25-15,50 25 16,-50-49-16,50 49 16,-50-25-16,24 25 15,1 0 16,0 0-15,-25 50 0</inkml:trace>
  <inkml:trace contextRef="#ctx0" brushRef="#br0" timeOffset="14879.444">23837 3373 0,'0'75'94,"0"-1"-79,0-49-15,0 0 16,0 24 0,0 1-16,0-25 31,0-50 31,0 0-62,0 0 16,0-24-16,0 24 16,0 0-16,25-24 15,-25 24-15,50 25 16,-50-50-16,49 50 16,-24 0-16,0 0 15,0 0-15,24 25 16,-49 0-1,50 0-15,-50-1 16,0 26-16,0-25 0,0 0 16,0 24-1,0-24 1</inkml:trace>
  <inkml:trace contextRef="#ctx0" brushRef="#br0" timeOffset="15435.939">24656 3150 0,'25'0'63,"24"0"-48,1 0 1,-25 0-16,-1 0 0,1 0 16,25 0-1,-25 0 1,-25 25-16,0 0 31</inkml:trace>
  <inkml:trace contextRef="#ctx0" brushRef="#br0" timeOffset="15945.684">24656 3448 0,'49'0'63,"1"0"-48,-25 0 1,49 0-16,-24 0 15,-25 0 1</inkml:trace>
  <inkml:trace contextRef="#ctx0" brushRef="#br0" timeOffset="18093.165">25326 3324 0,'-25'0'16,"0"0"31,0 0-32,25 25 1,-25-25 0,-24 24-16,24 1 31,0-25-15,25 25-16,-25-25 15,-24 50 1,24-50 15,0 0-15,25 24-16,-25-24 15,1 0 1,24 25-16,-25-25 16,-25 0-1,50 25-15,-25-25 16,0 0 15,1 0 0,-1 0 1,0 0-1,-25 0 0,26 0 0,-1-50-15,25 26 15,-25 24-31,25-25 16,0 0 15,-25 25-31,25-25 16,0 0 15,0 1-15,0-26 15,0 25-16,25 25 1,-25-49-16,25 49 31,-25-25-31,25 25 47,-25-25-31,24 25-1,26 0 17,-25 0-17,0 0 1,-1 0 31,1 0-32,0 0 17,25 0-1,-25 0 0,-25 25-15,24 24-1,1-24 17,-25 0-17,25-25-15,-25 25 16,50 24 0,-50-24-1,24-25-15,-24 50 16,25-1-1,-25-24 1,25-25-16,-25 25 16,50 0-1,-26-25 1,-24 25-16,25-25 0,0 0 16,0 49-1,24-49 1,-24 0 15,25 0-15,-50-25-1</inkml:trace>
  <inkml:trace contextRef="#ctx0" brushRef="#br0" timeOffset="19012.775">26070 2952 0,'0'-50'16,"25"50"-1,-1 0 16,1 0-15,-25 25 0,25-25-1,-25 50-15,0-26 16,0 26-16,0-25 16,0 0-16,0 24 15,0-24 1,0 0 15,-25-25 0,25-25 1,0-49-17,0 49 1,0 0-16,25-25 15,25 1 1,-1 24 0,1 25-1,-1 0 1,1 0 0,-25 0-1,-25 50-15,0-26 16,0 1-16,25 25 15,-25-25-15,0-1 16,0 1-16,0 25 16,0-1-1,0-24 1</inkml:trace>
  <inkml:trace contextRef="#ctx0" brushRef="#br0" timeOffset="19624.98">26467 2530 0,'0'-25'15,"0"-24"1,24 49 0,1-25-1,25 25 1,-25 0-1,24 0 1,-49 49-16,0-24 0,0 0 16,0 25-1,0-26-15,-25 1 16,25 0-16,-74 25 16,49-50-16,25 49 0,-49-49 15,49 25 1,0 0 31,24-25-47,1 0 15,25 0-15,-1 0 16,1 0-16,0 0 16,-26 0-16</inkml:trace>
  <inkml:trace contextRef="#ctx0" brushRef="#br0" timeOffset="20482.028">26119 3299 0,'-24'0'0,"-1"0"31,25 25-15,0 0 77,25-25-93,49 0 16,-49 24 0,24-24-16,1 0 15,0 0-15,-1 0 16,1 25-16,-25-25 15,24 0-15,1 0 16,-25 0-16,24 0 16,1 0-1,-25 0 1,-1 0 0,1 0 15,-50 0 47</inkml:trace>
  <inkml:trace contextRef="#ctx0" brushRef="#br0" timeOffset="21741.229">26119 3696 0,'25'0'63,"25"25"-48,-25-25 1,-1 0-16,26 0 16,-25 0-16,0 0 15,-1 0-15,1 0 0,25 0 16,-25 0 0,-1 0 15,1 0-16,25 0 17,-75 49 30,0-24-46,-24 0-1,-1 25 1,25-26 0,-24 1-1,24 25 1,0-25 0,0-1-1,-24 1 1,24 25-1,25-25 48,49-25 124,-24 0-187,25 0 16,-25 0-16,-1 0 16,1 0-16,0 0 15,0 0-15,0 0 16,24 0 0,1 0-1,-1 0 1,-24 0-1</inkml:trace>
  <inkml:trace contextRef="#ctx0" brushRef="#br0" timeOffset="24277.806">25375 3299 0,'0'-25'47,"25"25"-32,-25-25 1,-50 50 62,26-25-78,-1 50 16,0-25-16,-25-1 15,26 26-15,-1-50 16</inkml:trace>
  <inkml:trace contextRef="#ctx0" brushRef="#br0" timeOffset="27225.602">23664 4986 0,'0'74'125,"0"-49"-109,0 0-16,49 24 15,-49 1-15,0 0 16,25-1 0,-25 1-16,0-25 0,25 24 15,-25-24-15,0 0 16,25-25-16,-25 49 15,0 1 1,49-50 0,-49 25-16,25-25 62,-25-50-46,25 25-1,-25-24-15,50-26 16,-50-24-16,49 25 16,-49 24-1,25 1-15,-25 24 0,0 0 16,50-25 0,-50 26-1,-25 73 48,25-24-48</inkml:trace>
  <inkml:trace contextRef="#ctx0" brushRef="#br0" timeOffset="28170.789">24085 5655 0,'0'-24'109,"0"-1"-78,25 25 16,0 25-16,-25-1-31,0 1 0,0 0 16,0 0-16,0 24 16,0-24-16,0 0 15,0 0-15,0 25 16,0-75 78,0 0-94,0 0 15,0 0-15,0-24 0,50 24 16,-50 0-16,49 25 16,-49-50-16,50 50 15,-50-24-15,49 24 16,-24 0-1,0 24 1,-25 1-16,0 25 16,0-1-16,0 1 15,0-25-15,0 25 16,0-26-16,0 1 16,0 0-16</inkml:trace>
  <inkml:trace contextRef="#ctx0" brushRef="#br0" timeOffset="29045.96">25425 5308 0,'0'-25'31,"0"50"32,-25 25-63,0-1 15,-24 1-15,49 0 16,-50-1-16,50 1 0,-50-25 16,50-1-16,-49 1 15,-1 25 1,1-50-1,24 25 1,0-25 15,25-50-15,0 0 0,0 26-16,0-1 15,0-25 32,50 50-47,-26 0 0,1 25 16,0-25-16,25 74 15,-50-49-15,49 0 16,-49 0-16,25 0 16,0 49-1,24-49 1</inkml:trace>
  <inkml:trace contextRef="#ctx0" brushRef="#br0" timeOffset="31633.409">26070 5333 0,'49'0'78,"1"0"-62,-25 0-16,0 0 16,24 0-16,1 0 15,-1 0-15,1 0 16,0 0-16,-26 0 16,1 25-16,-25 0 93,-49 24-61,-1-24-17,25-25 1,-24 50-16,24-26 15,0 26-15,-25 0 16,26-1-16,-1-24 0,25 0 16,-50-25-1,50 49-15,-25-49 0,25 25 16,-49-25 0,49 25-16,-25-25 15,25 25 95,50-25-95,-26 0-15,1 0 16,0 0-16,25 0 15,-26 0-15,1 0 16,25 0-16,-1 0 16,-24 0-16,0 0 15,25 0 1</inkml:trace>
  <inkml:trace contextRef="#ctx0" brushRef="#br0" timeOffset="32258.909">25921 6152 0,'50'0'94,"-1"0"-79,1 0 1,49 0-16,0 0 0,-24 0 16,24 0-16,0 0 15,-25-25-15,-24 25 16,-25 0-16,0 0 15,-1 0 1,-24 25 31,0-1-31,-24-24-16</inkml:trace>
  <inkml:trace contextRef="#ctx0" brushRef="#br0" timeOffset="33118.459">26119 6598 0,'0'-25'78,"25"25"-63,0 0 17,0 0-32,0 0 15,-25 50 1,0-25-1,0-1-15,0 26 0,0 0 16,0-26-16,0 1 16,0 0-16,0 25 15,0-25 1,0-50 62,0 0-78,0-25 16,0 1-1,49-1-15,-49 25 0,75-24 16,-51 49 0,1-50-16,25 25 15,-1 25 1,-49-25-16,25 25 15,25 0 1,-25 0 0,24 0-1,-49 50 1,0-25-16,0 0 0,0 24 16,0 1-16,0-1 15,0-24-15,0 0 16,0 0-16,0 25 15,0-26 17,25-24-1</inkml:trace>
  <inkml:trace contextRef="#ctx0" brushRef="#br0" timeOffset="35535.602">23688 843 0,'0'-24'16,"0"48"62,0 1-63,0 0-15,0 0 16,0 0-16,0-1 16,0 1-16,0 25 15,0-1-15,0-24 16,0 25-16,0-25 16,0-1-16,0 1 15,0 0-15,0 25 16,0-26-16,0 1 15,0 25 32,25-50 94,0 0-125,0 0-16,24 0 15,1 0-15,0-25 16,-25 25-16,-1 0 15,1 0-15,0 0 16</inkml:trace>
  <inkml:trace contextRef="#ctx0" brushRef="#br0" timeOffset="36260.894">24110 1463 0,'25'0'16,"0"0"31,-25 50-16,0-25-31,0 0 16,0-1-16,0 26 15,0-25-15,0 0 16,0-50 78,0-25-79,0 25-15,0-24 16,49-1-16,-49 25 16,25 25-16,-25-49 0,50 49 15,-25-25 1,24 25 0,1 0-1,-50 25-15,25 24 16,-25-24-16,0 25 15,49-1-15,-49 1 16,0-25-16,0 25 16,0-26-1</inkml:trace>
  <inkml:trace contextRef="#ctx0" brushRef="#br0" timeOffset="37306.525">25474 943 0,'0'24'63,"0"26"-48,-49 0-15,49-26 16,-50 26-16,50-25 16,-49 24-16,-1 1 15,0-25 1,1-25 0,-1 25-1,1-25-15,24 0 31,0 0 1,25-25-32,0 0 15,0-25 1,0 1 0,0 24-1,50 25 16,-1 0-15,-24 0-16,49 0 16,-74 25-1,50 24-15,-50-24 16,25 0-16,-25 0 16,0 0-16,25 24 0,-25 1 15,24-50 1,-24 25-16,25-25 15,-25 24-15,50-24 16</inkml:trace>
  <inkml:trace contextRef="#ctx0" brushRef="#br0" timeOffset="41094.568">25946 1091 0,'0'-24'63,"0"-26"-48,25 50 1,-25-25-1,49 25-15,-24-25 16,25 25 0,-26 0-1,1 0 1,0 0 0,-25 25-1,0 25 1,0-25-16,0 24 15,0-24-15,0 0 16,0 0-16,0-1 0,0 1 16,0 0-16,0 25 15,0-26 1,0 26-16,0-25 16,0 0 15,0-50 78,0-25-93,0 25-16,0 1 15,0-1-15,0-50 16,25 75 0,-25-49-16,49 49 15,-49-50-15,25 50 16,-25-25-16,25 25 16,0-24-1,0 24 1,-1 0-1,26 24 17,-50 26-17,0-25-15,0 0 0,0-1 16,0 26-16,0-25 16,0 0-16,0-1 15,0 1-15,0 0 16,0 0-16,0 24 15,0-24-15,0 25 16,0-25 0,0-1-1</inkml:trace>
  <inkml:trace contextRef="#ctx0" brushRef="#br0" timeOffset="43446.627">24358 7913 0,'-25'0'47,"-24"0"-47,24 0 15,-25 0-15,26 0 16,-26 0 0,25 0-1,0 0 16,1 0 32,-1 0 31,25 49-47,-50 1-32,50 0 1,0-26-16,0 26 0,0-25 15,0 0 1,0-1-16,0 1 16,0 0-16,0 0 0,0 24 15,0-24-15,0 0 16,0 0-16,0 0 16,0 24-1,0-24 1,0 0-1,25-25 17,25 0-1,-26 0-31,26 0 16,0 0-16,-1 0 15,-24 0-15,25 0 16,-1 0-16,-24 0 15,0 0 1</inkml:trace>
  <inkml:trace contextRef="#ctx0" brushRef="#br0" timeOffset="43957.475">23986 8384 0,'25'-25'78,"0"25"-62,0 0-16,24 0 0,-24-25 15,25 25 1,-26 0-16,1 0 16,25 0-16</inkml:trace>
  <inkml:trace contextRef="#ctx0" brushRef="#br0" timeOffset="44813.498">24532 8558 0,'0'-25'32,"25"0"-17,-1 25 1,1 0 0,25 0-1,-25 0 1,-1 25 15,-24 24-31,0-24 16,0 25-16,0-1 15,0-24-15,0 0 16,0 0-16,0 0 16,0 24 15,0-74 16,0-24-32,0-1 1,0 1-16,0-1 16,0 0-16,50 26 15,0-51-15,-26 75 31,26 0-31,0 0 16,-1 50 0,-49-25-1,25-1-15,-25 26 16,0 0-16,0-1 16,0-24-16,0 0 15,0 0-15,0-1 16</inkml:trace>
  <inkml:trace contextRef="#ctx0" brushRef="#br0" timeOffset="46783.786">26392 8260 0,'0'0'0,"-25"0"109,25 25-109,-49-25 16,49 49-16,-50-49 15,50 50-15,-49-50 16,24 50-16,0-50 15,0 49-15,-24-49 16,24 25-16,0-25 16,0 25-16,-24-25 0,24 0 31,-25 0-31,25 0 16,0 0 15,1 0-16,-1 0 17,25-25-17,0 0 1,0 0 0,0 1-1,0-1 1,0-25-1,25 50 1,-1 0 0,1 0-1,25 0 1,-25 0 0,49 25-1,-49 0 1,0 24-1,-25 26 1,49-50-16,-49-1 16,0 1-16,50 25 15,-50-1-15,50-24 16,-50 0-16,24 0 16,-24 24-16,25-49 15,-25 25-15</inkml:trace>
  <inkml:trace contextRef="#ctx0" brushRef="#br0" timeOffset="49118.652">27260 8186 0,'25'0'125,"0"0"-109,25 0-16,-1 0 15,1 0-15,-1 0 16,1 0-16,-25 0 16,0 0-16,24 0 15,-49 24 126,-49-24-141,49 50 16,-75-50-16,50 50 15,1-1-15,-26-24 16,0 0-16,26 24 0,24-24 15,-50-25-15,50 50 16,-25-50-16,25 49 16,-25-49-16,25 25 15,-24-25 17,48 0 93,1 0-125,0 0 0,25 0 15,-1 0-15,1 0 16,-1 0-16,-24 0 15,0 0-15,25 0 16,-26 0 0,26 0 15</inkml:trace>
  <inkml:trace contextRef="#ctx0" brushRef="#br0" timeOffset="50436.702">27880 7863 0,'-49'0'31,"49"-25"-15,-25-24 30,25 24-30,0 0 15,0 0-15,0 0 0,50 25-16,-26-49 31,1 49-16,-25 25-15,25-25 16,-25 24-16,25 1 16,-25 25-1,0-1 1,0 1 0,0 0-1,-25-50 1,25 49-16,-25-49 0,25 50 15,-25-50-15,25 25 16,-24-25-16,24 49 16,0-24 31,24-25-32,26 0 1,-25 0-16,24 0 15,26 0-15,-25-25 16,-1 25-16</inkml:trace>
  <inkml:trace contextRef="#ctx0" brushRef="#br0" timeOffset="51516.421">27161 8905 0,'25'0'94,"49"0"-94,26 0 15,24 0-15,24 0 0,-48 0 16,73 0-16,-24 0 15,-25-25-15,-74 25 16,-1 0-16,1 0 16,-75 0 46</inkml:trace>
  <inkml:trace contextRef="#ctx0" brushRef="#br0" timeOffset="53139.645">27211 9699 0,'0'-25'16,"0"0"-1,0 0 1,25 25-1,-25-25-15,24 25 16,1 0 0,25 0-1,-25 0 1,-1 50 0,-24-25-16,0 0 15,0 24-15,0 1 16,0-25-16,0-1 15,0 26 1,0-75 47,-24 0-48,24-24-15,0-1 16,0 1-16,0 24 15,0 0-15,24 0 16,-24-24-16,50 49 16,-25-50-16,24 50 15,-24-25-15,0 25 0,0 0 16,0 0-16,24 0 16,-49 50-16,25-25 15,-25-1-15,0 26 16,0 0-16,0-1 15,0 1-15,0-1 16,0-24-16,0 25 16,0-25 31</inkml:trace>
  <inkml:trace contextRef="#ctx0" brushRef="#br0" timeOffset="53643.392">27831 9277 0,'0'0'0,"0"-25"15,25 0 1,-1-24 0,26 49-1,-25 0-15,24 25 16,-49 24 0,0-24-1,0 0-15,-24 0 0,24-1 16,-50 26-1,0 0-15,50-26 16,-24-24 0,24 25-1,24-25 1,26 0 0,24 0-16,26 0 15,-26-49-15</inkml:trace>
  <inkml:trace contextRef="#ctx0" brushRef="#br0" timeOffset="57133.091">22994 1315 0,'0'-25'0,"0"50"0,0-100 31,-25 75 0,-24 0-15,49 50-1,-75-1-15,50 26 16,-49 74-16,-1-50 16,51 0-16,-26 25 0,50 0 15,-74 0-15,74 0 16,0-25-16,0 1 15,0-51-15,0 50 16,24-24-16,-24-1 16,50 1-16,-50 24 15,74 0-15,-74 0 16,25 1-16,-25-1 16,0 25-16,0 0 15,0-50-15,0 26 16,0-1-16,0 0 15,-74-25-15,49 1 0,0-26 16,-24 1-16,49 0 16,-50-26-1,50-48 32,0-1-47,25-25 16,0 25-16,24 25 15,-24-24-15,0 24 16,0 0-16,-1 0 16,-24 24-16,0 1 15,0 25 1,0 24-16,0 1 0,0 49 16,0-25-1,0-25-15,0 50 0,0-49 16,0 24-16,0 0 15,0-24-15,0 24 16,0 0-16,0 0 16,0-24-16,0 24 15,0 0-15,0-25 16,0 26-16,0-1 16,0-49-16,0 24 15,0 0-15,0 1 0,0-26 16,0 26-16,0-1 15,0-24-15,0 24 16,0 1-16,50-1 16,-50-24-16,0 24 15,25 1-15,-25-1 16,0-24-16,25 24 16,-25-24-16,49 24 15,-49-24-15,25-1 16,-25 1-16,0 24 15,50-24-15,-50-1 16,0 1-16,49 0 16,-49-1-16,50 1 0,-50-25 15,0-1-15,25 26 16,-25 0-16,0-1 16,25-24-16,-25 0 15,0 0-15,0 0 16,49 24-16,-49-24 15,0 25 1</inkml:trace>
  <inkml:trace contextRef="#ctx0" brushRef="#br0" timeOffset="60079.468">4018 7962 0,'0'25'78,"-49"0"-78,49 0 0,-25 49 15,25-49-15,0 25 16,-25-1-16,25 1 16,0-25-16,0-1 15,0 26 1,25-50 15,25 0-15,-26-25-16,1-24 15,-25 24-15,50 0 16,-50 0-16,49 0 16,-49-24-16,0 24 15,0 75 32,0-26-47,0 26 16,0-25-16,0 0 15,0 24 1,25-49-16,-25 25 16,50-25-16,-25 0 15,-1 0-15,1 0 16,0 0-16,25 0 16,-26 0-16,26 0 15,-50-25-15,25 25 16,-25-74-16,0 49 15,25-25-15,-25 1 16,0-1-16,0 1 16,0 24-16,0 0 15,0 0-15,0-25 16,-50 1 0,25 49-1,-24 0 1,49-25-16,-50 25 15,25 0 1,25 50 0</inkml:trace>
  <inkml:trace contextRef="#ctx0" brushRef="#br0" timeOffset="61105.831">5581 8483 0,'-25'0'32,"50"25"61,0-25-77,0 0-16,24 0 16,-24 0-16,0 0 15,0 0-15,-1 0 16,1 0-16,0 0 15,-25 25 48</inkml:trace>
  <inkml:trace contextRef="#ctx0" brushRef="#br0" timeOffset="61398.667">5482 8781 0,'0'0'0,"25"0"46,-1 0-30,1 0-16,25 0 16,-25 0-16,-1 0 15,1 0-15,0 0 16,0 0-16,24 0 16</inkml:trace>
  <inkml:trace contextRef="#ctx0" brushRef="#br0" timeOffset="63409.559">6722 8062 0,'0'-25'16,"0"-25"78,0 75-48,0 0-30,0 24 0,0-24-16,0 0 15,0 25 1,0-1 0,0 1-16,0-1 15,25 1 16,-25-25-31,49 0 32,-24-1-17,0-24 1,25 0 15,-1 0-15,1-24-1,-25-26 1,-25 0-16,49 26 16,-49-1-16,25 0 0,-25-25 15,25-24 1,-25 0-16,0 24 0,50 25 16,-50 0-16,0-24 15,-25 24 1,0 25 15,0 0 16,0 0-31,25 25-1,-24-25-15,24 49 16,-50 1-1,50 0 1,0-26-16,0 26 16,0-25-16,0 0 15,0-1-15,25 26 16,0-25 0,-1 24-1,-24-24 1</inkml:trace>
  <inkml:trace contextRef="#ctx0" brushRef="#br0" timeOffset="64052.848">6697 8781 0,'-25'0'31,"75"0"63,24 0-94,1 0 16,24 0-16,25-25 15,-25 25-15,-24 0 16,-26 0-16,1 0 16,-25 0-16,24 0 15,-73 0 63,-26 0-78</inkml:trace>
  <inkml:trace contextRef="#ctx0" brushRef="#br0" timeOffset="64676.571">6945 9153 0,'25'0'63,"-25"25"-48,50-25 1,-50 49-16,49 1 0,-49 0 15,50-1 1,-50 1-16,0-25 0,0-1 16,0 1-16,0 0 15,0 0-15,0 24 16,0-24 0,-50-25 46,50-25-46,0 1-16,0-26 0,25 0 15,-25 1-15,75-1 16,-26 1-16,-24 24 16,0-25-16,0 50 15,24-49-15,-24 49 16,-25-25-16,25 25 15</inkml:trace>
  <inkml:trace contextRef="#ctx0" brushRef="#br0" timeOffset="67644.833">9178 8285 0,'0'-50'31,"0"75"16,-25 25-47,25-26 16,-50 1-16,50 0 15,-49 25-15,-1-26 16,50 1-16,-74 25 0,49-25 16,0-1-1,0 1-15,-24-25 16,-1 50-16,25-50 15,0 49-15,1-49 16,-26 0-16,25 0 16,25-24-1,-25 24 1,25-50-16,0 25 16,0 0-16,0-24 15,0 24-15,0 0 16,25 25-1,0 0 1,0 0-16,24 0 16,1 25-16,0 0 15,-1 24-15,1 1 0,-1 0 16,-24-26 0,-25 1-16,50 25 0,0-1 15</inkml:trace>
  <inkml:trace contextRef="#ctx0" brushRef="#br0" timeOffset="70262.7">10691 7491 0,'25'0'78,"24"0"-62,-24 0-16,25 0 15,-1 0-15,26 0 16,-1 0-16,-24 0 15,24 0-15,-24 0 16,-25 0-16,-1 0 16,-73 50 62,-26-26-63,50-24-15,1 50 16,-26 0-16,25-26 16,0 1-16,25 0 15,-74 25-15,49-26 16,-24 1-16,24 25 16,0-25-16,0-1 15,-24-24-15,49 50 16,-25-50-16,50 0 109,-1 0-93,26 0-16,-25 0 15,24 0-15,26 0 16,-26 0-16,26 0 16,-26 0-16,1 0 15,0 0-15,-25 0 16,-1 0 0</inkml:trace>
  <inkml:trace contextRef="#ctx0" brushRef="#br0" timeOffset="71230.501">11633 7417 0,'0'-50'32,"0"75"-1,0 0-16,0-1-15,0 26 16,-24 0-16,-1 24 16,-25 25-16,1 25 15,-1-25-15,50-24 16,-50-1-16,50-24 16,0 0-16,-49-26 15,49 1-15,0 25 16,-25-50-1</inkml:trace>
  <inkml:trace contextRef="#ctx0" brushRef="#br0" timeOffset="71950.735">11708 7888 0,'0'0'0,"0"-25"0,49 0 16,-24 25-1,-25-25-15,25 25 16,0 0 0,0 50-1,-25-25 1,0 0-16,0-1 16,0 26-16,0-25 15,0 0-15,0 24 16,0-73 62,0-1-62,0-25-16,24 0 0,-24 1 15,50 24-15,-50 0 16,25 25-16,-25-49 15,25 49-15,-1 0 16,26 0 0,-25 0-1,-25 24-15,25 26 16,-25-25-16,49 49 16,-49-49-16,0 50 15,0-26-15,0 1 16,0-25-16,-25-1 0,25 26 15,0-25 17</inkml:trace>
  <inkml:trace contextRef="#ctx0" brushRef="#br0" timeOffset="72679.365">10616 8731 0,'0'0'0,"-24"0"31,73 0 32,26 0-63,24 0 15,50 0-15,49 0 16,25 0-16,-24 0 15,24 0-15,-49 0 16,-26 0-16,-23 0 16,-26 0-16,-50 0 15,-24 0-15,0 0 16</inkml:trace>
  <inkml:trace contextRef="#ctx0" brushRef="#br0" timeOffset="75217.528">11088 9277 0,'0'-25'16,"0"-24"-1,0 24 1,24 25-1,26 0 1,-25 0 0,25 25-16,-50-1 15,0 1-15,49 25 16,-49-25-16,0-1 16,0 1-16,0 25 15,0-25 1,-25-25-1,25-50 48,0 0-63,0 26 16,0-1-16,0 0 0,0 0 15,25-24 1,25 49-1,24 0 1,-49 0-16,0 0 16,0 24-1,-25 1-15,0 0 16,0 0-16,0 0 16,0 24-16,0-24 15,0 0-15,0 0 16,0-1-16</inkml:trace>
  <inkml:trace contextRef="#ctx0" brushRef="#br0" timeOffset="75794.675">11658 8930 0,'-25'0'16,"25"-25"-16,0 0 47,25 25-16,-25-25-31,50 25 16,-1 0-1,-49 50 1,0-25-16,0 24 16,0-24-16,0 0 15,0 0-15,-24 24 16,-26-24-1,75-25 48,24 0-47,-24 0-1,25 0-15,-1 0 0,-24 0 16,0 0-16,0 0 15</inkml:trace>
  <inkml:trace contextRef="#ctx0" brushRef="#br0" timeOffset="76153.469">12229 9054 0,'0'0'0,"0"-50"15,0 75 17,0 25-17,-50-1-15,0 26 16,1 49-16,24 0 15,-25 0-15,1 0 16,49-25-16,-25-25 16,25-24-16,0-1 15,-50-24-15,50 0 16</inkml:trace>
  <inkml:trace contextRef="#ctx0" brushRef="#br0" timeOffset="76893.642">12278 9500 0,'0'-25'0,"50"25"109,0 0-93,-26 0-16,26 0 15,0-24-15,-1 24 0,-24 0 16,25 0-16,-1 0 15,-24 0 17,-25 49 46,-50-24-78,26 0 15,-1 24-15,-25 1 16,1 0-16,24-1 16,25-24-16,-50 25 15,50-26-15,0 1 0,-25-25 16,25 25-16,25-25 94,25 0-94,-1 0 15,1-25-15,0 25 0,-1 0 16,1-49 0,-25 49-16,-1 0 0</inkml:trace>
  <inkml:trace contextRef="#ctx0" brushRef="#br0" timeOffset="77744.73">13816 8235 0,'0'25'32,"0"25"-17,-74-26-15,49 1 0,-25 25 16,26-25-16,-1-1 16,0 26-16,-25-25 15,26 24-15,-26-24 16,25-25-16,0 25 15,-24-25 1,49-25 15,0-24-31,0 24 16,0-25 0,0 1-16,25 49 15,-25-25-15,24 25 0,26 0 16,0 0-16,-26 0 15,26 25-15,-25 24 16,24 26-16,-49-1 16,50-24-16,-50-1 15,50-24-15,-50 0 16,74 24-16,-49-49 16</inkml:trace>
  <inkml:trace contextRef="#ctx0" brushRef="#br0" timeOffset="78895.857">15056 7764 0,'-24'0'32,"-1"0"-17,74 0 63,1 0-78,0 0 16,-1 0-16,1 0 16,-1 0-16,1 0 15,-25 0-15,0 0 16,24 0-1,-73 25 64,-1-1-79,0 1 15,-25 0-15,1 25 16,24-26-16,-25 1 15,1 25-15,24-25 16,0 0-16,-49 24 16,49 1-1,50-50 48,-1 0-63,26-25 15,-25 25-15,24 0 16,1 0-16,-25 0 16,24-25-16,1 25 15,-25 0-15,0 0 16,24 0 0,-49 25-16</inkml:trace>
  <inkml:trace contextRef="#ctx0" brushRef="#br0" timeOffset="79311.659">14858 8458 0,'25'0'46,"0"0"-30,24 0-16,1 0 16,49 0-16,25 0 15,-25 0-15,1-24 16,-51 24-16,26 0 16,-26 0-16,-24 0 15,0 0 1,-50 0-1,-25 49 1</inkml:trace>
  <inkml:trace contextRef="#ctx0" brushRef="#br0" timeOffset="79896.375">15056 8781 0,'0'-25'16,"0"-25"-1,25 50 1,-25-24-16,25 24 0,25 0 15,-1 0 1,-49 24 0,25 1-16,-25 25 15,0-1-15,0 1 16,-25 0-16,25-26 16,-25 26-16,25-25 15,0-50 32,0 0-47,0 0 16,0-24-1,25-26-15,25 1 0,-25 24 16,-1 1-16,26 49 16,-25-25-16,0 25 15,24 0 1,1 25-1,-50 0-15,50 24 16,-50-24-16,0 25 16,24-1-16,-24-24 15,0 0-15,0 0 16</inkml:trace>
  <inkml:trace contextRef="#ctx0" brushRef="#br0" timeOffset="80384.197">16570 8037 0,'-25'0'31,"0"49"-31,0 1 16,-24 0-16,-26 24 16,25 0-16,26 1 15,-26-26-15,50-24 16,-25-25-16,25 25 16</inkml:trace>
  <inkml:trace contextRef="#ctx0" brushRef="#br0" timeOffset="80630.455">16272 8136 0,'25'0'31,"24"74"-15,-24-49 0,25 0-16,-25 25 15,-1-1-15,26 1 0,-50-1 16,50-24 0,-50 0-16</inkml:trace>
  <inkml:trace contextRef="#ctx0" brushRef="#br0" timeOffset="82087.634">17512 7615 0,'-25'0'0,"0"0"31,50 0 47,0 0-62,25 0-16,-1 0 15,1 0-15,-25 0 16,0 0-16,-1 0 15,1 0 17,-25 25 30,0 0-46,0 24-16,-74-24 15,49 0-15,0 24 16,-24-24-16,24 0 16,0 0-16,25 24 15,-50-49-15,50 50 16,-49-50-16,49 25 16,-25-25-16,50 0 93,-1 0-77,26 0-16,-25 0 16,25 0-16,-1 0 15,1 0-15,-25 0 16,24 0-1,-49 25 17</inkml:trace>
  <inkml:trace contextRef="#ctx0" brushRef="#br0" timeOffset="82592.388">17289 8310 0,'25'0'78,"24"0"-78,26 0 16,-26 0-16,26 0 16,24 0-16,-25 0 15,1 0-15,-1 0 16,-24 0-16,-25 0 16,-1 0-16,1 0 15,0 0 16,-50 49 1,-24-49-17</inkml:trace>
  <inkml:trace contextRef="#ctx0" brushRef="#br0" timeOffset="83280.647">17363 8905 0,'0'-25'15,"0"0"-15,50-24 32,-25 49-32,-1 0 15,1 0 1,-25 24-1,0 1-15,0 0 16,50 25-16,-50-1 16,0 1-16,0-25 15,-25 0-15,25 24 16,-25-49 0,25-25 30,0 1-30,0-26-16,50 0 16,-50 1-16,50-1 15,-1 0-15,-24 50 16,-25-24-16,50 24 16,-26 0-1,1 0 1,0 49-1,-25-24-15,0 0 16,0 0-16,0 24 16,0-24-16,0 0 15,0 25 1</inkml:trace>
  <inkml:trace contextRef="#ctx0" brushRef="#br0" timeOffset="83751.425">17909 8582 0,'0'-24'31,"25"24"-31,24-50 15,-24 50 1,25 0-16,-25 25 16,-25 0-1,0 24-15,0-24 16,0 0-16,0 24 16,0-24-16,-50 0 15,50 0-15,-50-25 0,50 49 16,-24-49-1,24 50-15,49-50 47,1 0-31,-1-25-16,1 25 16,0-25-16</inkml:trace>
  <inkml:trace contextRef="#ctx0" brushRef="#br0" timeOffset="84770.569">19397 8037 0,'0'49'62,"0"1"-62,-74 0 16,49-26-16,0 1 16,25 25-16,-74-25 15,24-1-15,25-24 16,1 50-16,-1-50 15,0 0-15,0 0 0,-24 0 16,49-25 15,0-49-15,0 24 0,24 25-1,1 25 1,25 0-1,-25 0 1,-1 0-16,1 0 16,25 75-16,-25-26 15,-1-24-15,26 0 16,-25 0-16,0-25 16,-1 49-16,26-49 15,-25 0-15</inkml:trace>
  <inkml:trace contextRef="#ctx0" brushRef="#br0" timeOffset="85655.885">20042 7689 0,'-25'0'15,"75"0"64,0 0-79,-1 0 15,1 0-15,-1 0 16,1 0-16,-25 0 15,0-24-15,-1 24 0,1 0 32,-50 49 46,-24-24-63,24 0-15,0 24 16,0-24-16,-24 0 16,24 25-16,-25-1 15,50-24 1,-24-25 0,48 0 46,1 0-62,0 0 16,0 0-16,0 0 15,-1 0-15,26 0 16,-25 0-16,0 0 16,-1 0-16,1 0 15,0 0 1</inkml:trace>
  <inkml:trace contextRef="#ctx0" brushRef="#br0" timeOffset="86180.634">20513 7342 0,'0'-49'31,"50"49"-15,-25-50-1,0 50 1,24 0 0,-24 25-1,-25 24-15,0-24 16,0 0-16,0 0 15,0 0-15,-50 24 0,26-24 16,-1-25-16,0 50 16,-25-26-1,100-24 32,0 0-31,24 0-16,1 0 15,-26 0-15,1 0 16</inkml:trace>
  <inkml:trace contextRef="#ctx0" brushRef="#br0" timeOffset="86878.043">20017 8310 0,'75'0'94,"24"0"-94,25 0 16,-25 0-16,75 0 15,-75 0-15,50-25 0,-99 25 16,-1 0-16,-24 0 16,-50 49 31</inkml:trace>
  <inkml:trace contextRef="#ctx0" brushRef="#br0" timeOffset="87718.663">20141 8954 0,'0'-49'0,"25"-1"31,25 50-15,-25 0 0,-25-25-16,24 25 15,1 0-15,0 50 32,-25-25-32,0 0 0,0 24 15,0 1 1,0 0-16,0-26 0,0 26 15,25-124 64,-25 24-64,25 0-15,-25 1 16,49 24-16,-49 0 15,50 25-15,-50-25 0,25 25 16,-1 0 0,26 0-1,0 0 1,-50 25-16,0 25 16,0-1-16,0 1 15,0 0-15,0-26 16,0 1-16,0 25 15</inkml:trace>
  <inkml:trace contextRef="#ctx0" brushRef="#br0" timeOffset="88498.344">20712 8632 0,'0'0'15,"0"-25"-15,50 0 16,-1-24 0,1 49-1,-1 0 1,1 0 0,-50 25-16,0-1 15,0 1-15,0 0 16,-25 25-16,25-26 15,-49-24-15,49 25 0,-25-25 16,50 0 31,-1 0-31,26 0-1,0 0 1,-1 0-1,-49 50 1,0-25-16,-25-25 16,1 24-1,-1-24-15,-25 0 0,1 0 16,-26 0 0,26 0-16</inkml:trace>
  <inkml:trace contextRef="#ctx0" brushRef="#br0" timeOffset="92260.591">20241 11013 0,'0'-25'16,"-50"50"46,25 0-62,0 25 16,1-26-16,-26 1 16,0 25-16,1-25 15,24 0-15,0 24 0,0-49 16,-24 50-16,24-50 16,0 49-1,-24-49-15,-1 50 16,25-50 15,25-50-15,0 1-1,0 24-15,25-49 16,-25 49 0,25 0-1,0 25 1,24 0-1,-24 0-15,0 25 16,24 24 0,-24 1-16,25 0 0,-50-1 15,49 1-15,-49-1 16,50-24-16,0 25 16,-26-50-16,1 25 15</inkml:trace>
  <inkml:trace contextRef="#ctx0" brushRef="#br0" timeOffset="92935.666">21109 10765 0,'-50'0'0,"50"-49"15,0 73 48,0 1-63,0 0 15,0 25-15,0-1 16,0 1-16,0-25 16,0-1-16,0 1 15,0 0-15,0 0 31</inkml:trace>
  <inkml:trace contextRef="#ctx0" brushRef="#br0" timeOffset="93552.997">21208 10344 0,'0'-50'0,"0"25"15,25 0 17,0 25-17,24 0 1,1 25 0,-50 25-16,0-25 15,0 24-15,0 1 16,0-25-16,0-1 15,0 1-15,-50-25 0,50 50 16,-49-50 0,49 25-16,24-25 62,26 0-62,24 49 16,1-49-16,-1 0 15,1 25-15</inkml:trace>
  <inkml:trace contextRef="#ctx0" brushRef="#br0" timeOffset="94185.776">20762 11361 0,'24'0'78,"26"0"-62,24 0-16,-24 0 15,49 0-15,0 0 16,25 0-16,0-25 15,-49 25-15,-1 0 16,-24 0-16</inkml:trace>
  <inkml:trace contextRef="#ctx0" brushRef="#br0" timeOffset="95284.378">20811 11981 0,'0'-25'16,"0"-25"0,0 25-1,0 1 1,25 24 0,0 0-1,24 0 1,-49 24-16,25 1 15,-25 25-15,0-1 16,0 1-16,0 0 0,0-26 16,0 1-16,0 25 15,0-25 1,0-75 46,0 25-46,0-24-16,0 24 16,0 0-16,0 0 15,50 25-15,-50-49 16,49 49-16,-24-25 0,25 25 31,-1 0-31,-24 0 16,25 25-1,-50 24-15,0 1 16,0-1-16,0 1 16,0-25-16,0 0 15,0 0-15,0 24 16,0-24 31</inkml:trace>
  <inkml:trace contextRef="#ctx0" brushRef="#br0" timeOffset="96035.285">21382 11708 0,'0'-25'0,"0"0"31,24-24-31,51 24 16,-26 25-1,1 0 1,-50 25-1,25-1-15,-25 1 16,0 0-16,0 0 16,0 24-16,-50-24 15,1 0 1,73-25 31,26 0-47,-25 0 15,0 0-15,-1 0 16,1 0-16,-25 50 31,0-1-15,-25-24-16,-24-25 16,-1 50-16,1-50 15,-1 0-15,0 49 16,1-49-16</inkml:trace>
  <inkml:trace contextRef="#ctx0" brushRef="#br0" timeOffset="98043.476">20439 13171 0,'0'-49'31,"0"98"0,0-24-15,0 25-16,-50-1 16,26 1-16,-1 0 15,-25-1-15,1-24 16,-1 0-16,0 24 0,1-24 15,24-25-15,0 50 16,0-50-16,-24 0 16,-1 0-1,50-50 32,0 1-31,25 24-1,25 25-15,-26-50 16,1 50 0,25 0-16,-1 0 0,1 25 15,-25 25-15,24-26 16,-24 26-16,-25-25 16,50 24-16,-25-24 15,-25 0-15,49-25 16,-49 25-16,25-25 15</inkml:trace>
  <inkml:trace contextRef="#ctx0" brushRef="#br0" timeOffset="98745.728">20985 13395 0,'0'-25'16,"25"25"-16,-25-50 15,24 50 1,26 0 0,-25 25-1,-25 25 1,0-1-16,0-24 15,0 25-15,0-1 16,0-24-16,0 25 16,0-1-1,0-74 48,0 1-63,0-26 15,0 0-15,0 26 16,25-26-16,-25 0 16,49 50-16,-49-24 15,25 24-15,25 0 16,-1 24 0,-49 1-1,25 25-15,-25-1 16,0 1-16,0-25 15,0 24-15,0-24 16,0 25 0</inkml:trace>
  <inkml:trace contextRef="#ctx0" brushRef="#br0" timeOffset="99176.477">21258 13146 0,'0'0'0,"24"0"78,1 0-78,0 0 16,0 0-16,24 0 16,-24 0-16,0 0 15,25 0 1,-26 0-1</inkml:trace>
  <inkml:trace contextRef="#ctx0" brushRef="#br0" timeOffset="99999.358">21754 12923 0,'25'0'109,"-1"0"-93,1 0-16,0 0 16,25-49-16,-26 49 15,1 0-15,-25-25 0,25 25 16,-50 0 62,0 49-78,1 1 16,24-25-16,-50-25 15,50 49-15,-50-49 16,50 25-16,25-25 62,25 0-46,-1 0 0,-24 0-1,-25 25-15,0 25 16,0-26-1,0 26 1,-25-50-16,1 50 16,-26-50-16,0 25 15,1-25-15,24 0 16,-25 0-16,-24 0 16,-1 0-16</inkml:trace>
  <inkml:trace contextRef="#ctx0" brushRef="#br0" timeOffset="102111.416">1141 6127 0,'0'25'63,"0"24"-63,0-24 15,0 0-15,50 0 16,-26 24 0,51-49-16,-26 0 15,26 0-15,74-74 16,-25-25-16,49-1 15,51-48-15,-1 23 16,-74 26-16,-25 50 16,-25-1-16,-49 50 15,-1 0 1</inkml:trace>
  <inkml:trace contextRef="#ctx0" brushRef="#br1" timeOffset="113629.743">27508 3349 0,'75'0'125,"-26"0"-110,1 0-15,24-50 16,-24 50-16,0 0 16,-26 0-16,1 0 15,0 0 1</inkml:trace>
  <inkml:trace contextRef="#ctx0" brushRef="#br1" timeOffset="113875.605">27632 3522 0,'25'0'47,"25"0"-47,-1 0 15,1 0-15,0 0 16,-1 0-16,1 0 16,-1 0-16</inkml:trace>
  <inkml:trace contextRef="#ctx0" brushRef="#br1" timeOffset="114513.148">28625 3274 0,'0'-49'16,"-25"49"0,-25 24 15,50 1-31,-25 25 0,25-1 15,0 26-15,0-26 16,0 26-16,0-26 16,0-24-16,0 0 15,25-25 1,25 0 0,-25 0-16,24 0 15,-49-74 1,50 49-16,-50 0 15,0-25-15,0 1 16,0-1-16,-25 1 0,25 24 16,-25 25-1,25-25-15,-25 25 32,25 25-32,0 0 0</inkml:trace>
  <inkml:trace contextRef="#ctx0" brushRef="#br1" timeOffset="114730.046">28897 3547 0</inkml:trace>
  <inkml:trace contextRef="#ctx0" brushRef="#br1" timeOffset="115092.838">29220 3349 0,'0'0'0,"-25"0"47,0 24-47,25 1 15,-24 25-15,24-25 16,0-1-16,0 1 15,0 25 1,0-25 0,24-25-16,26 0 15,0 49-15,-26-49 16,-24 25-16,50-25 16,-50 25-16,-50 25 31,1-50-31,-1 49 15,1-49-15,-1 0 16,25 0-16,-25-25 16,26-49-1</inkml:trace>
  <inkml:trace contextRef="#ctx0" brushRef="#br1" timeOffset="115333.487">29170 3423 0,'0'-25'0,"50"25"32,-25-25-17,0 25-15,49 0 16,-49 0-1,0 0-15,-1 0 16,1 0-16,0 0 16</inkml:trace>
  <inkml:trace contextRef="#ctx0" brushRef="#br1" timeOffset="115808.369">29666 3473 0,'0'-50'16,"0"25"-1,25 25-15,-25-49 16,50 49-16,-1 0 15,-24 0 1,-25 24 0,0 1-16,0 25 0,0-1 15,-25 1-15,1-25 16,-1 0-16,-25-1 16,75-24 30,0 0-30,24 0 0,-24 0-1,-25 50 17,-25 0-17,1-50-15,-26 25 0,0-25 16,1 0-16,24 0 15,0 0-15</inkml:trace>
  <inkml:trace contextRef="#ctx0" brushRef="#br1" timeOffset="116733.507">30361 3547 0,'0'-25'16,"0"0"-1,50-24 1,-26 49-16,26 0 15,0 0 1,-50 49 0,0-24-16,0 0 15,0 0-15,0 24 16,0-24 0,0 25-1,0-75 16,0 0-15,0-24 0,0 24-16,24 25 15,-24-50-15,50 50 16,-25 0-16,0 0 16,-1 0-16,1 0 15,25 50 1,-50-25-16,0-1 15,0 1-15,0 0 16,0 25-16,0-25 16</inkml:trace>
  <inkml:trace contextRef="#ctx0" brushRef="#br1" timeOffset="117145.302">30807 3225 0,'0'0'16,"0"-25"-16,50 0 15,-25 25 1,-25-25-16,49 25 16,-24 0-16,25 0 15,-50 50 1,0-25 0,0-1-16,0 1 15,-50 25-15,1-25 16,-1-1-16,25-24 15,25 50-15,-49-50 16,98 0 15,-24 0-31,25 0 16,-1 0-16,1 0 16,-1 0-16,-24 0 15</inkml:trace>
  <inkml:trace contextRef="#ctx0" brushRef="#br1" timeOffset="117609.054">30361 3944 0,'50'0'62,"-1"0"-46,26 0-16,-26 0 15,26 0-15,-1 0 16,0 0-16,-24 0 16,0 0-16,-1-25 15,-24 25 1</inkml:trace>
  <inkml:trace contextRef="#ctx0" brushRef="#br1" timeOffset="118205.669">30435 4242 0,'-24'0'0,"24"24"31,49-24 16,1 0-47,-25 0 16,-1 0-16,1 0 15,0 0-15,0 0 16,-25 50 31,0-25-31,-25-25-16,25 49 15,-50-49-15,50 50 16,-24-50-16,24 50 0,-50-50 15,50 24-15,-25 26 32,25-25 15,25-25-16,25-25-31,-1 25 15,1-50-15,24 50 16,1-49-16,-1 49 16,-24-50-16</inkml:trace>
  <inkml:trace contextRef="#ctx0" brushRef="#br1" timeOffset="118967.284">31998 3522 0,'0'0'0,"0"-49"32,-25 73-17,25 1 1,-49 25-1,49-1-15,0 1 0,-25 25 16,25-26-16,-25 1 16,25-1-16,0-24 15,0 25 1,0-100 15,0 1-15,0-1-16,25-24 0,-25-1 15,49 1-15,-49 24 16,50-24-16,-50 24 16,25 50-16,-25-25 15,49 25 1,-49 25 0,25 25-16,-25-1 15,25 26-15,-25-1 16,0-24-16,50-1 15,-50 26-15,0-26 16,0-24-16,0 0 16</inkml:trace>
  <inkml:trace contextRef="#ctx0" brushRef="#br1" timeOffset="119208.271">31924 3721 0,'24'0'16,"26"-25"-16,-25 25 0,0 0 15,-1 0 1,1-25-16,0 25 0,25 0 16</inkml:trace>
  <inkml:trace contextRef="#ctx0" brushRef="#br1" timeOffset="119592.006">32420 3175 0,'0'-25'0,"-50"25"31,50 25-15,0 0-16,-25 24 15,25-24-15,0 0 16,0 0 0,50-25-1,-25 0-15,0 0 16,24 0 0,-49-25-1,0 0 1,0 0-16,0 1 0,-25-26 15,-24 25 1,24 25-16,0 0 16,0 0-16,1 25 15</inkml:trace>
  <inkml:trace contextRef="#ctx0" brushRef="#br1" timeOffset="120550.378">27682 5705 0,'-25'0'16,"25"25"46,25-25-62,0 0 16,24 0 0,1 0-16,0 0 15,-1 0-15,-24 0 0,0 0 16,24 0-1,-49 25-15</inkml:trace>
  <inkml:trace contextRef="#ctx0" brushRef="#br1" timeOffset="120784.26">27756 6003 0,'25'0'31,"0"0"-15,0 0-16,0 0 16,24 0-16,-24 0 15,0 0-15,0 0 16,-1 0-16</inkml:trace>
  <inkml:trace contextRef="#ctx0" brushRef="#br1" timeOffset="121410.253">29146 5358 0,'0'0'0,"-25"0"32,0 0-17,0 0-15,-25 25 16,26 24-16,-1 1 0,25-1 15,-50 1-15,50 0 16,0-26-16,0 1 16,25-25-16,25 50 15,-26-50-15,26 0 16,0 0-16,-25 0 16,24 0-16,1 0 15,-25 0-15</inkml:trace>
  <inkml:trace contextRef="#ctx0" brushRef="#br1" timeOffset="121742.859">28773 5953 0,'0'0'0,"-24"0"15,24 25 32,74-25-31,-24 0-16,49 0 15,0 0-15,0 0 16,1 0-16,-1 0 16,0 0-16,-25 0 15,-49 0-15,25 0 16,-25 0-16</inkml:trace>
  <inkml:trace contextRef="#ctx0" brushRef="#br1" timeOffset="122401.582">28773 6325 0,'0'25'78,"0"25"-78,0-1 16,50 1-16,-50-1 15,0 1-15,0-25 16,0 0-16,0-1 16,0 1-1</inkml:trace>
  <inkml:trace contextRef="#ctx0" brushRef="#br1" timeOffset="122938.274">29021 6400 0,'0'0'15,"50"-50"1,0 0-16,-1 50 16,-24 0-1,0 50 1,-25-25-16,0 0 15,0-1-15,0 1 16,0 25-16,-25-50 16,25 25-1,-25-25-15,25-25 47,50 0-31,-25 25-16,0 0 15,-1 0-15,26 0 16,-25 0 0,-25 50-16,0-26 15,-25 1-15,0 25 16,0-50-16,-24 49 16,-1-49-16,25 25 15,1-25-15,-26 0 16,50-49 15</inkml:trace>
  <inkml:trace contextRef="#ctx0" brushRef="#br1" timeOffset="123408.825">29493 6251 0,'74'0'78,"-49"0"-62,25 0-16,-26 0 16,1-25-16,0 25 15,0 0 1,-25 25 31,0 49-32,-25-49 1,25 25-16,0-1 16,-25 1-16,25-1 15,0-24-15,-49 0 16,49 25-16,0-26 16,0 1-1</inkml:trace>
  <inkml:trace contextRef="#ctx0" brushRef="#br1" timeOffset="123655.732">29567 6548 0,'0'-24'16,"75"-1"15,-51 25-15,1 0-16,0-50 15,0 50-15,24 0 0,1-25 16</inkml:trace>
  <inkml:trace contextRef="#ctx0" brushRef="#br1" timeOffset="124612.363">30584 5531 0,'0'-24'16,"-25"24"15,75 0 32,-25 0-48,24 0-15,26 0 16,-26 0-16,1 0 16,-25 0-1,24-50-15,-24 50 16,-25 50 62,-49-1-78,49-24 16,-50 0-1,0 0-15,26 24 0,-1-24 16,-25 0-1,25 24 1,1-49-16,24 25 0,-25-25 16,25 50-1,25-50 48,24-25-63,1 25 15,-1 0-15,1 0 16,0-25-16,-26 25 0,1 0 16,25 0-1</inkml:trace>
  <inkml:trace contextRef="#ctx0" brushRef="#br1" timeOffset="124984.023">30559 6052 0,'0'0'0,"25"0"63,0 0-48,25 0-15,-1 0 16,26 0-16,-26 0 15,26 0-15,-26 0 0,1 0 16,-1 0 0,-24 0-1</inkml:trace>
  <inkml:trace contextRef="#ctx0" brushRef="#br1" timeOffset="125529.735">30683 6424 0,'0'0'0,"0"-24"16,0-1 0,0-25-1,25 50 1,-25-25-16,50 25 16,24 0-1,-24 50 1,-50-25-16,0 0 15,0-1-15,0 1 16,0 25-16,-25-25 0,25-1 16,-25-24-1,25 25-15,0-50 47,0 1-47,0-26 16,75 0-16,-51 1 15,-24 24-15,50 25 16,-50-25-16,50 25 16,-26 0-1,1 25 1,-25 0-16,0 0 16,0-1-16,0 1 15,0 0-15,0 25 16</inkml:trace>
  <inkml:trace contextRef="#ctx0" brushRef="#br1" timeOffset="126548.299">31948 5804 0,'0'0'15,"0"-49"-15,25 49 16,0 0 15,25 24-31,-50 26 16,0 0-16,0-1 15,0 1-15,-25-25 16,25 24-16,-25-49 16,25 25-16,0-99 62,0 24-46,25 1-16,-25-1 15,49 25-15,1-25 16,0 26 0,-1 24-1,-24 24 1,-25 26-16,0 0 0,0-25 15,0-1-15,0 26 16,0-124 62,50 49-62,-50-25-16,74 0 15,-24 26-15,-1 24 16,1 0 0,-50 24-1,25 1 1,-25 0-16,0 25 0,0-1 16,0-24-16,0 0 15,0 25 1</inkml:trace>
  <inkml:trace contextRef="#ctx0" brushRef="#br1" timeOffset="126962.264">32965 5755 0,'-24'0'31,"-26"0"-15,0 24 0,1 51-1,49-50 1,0 0-1,0-1 1,25-24-16,-1 0 16,26 25-1,-50 0 1,0 25 0,-25-26 15,0-24-16,-24 0 1,-1 0 0,50-24-16,-74 24 15</inkml:trace>
  <inkml:trace contextRef="#ctx0" brushRef="#br1" timeOffset="127265.914">32742 5482 0,'25'0'47,"25"0"-31,-26 0-1,1 0 1,0-25-16,0 25 16,24 0-16,-49-25 0,25 25 15</inkml:trace>
  <inkml:trace contextRef="#ctx0" brushRef="#br1" timeOffset="127461.801">33139 5259 0,'0'49'31,"0"1"-15,0-1-16,0 26 15,0-1-15,0-24 16,0-1-16,0 1 16,0-25-16</inkml:trace>
  <inkml:trace contextRef="#ctx0" brushRef="#br1" timeOffset="128658.414">28873 8632 0,'24'0'63,"1"0"-63,25 0 15,-25 0-15,-1 0 16,1 0-16,0 0 16,0 0-1</inkml:trace>
  <inkml:trace contextRef="#ctx0" brushRef="#br1" timeOffset="128963.314">28823 8930 0,'25'0'47,"24"0"-31,-24 0-16,25 0 15,-1 0-15,1 0 0,-25 0 16,25 0-16,-26 0 16</inkml:trace>
  <inkml:trace contextRef="#ctx0" brushRef="#br1" timeOffset="129733.56">29518 8806 0,'0'-25'15,"24"25"79,1 0-78,0 0-16,0 0 15,24 0-15,-24 0 0,0 0 16,0 0-16,0 0 16,-1 0-1</inkml:trace>
  <inkml:trace contextRef="#ctx0" brushRef="#br1" timeOffset="130128.355">30113 8558 0,'0'49'62,"0"1"-62,0-1 0,0 26 16,0-26-16,0 1 16,0-25-16,0 0 15,0 24 1</inkml:trace>
  <inkml:trace contextRef="#ctx0" brushRef="#br1" timeOffset="130648.139">30311 8632 0,'0'0'0,"25"-25"0,25-24 16,-1 24 0,-24 25-1,25 0-15,-25 0 16,24 0 0,-49 25-16,0-1 15,0 26-15,-25-25 16,1 0-16,24-1 0,-50-24 15,50 50 1,-25-50-16,50 0 47,0 0-31,-25 25-16,49-25 15,-49 25-15,50-25 16,-50 49-16,0-24 15,-25-25 1,0 25-16,-49-25 16,49 25-1,0-25 1,1 0 0,24-25-1</inkml:trace>
  <inkml:trace contextRef="#ctx0" brushRef="#br1" timeOffset="130974.985">30832 8731 0,'0'50'47,"0"-25"0,50-25-16,-50-50 0,0 25-15</inkml:trace>
  <inkml:trace contextRef="#ctx0" brushRef="#br1" timeOffset="131354.536">31353 8558 0,'0'0'0,"-25"0"31,-24 0-15,24 24-16,0 1 15,0 25-15,25-1 16,-74 26-16,74-26 16,0 1-16,0-25 15,0 24-15,25-24 16,-1-25 0,26 0-16,-25 0 15,25-25 1,-50 1-1,0-26 1,0 25-16,-25 25 16,0-25-16,-25 25 15,25 0-15,1 0 0</inkml:trace>
  <inkml:trace contextRef="#ctx0" brushRef="#br1" timeOffset="132259.723">31651 8607 0,'25'0'94,"24"0"-94,1 0 0,-1 0 16,1 0-16,0 0 15,-26 0-15,-48 0 78,-26 50-78,25-1 16,0-49-16,25 50 16,-49 0-16,49-26 15,-50 1-15,25 25 16,25-25 0,25-25 46,0 0-62,0 0 16,0 0-16,-1 0 15,26 0-15,-25 0 16,24 0-16,-49-25 16,25 25-16</inkml:trace>
  <inkml:trace contextRef="#ctx0" brushRef="#br1" timeOffset="132774.454">31924 8186 0,'24'-25'31,"-24"-25"-16,50 50-15,0 0 16,-26 25 15,-24 25-15,0-1-16,0-24 16,0 0-16,-24 0 15,-1-1-15,-25-24 16,50 50-16,-49-50 15,49 50-15,0-26 16,24-24 0,26 0-1,-25 0-15,24 0 16,-24 0-16,25 0 16,-1 25-16,-24-25 15</inkml:trace>
  <inkml:trace contextRef="#ctx0" brushRef="#br1" timeOffset="133338.018">31552 9327 0,'49'0'94,"1"0"-94,24 0 0,-24 0 16,24 0-1,1 0-15,-26 0 16,-24 0-16,25 0 0,-1 0 15,-49 24 32</inkml:trace>
  <inkml:trace contextRef="#ctx0" brushRef="#br1" timeOffset="133947.669">31576 9773 0,'-24'0'0,"24"-50"31,24 50 1,1 0-32,0 0 15,-25 25 1,0 0-16,0 0 15,0 24-15,0-24 16,0 0-16,0 0 16,0 0-16,0 24 15,-25-49 1,25-25 15,0 1-15,25-1-16,-25 0 15,50-25-15,-50 1 0,49 49 16,-49-25 0,25 25-16,0 0 15,0 0 1,24 25 0,-49 0-16,0-1 15,0 1-15,0 25 16,0-1-1,0-24 1</inkml:trace>
  <inkml:trace contextRef="#ctx0" brushRef="#br1" timeOffset="134347.444">31973 9649 0,'0'0'16,"0"-25"-16,50-24 31,-1 49-31,1 0 0,-25 0 0,0 0 31,-25 24-31,0 26 16,0-25-16,-50 24 15,25-49-15,0 50 16,-24-25 0,49 0 15,25-25 0,24 0-31,26 0 16,-1-50-16,-24 50 15,-25-25-15</inkml:trace>
  <inkml:trace contextRef="#ctx0" brushRef="#br1" timeOffset="135108.123">32618 8905 0,'25'0'47,"25"0"-16,-26 0-15,-24-25-16,25 25 16,-25-25-1,0-24 1,0 24 0,0 0-1,-25 25 16,-24 0-15,24 0 0,25 50-16,0-26 15,-25 26-15,25-25 16,0 0-16,0 24 16,0 1-1,0 0 1,50-26-1,-1-24 1,-24 0-16,0 0 16,0 0-16,0 0 15,-1 0 1</inkml:trace>
  <inkml:trace contextRef="#ctx0" brushRef="#br1" timeOffset="136047.771">32916 8558 0,'0'-50'15,"0"75"79,25 24-78,-25-24-16,0 0 0,0 0 15,24 0 1,-24-1-16,0 26 0,0-25 15,50 0 1,-50-1-16,0 1 0,0 25 16,25-25-16,-25-1 15,0 26 1,25-50-16,-25 25 16,24-25 77,1-25-77,-25-25 0,50 1-16,-50 24 0,25-49 15,-25 49-15,49-50 16,-49 26-1,50-1-15,-50 1 0,49-1 16,-49 25 15</inkml:trace>
  <inkml:trace contextRef="#ctx0" brushRef="#br1" timeOffset="138080.634">27856 1166 0,'-25'0'15,"50"0"64,24 0-64,1 0-15,-1 0 16,-24 0-16,0 0 15,0 0-15,-25 25 32</inkml:trace>
  <inkml:trace contextRef="#ctx0" brushRef="#br1" timeOffset="138342.485">27856 1463 0,'0'0'16,"24"0"15,1 0-31,25 0 16,-1 0-1,-24 0-15,0 0 0,0 0 16,25 0-16,-26 0 16,1 0-16</inkml:trace>
  <inkml:trace contextRef="#ctx0" brushRef="#br1" timeOffset="139174.042">28575 1091 0,'0'0'16,"25"0"-16,-25-24 0,49 24 16,-49-25-1,25 25-15,0 0 16,0 0-1,0 25 1,-25-1 0,0 26-16,0 0 15,0-1-15,0 1 16,0-25-16,0-1 16,0 26-16,-25-50 31,25-74 31,0 49-62,0 0 16,0 0-16,49 0 16,1-24-1,0-1 1,-26 50-16,26 0 15,-25 0-15,0 0 16,-25 50-16,24-25 16,-24-1-16,0 1 15,0 0-15,0 0 16,0 24-16,0 1 16,0-25-1,0 0 1</inkml:trace>
  <inkml:trace contextRef="#ctx0" brushRef="#br1" timeOffset="139743.298">29443 943 0,'0'-25'16,"25"50"15,-25 24-15,0 26-16,0-1 15,0-24-15,0-1 16,0-24-16,0 25 16,0-1-1,0-24 1,0-75 46,0 26-62,25-1 0,-25 0 16,49 25 0,-49-25-16,25 25 15,25 0-15,-25 0 16,24 25-1,-49 0-15,0 0 16,25-1-16,-25 1 16,0 25-16,0-25 15,0-1-15,0 26 16</inkml:trace>
  <inkml:trace contextRef="#ctx0" brushRef="#br1" timeOffset="140105.111">29245 1687 0,'0'-25'47,"25"25"-32,24 0-15,1 0 16,24 0-16,1 0 0,-26 0 15,50 0-15,-24 0 16,-1 0-16,25 0 16,-24 25-16,-26-25 15,-24 25-15</inkml:trace>
  <inkml:trace contextRef="#ctx0" brushRef="#br1" timeOffset="140691.384">29468 2084 0,'0'-50'16,"50"0"0,-1 50-1,-49-24-15,25 24 16,25 24-1,-50 1-15,0 25 16,0-1-16,0 26 16,-50-26-16,0 1 15,1 0-15,-1-26 16,1 26-16,-1-50 16,25 25-16,0-25 15,25-25 16,0 0-15,0 0-16,0-24 16,50 49-1,-25-50-15,24 50 16,1 0-16,-25 0 16,24 25-16,-24-25 15,0 50-15,25-26 16,-1 1-1</inkml:trace>
  <inkml:trace contextRef="#ctx0" brushRef="#br1" timeOffset="140945.241">29890 2133 0,'0'0'0,"0"25"47,0 0-32,0 24-15,0-24 16,0 0-16,0 0 0,0 0 15,0-1 1</inkml:trace>
  <inkml:trace contextRef="#ctx0" brushRef="#br1" timeOffset="141229.098">30088 2084 0,'0'74'47,"0"-49"-47,0 0 15,0 24-15,0 1 16,-50-25-16,50 24 16,0-24-1</inkml:trace>
  <inkml:trace contextRef="#ctx0" brushRef="#br1" timeOffset="141611.902">29939 2084 0,'0'-25'15,"50"25"32,-1 0-31,1 0-16,-25 0 15,24-25-15,1 25 16,0 0-16</inkml:trace>
  <inkml:trace contextRef="#ctx0" brushRef="#br0" timeOffset="160324.363">7466 7317 0,'0'0'0,"0"-24"47,-25 24-31,1 0-1,24-25 1,-50 25-16,25 0 16,0 0-16,-24 0 15,-1 0-15,1 0 16,-1 0-16,0 0 0,1 0 16,24 0-1,-25 0-15,1 0 0,-1 0 16,0 0-16,1 0 15,-26 0-15,26 0 16,-26 0-16,26 0 16,-26 0-16,26 0 15,-1 0-15,1 0 16,-1 0-16,0 0 16,1 0-16,-1 0 15,1 0-15,-1 0 16,0 0-16,1 0 0,-1 0 15,-24 0-15,24 0 16,-24 0-16,24 0 16,-24 0-16,-1 0 15,1 0-15,24 49 16,25-49-16,-24 0 16,-1 0-16,1 0 15,-1 25-15,0-25 16,1 0-16,-1 0 15,1 25-15,-1-25 16,0 0-16,1 0 16,-1 0-16,0 0 15,26 0-15,-1 50 16,0-50-16,0 0 16,-24 0-16,24 0 0,0 0 15,0 0-15,0 24 16,1-24-16,-26 0 15,25 0-15,-24 25 16,-1-25 0,25 0-1,0 0 1,25 50 0,-24-50-1,-1 0 16,-25 0 1,25 0-1,-24 0-15,24 0-1,-25 0 1,26 0-1,-1 0 17,0 0-1,0 0 0,25 25-15,-25-25-1,1 0 1,24 24 0,-50 1 15,50 25-15,0-1-1,-25-24 1,25 0-16,0 25 15,0-26-15,0 26 16,-25 24-16,25 1 16,0-1-16,0 1 15,-49 24-15,49 25 0,0 0 16,0 0-16,0-25 16,0-24-16,0 24 15,0 0-15,0-49 16,0 24-16,0 1 15,0-1-15,0-24 16,0 24-16,0 0 16,0-24-16,0 24 15,0 1-15,0-26 16,0 1-16,0 0 16,0-26-16,0 26 0,0 0 15,0-26 1,0 1-16,0 0 0,0 25 15,0-1 1,0-24 0,0 0-1,24-25 1,-24 25 0,50 24 30,0-49-30,-1 0 0,-24 25-16,0-25 15,25 0-15,-1 0 16,1 25-16,-1-25 16,1 0-16,24 0 15,1 50-15,-1-50 16,-24 0-16,49 0 15,25 0-15,-25 0 16,-24 0-16,24 0 16,0 24-16,0-24 15,-24 0-15,24 0 16,0 0-16,0 0 16,-24 0-16,-1 0 15,1 0-15,-26 0 0,1 0 16,-25 0-16,49 0 15,-24 0-15,-1 0 16,1 0-16,0 0 16,-1 0-16,1 0 15,-1 0-15,1 0 16,-25 0-16,24 0 16,1 0-16,0 0 15,-1 0-15,1 0 16,-1 0-16,1 0 15,0 0-15,-1 0 16,1 0-16,-1 0 0,1 0 16,-25 0-1,25 0-15,-1 0 0,1 0 16,-25 0-16,24 0 16,-24 0-16,0 0 15,0 0-15,-1 0 16,1 0-16,0 0 15,25 0-15,-26 0 16,26 0 0,0 0-1,-26 0-15,26-24 32,-25 24-32,0 0 15,-1 0 1,26-25-1,-25 25 17,-25-50-1,25 50-15,-25-25-1,0 1-15,0-1 31,0-25-31,24 50 16,-24-74-16,0 49 16,0 0-16,25-25 15,-25 1-15,0 24 16,0-25-16,0 1 16,50-1-16,-50 1 15,0-26-15,0 26 16,0-1-16,0 0 15,0 1-15,25-1 16,-25-24-16,0 24 16,0 1-16,24-26 15,-24 26-15,0-1 16,0 0-16,0 1 16,0-1-16,0 0 15,0 1-15,0-1 0,0 25 16,0 1-16,0-1 15,0-25-15,0 25 16,0-24-16,0-1 16,0 1-16,0 24 15,0-25-15,0 25 16,0-49 0,0 49-16,0 0 15,0 1-15,0-1 16,0-25-16,0 1 15,0 24-15,0-25 16,0 25 15,0-24-31,0 24 16,0 0 0,0 0 15,0 0-16,0-24 17,0 24-17,0 0 1,0-24 0,0 24-1,0 0 16,0 0-15,0 0 15,0 1-15,0-1 0,0-25-1,0 25 1,-24 1-1,24-1 1,-25 25-16,25-25 16,-25 25-1,-25-50 17,1 50-17,24 0 1,-25 0-16,-24 0 15,-50 0-15,-25 0 16,0 25-16</inkml:trace>
  <inkml:trace contextRef="#ctx0" brushRef="#br0" timeOffset="164929.041">7367 8012 0,'0'-25'16,"0"-25"-1,0 26 1,0-26 0,25 25-16,-25 0 15,25 1-15,24-26 16,-24 25-16,25-24 15,-1-1-15,26 0 16,-1-24-16,0 24 16,26 1-16,-26-26 15,25 51-15,1-26 16,-26 25-16,0-24 16,1 24-16,-26 25 0,26-50 15,-1 50 1,1 0-16,24-25 0,-50 25 15,51 0-15,-1-49 16,-25 49-16,-24 0 16,24 0-16,1 0 15,-26 0-15,-24 0 16,25 0-16,-1 0 16,1 0-16,0 0 15,-1 0-15,26 0 16,-26 0-16,26 0 15,-26 49-15,-24-49 0,25 0 16,-26 25-16,1-25 16,0 0-16,0 25 15,25-25-15,-26 0 16,1 25 0,25-25-16,-1 49 15,1-49 1,-25 25-1,0-25 17,-50 0 61</inkml:trace>
  <inkml:trace contextRef="#ctx0" brushRef="#br0" timeOffset="165176.901">10294 6970 0,'74'-25'31,"-49"25"-15,-25 25-16,0 25 16,50 24-16,-50 1 15,0 24-15,-50-25 16,25 1-16,-24-26 15</inkml:trace>
  <inkml:trace contextRef="#ctx0" brushRef="#br0" timeOffset="171645.272">26764 5135 0,'-25'0'62,"1"-50"-46,-26 50-1,0 0-15,1 0 16,-1 0-16,1 25 0,-1-25 16,0 0-16,1 0 15,24 0-15,-25 0 16,26 0-16,-1 0 15,0 0-15,0 0 16,0 0-16,-24 0 16,24 25-16,-25-25 15,1 0 1,24 0 0,0 0-1,25 24 1,-25-24-16,0 0 31,25 25 94,0 25-109,0-1-1,0-24 1,0 25 0,0-1-16,0-24 0,0 25 15,0-1-15,0 1 16,0 0-16,25-1 15,-25 1-15,0-1 16,0 26-16,0-25 16,0-1-16,0 26 15,0-1-15,0-24 16,0-1-16,0 1 16,0-25-16,0-1 15,0 26-15,0 0 0,-25-1 16,25 1-16,0-1 15,0 1-15,0-25 16,0 24-16,0-24 16,0 0-16,0 0 15,0 0-15,0-1 16,0 26-16,0-25 16,0 25-1,0-1 1,0-24-1,0 25-15,0-26 16,0 1 15,0 0 1,0 0-17,0 0 16,50-25 48,-25 0-79,25 0 15,-1 0-15,1 0 16,24 0-16,1 0 15,-1 0-15,-24 0 16,24 0-16,0-25 16,-24 25-16,0 0 15,-1 0-15,-24-50 16,0 50-16,0 0 16,24-25-16,-24 25 15,0 0-15,0-24 16,-1 24-16,1 0 15,-25-25-15,50 25 0,-1 0 32,-24 0-32,-25-50 15,50 50-15,-25 0 16,0-25 0,-1 25-1,1 0 16,-25-24-15,0-26 15,0 25-15,0-49 0,0 49-16,0-25 15,0 1-15,0-26 0,0 26 16,0-51-16,0 1 15,0 25-15,0-25 16,0-1-16,0 1 16,0 25-16,-49-1 15,49 1-15,0 24 16,-25-24-16,25 24 16,0 1-16,-50-1 15,50 25-15,0 0 16,0 1-16,-25-1 0,25-25 31,0 1-31,-25 49 31,25-25-31,0-25 32,0 25-17,0 1 141,-24 24-124,24-25-17,-25 25 32</inkml:trace>
  <inkml:trace contextRef="#ctx0" brushRef="#br0" timeOffset="174996.736">27062 2307 0,'-25'0'62,"-25"0"-46,1 0-16,24 0 15,0 0-15,0 0 16,1 0-16,-1 0 16,0 0-16,-25 0 15,26 0-15,-1 0 16,-25 0-16,1 0 15,-1 0-15,0 0 16,26 0-16,-1 0 16,0 0-16,0 0 15,0 0-15,1 0 0,-26 0 16,0 0 0,26 0-1,-26 0 1,25 0-1,0 0 17,1 0-17,-1 0 1,0 0 0,-25 25-16,26-25 31,-1 0 31,0 0-30,25 24-17,-25-24 1,25 50-16,0-25 47,0 0-32,-50 49 1,50-24-16,0-1 16,-24 1-16,24 0 15,0-26-15,0 26 16,0 0-16,0-26 15,0 26-15,0 0 16,0-1-16,0 1 16,0-1-16,0 1 15,0 0-15,0-1 16,0 1-16,0-1 0,0 1 16,0 0-1,0-26-15,0 26 0,0 0 16,-25-26-16,25 1 15,0 25-15,0-25 16,-50 0 0,50-1-16,0 26 0,0-25 15,0 0-15,0-1 16,0 1-16,0 0 16,0 25-16,0-26 15,0 1-15,0 0 16,0 0-16,0 0 15,0 49 1,0-24-16,0-1 31,0 1-15,0-25-16,0-1 16,0 26 15,0-25 0,25-25-15,0 0-1,24 0 1,-24 0 0,0 0-16,25 0 15,-1 0-15,1 0 16,0 0-16,24 0 0,-24-50 15,-1 50-15,1 0 16,-25 0-16,-1 0 16,26-25-16,-25 25 15,0 0-15,-1-24 16,1 24-16,0 0 16,25-25-16,-26 25 15,26 0 1,-25 0-16,24 0 15,-49-50 1,50 50-16,-25 0 16,0 0-1,-1 0 1,1 0 0,-25-25-16,50 25 15,-25 0 16,-25-24 48,24-1-64,-24 0 1,25-25-1,-25 26-15,0-26 16,0 25 0,0 0-16,50 1 0,-50-26 15,0 0-15,0 1 16,0-26-16,0 26 16,0-1-16,0 0 15,0 1-15,0-1 16,0 25-16,0-24 15,0-26-15,0 26 16,0-26-16,0 1 0,0 24 16,0 1-16,0-1 15,0 25-15,0 1 16,0-1-16,0-50 16,0 51-1,0-1-15,0 0 16,0 0-16,0-24 15,0 24-15,0 0 16,0 0-16,0-49 16,0 49-1,0 0 1,0 0 31,0 0 47,0 1-48,0-26-14,0 25 15,0 75 62,-25-25-109</inkml:trace>
  <inkml:trace contextRef="#ctx0" brushRef="#br0" timeOffset="183307.287">21754 10988 0,'49'0'78,"26"0"-78,74 0 16,-1 0-16,1 0 0,25-49 15,-25 49-15,-25-50 16,-25 50-16,-49 0 16,-1-25-16,-24 25 15,-75 0 48,1 0-48,-26 0-15</inkml:trace>
  <inkml:trace contextRef="#ctx0" brushRef="#br0" timeOffset="183860.991">22076 10740 0,'-25'0'79,"-24"50"-64,24-50 1,-25 50-16,26-50 15,-1 24-15,0-24 16,0 25-16,-24-25 16,49 25-1,0 0 63,24-25-78,1 49 16,0 1-16,25-25 16,-1 0-16,26 24 15,-1-24-15,25 25 16</inkml:trace>
  <inkml:trace contextRef="#ctx0" brushRef="#br0" timeOffset="184787.581">23490 10864 0,'50'0'78,"24"0"-62,0-49-16,1 49 0,-50 0 16,24 0-16,-24 0 15,25 0 1,-100 25 46,25 24-62,0-24 16,-24 0-16,-1 0 16,1 24-16,24-24 15,0 25 1,25-26 0,-25-24-1,50 0 48,0 0-63,0 0 15,24 0-15,-24 0 16,0 0-16,24 0 16,1 0-16,-25 0 15,0 0-15,0 0 16,-1 0-16</inkml:trace>
  <inkml:trace contextRef="#ctx0" brushRef="#br0" timeOffset="185123.396">24185 10939 0,'24'0'47,"1"0"-47,0 0 15,25 0-15,-1 0 16,1-50-16,-25 50 16,-1 0-16,26 0 15,-50 25 17</inkml:trace>
  <inkml:trace contextRef="#ctx0" brushRef="#br0" timeOffset="185376.253">24284 11063 0,'49'0'46,"1"0"-30,-25 0-16,24 0 16,1-25-16,-25 25 15,0 0-15,-1 0 16,1-25-16</inkml:trace>
  <inkml:trace contextRef="#ctx0" brushRef="#br0" timeOffset="185625.111">24829 10666 0,'0'0'0,"0"25"46,0 24-30,0 26-16,0-1 16,0 1-16,0-1 0,0-24 15,0 24 1,0-24-16,0-25 0</inkml:trace>
  <inkml:trace contextRef="#ctx0" brushRef="#br0" timeOffset="186624.742">25574 10716 0,'0'0'0,"0"-25"16,0-25-1,24 75 17,-24 25-17,0-1 1,0 1-16,0 49 16,0 0-16,0-49 0,25-1 15,-25-24-15,0 25 16,0-25-1,50-50 32,-50 0-47,25-25 16,-25-24-16,49 24 16,-49 26-16,25 24 15,0 0 1,-25 24-1,49 26-15,-49 0 16,0-26-16,25 26 0,-25-25 16,25 0-16,0 0 15,25-25 1</inkml:trace>
  <inkml:trace contextRef="#ctx0" brushRef="#br0" timeOffset="187066.49">26144 10988 0,'0'-49'16,"0"98"0,0-73-1,0 73 1,-25 1-16,25-1 0,0-24 16,0 25-1,25-50-15,0 0 16,0 0-1,0 0 1,-25-50 0,0 25-16,24-24 15,-24 24-15,0 0 16,0 75 31,0 24-47,0 1 0,-24-1 15,24-24 1,-50-1-16,50 1 0,0-25 16,-50 24-16,50-24 15,-24-25-15,24 50 16,-50-50-16,25 0 16,0 25-16,-24-25 15,24 0-15,0 0 31,25-25-15</inkml:trace>
  <inkml:trace contextRef="#ctx0" brushRef="#br0" timeOffset="187745.127">26665 11063 0,'0'-25'47,"0"0"-16,-25 25-15,0 0-1,1 0-15,-26 0 16,0 50-1,50 24 1,0-49-16,0 0 0,0 0 16,25-25-1,0 0 1,25 0 0,-1 0-1,-24-50 1,-25 0-16,0 1 15,25-50-15,-25-1 16,0 26-16,49 0 16,-49-1-16,0 26 15,0 24-15,0 74 63,0 1-63,0 24 15,0 26-15,0-26 0,0 0 16,0 1-16,0-26 16,0-24-16,0 0 15,0 0-15,0 0 16</inkml:trace>
  <inkml:trace contextRef="#ctx0" brushRef="#br0" timeOffset="188942.461">26863 10988 0,'0'0'0,"25"0"31,0 50-15,-25-25-16,0 24 15,0-24-15,0 0 16,0 0-16,0 25 16,0-26 15,0-48 0,0-26-31,0 0 16,25 1-1,-25-1-15,74 0 0,-49 50 16,0-49-16,0 49 16,24 0-16,1-25 15,24 25-15,-24 0 16,0 0-16,-1 0 16,1 0-16,-25 0 15,-1 0 1,-48 25 15,-1-25-31,0 49 0,0-49 16,25 50-1,-49-25-15,49 0 0,-50-1 16,50 26 0,0 0-1,25-50 16,0 0-31,-1 0 16,1-25-16,25-25 16,-50 25-16,25 1 15,-25-1-15,0-25 16,0 1-16,0 24 16,-50-25-1,25 50 1,50 0 15,25 0-15,-1 0-16,26 0 15,-26 0-15,1 0 16,-1 0-16,1 0 16,-25 0-16,0 0 15,-50 0 48,0 0-63,-25 25 0,26 0 15,24 24 1,-50 1-16,50-25 0,0 24 16,50-49 15,-26 0-16,1 0-15,25-24 16,-1-26 0,-49 25-1,0-24-15,0 24 16,0 74 31,-24 1-47,24 24 15,0 1 1,0-25-16,-25-1 0,25 1 16,0-1-16,-25-49 15,25 25-15,-25-25 16,25 50-16,-25-50 16,-24 0-1,24 0 1,25-50-1,0 25 1,25-24-16</inkml:trace>
  <inkml:trace contextRef="#ctx0" brushRef="#br0" timeOffset="189353.252">28153 11013 0,'25'0'31,"25"0"1,-1 0-17,-24-49 1,-25-1-16,25 0 15,-25 26-15,0-1 16,-74 25 15,49 0-15,0 49-16,25-24 16,-50 25-16,50-1 15,0 1-15,0-25 16,0 0-16,0 24 15,25-49 1,0 0-16,25 25 16,-1-25-16,1 0 15,-25 0-15,-1 0 0</inkml:trace>
  <inkml:trace contextRef="#ctx0" brushRef="#br0" timeOffset="189698.052">28476 10864 0,'0'25'16,"0"-50"-16,0 50 31,0 0-31,0 0 16,0 0-16,0-1 16,0 26-1,49-50 48,-49-25-63,50-24 0,-25-1 15,-25 25-15,49 25 16,1 0 0,-25 0-1,-25 25-15,0 0 16,0 0-16,0-1 15,0 26 1</inkml:trace>
  <inkml:trace contextRef="#ctx0" brushRef="#br0" timeOffset="189938.914">29021 10492 0,'0'0'15,"75"50"1,-50 0-16,0 24 16,-25 0-16,49 75 15,-49-25-15,-74 0 16,-1 0-16,-49 25 0,0-74 15,0-1 1</inkml:trace>
  <inkml:trace contextRef="#ctx0" brushRef="#br0" timeOffset="190913.489">25425 10443 0,'-25'0'15,"25"25"1,-25 24-16,25 26 16,-49 24-16,49 25 15,-50 25-15,50 49 16,0 1-16,0-75 0,25 0 16,24 0-16,26-25 15,-26-25-15,26 1 16,-26-51-16</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2:05:16.148"/>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2060"/>
    </inkml:brush>
  </inkml:definitions>
  <inkml:trace contextRef="#ctx0" brushRef="#br0">22994 2183 0,'0'-50'62,"0"25"-30,50 25-32,-26 0 15,1 0-15,0 0 16,25 0-16,-1 0 16,1 0-16,-1 0 15,-24 0-15,0 0 16,25 0-16,-26 0 15,1 0-15,0 25 16,25-25 0,-1 0-16,1 0 31,-25-25-31,-1 25 0,26-24 16,-25 24-1,0-25-15,-1 25 16,1 0-16,0 0 15,25 0-15,-1 0 16,-24 0-16,25 0 16,-25 0-16,-1 0 15,1 0-15,0 0 16,25 25-16,-26-25 16,1 0-16,0 49 15,0-49-15,24 0 16,1 0-1,0 0 1,-26 0-16,1 0 16,25 0-16,-25 0 15,24 0-15,1-25 16,-1 25-16,1 0 16,-25 0-16,24 0 15,1 0-15,0 25 16,-1-25-1,1 25 1,-25-25 0,24 0-1,-24 0 17,0 0 14,-25-25-30</inkml:trace>
  <inkml:trace contextRef="#ctx0" brushRef="#br0" timeOffset="9819.06">8161 496 0,'0'-25'0,"0"0"47,-50 25-31,25 0 15,1 0-15,-1 0-1,0 0 1,-25 50-16,50 0 16,-25-25-1,25-1-15,0 1 16,0 0-16,0 0 15,0 24-15,0 1 16,50-25 0,-25-25-1,0 25 1,0-25 0,-1 0-1,26 0 32,-50-25-31,0 0 15,0 0 16,-25 25-16,0 0-15,1 0-1,24 25 1,-50 0-16,50 24 16,-50-49-1,50 50 1,0 0-16,0-1 15,0-24 1,0 0 0,0 0 15,50-25-15,-50 49-16,50-49 31,-26 0-31,26 0 15,0-25 1,-26 25 0,-24-24-1,25 24-15,-25-25 16</inkml:trace>
  <inkml:trace contextRef="#ctx0" brushRef="#br0" timeOffset="10179.976">8434 992 0,'0'25'62,"0"0"-62,0 0 16,0 24-16,0-24 15,0 0-15,0 0 16,0-1 0</inkml:trace>
  <inkml:trace contextRef="#ctx0" brushRef="#br0" timeOffset="11587.32">11534 372 0,'0'0'0,"0"-25"15,-25 25-15,1 0 16,-26 0-1,0 0 1,1 0 0,49 75-16,-25-51 15,25 1-15,0 0 16,0 25-16,0-25 16,0-1-16,0 1 15,0 25 1,50-50-16,-26 25 0,26-25 15,-25 0 1,24 0 0,-49-25 15,25 25-15,-25-25-16,0 0 15,-49 25 16,-1 0-15,0 25 0,50 0-1,-49 24-15,49-24 16,0 0-16,-25 0 0,25 0 16,0-1-16,0 26 15,0 0 1,0-26-1,25-24 1,24 50 0,1-50-1,-25 0 1,24 0 0,-24-25-1,0 25 1</inkml:trace>
  <inkml:trace contextRef="#ctx0" brushRef="#br0" timeOffset="12049.083">11633 1017 0,'0'-25'16,"0"0"-16,0-24 31,25 49-15,0 0-16,25 0 15,-26 25 1,-24 24 0,0-24-1,0 0-15,0 0 16,0-1-16,-49-24 16,49 50-16,-50-50 15,50 25-15,-25-25 16,25 49-1,25-49 17,25 0-32,24-49 15,-24 49-15,24-50 16,-24 50-16</inkml:trace>
  <inkml:trace contextRef="#ctx0" brushRef="#br0" timeOffset="16446.312">26739 595 0,'-24'0'32,"-1"0"-32,0 0 15,-25 0-15,26 0 16,-1 0-16,0 50 16,0-50-16,25 74 15,-49-74-15,49 75 16,0-26-1,0 1-15,24-50 16,26 25 0,-25-25-16,24 0 0,1 0 15,0 0-15,-1 0 16,1 0-16,-25 0 16,-25-50-16,49 50 15,-49-25-15,50-24 16,-50 24-1,0 0-15,0 0 16,-25-24 0,0 49-1,-24 0 1,24 0-16,0 0 0,0 0 16,-24 0-1</inkml:trace>
  <inkml:trace contextRef="#ctx0" brushRef="#br0" timeOffset="16919.144">26715 397 0,'0'-25'16,"0"0"46,0 50 1,0 25-63,0 24 15,0-24-15,0 24 16,0 25-16,0-24 15,0 24-15,0 0 0,0-49 16,0 24-16,0-24 16,0-25-16,0-1 15,0 26 1,-25-50-16</inkml:trace>
  <inkml:trace contextRef="#ctx0" brushRef="#br0" timeOffset="21766.844">8136 3026 0,'0'0'0,"0"-25"31,0 100 48,50-50-79,-50 24 15,0 1-15,0-25 16,24 24-16,-24-24 15,0 0-15,25-25 16,-25 25-16,25-25 16,-25 24-16,25-24 15,0 0 1,24 0 0,1 0-16,-25 0 15,-25-49-15,49 24 16,-49-25-16,25 26 15,-25-1-15,25-25 16,-25 25-16,0 1 16,0-26-16,0 25 15,0-24 1,0 24 0,-25 25 30,0 0-30,0 25-16,-24 24 31,49-24-31,-25-25 16,25 50-16,0-1 16,0-24-1,0 25 1,50-26-1,-26-24 1,-24 25 0,25-25-16</inkml:trace>
  <inkml:trace contextRef="#ctx0" brushRef="#br0" timeOffset="22156.703">8657 3299 0,'0'-25'16,"0"75"62,0-25-78,0-1 15,0 26-15,0-25 16,0 0-16,0 24 16,25-49-1,-25 25-15</inkml:trace>
  <inkml:trace contextRef="#ctx0" brushRef="#br0" timeOffset="22602.513">9079 3076 0,'0'0'0,"0"25"63,-25 24-63,25 1 15,-50-1-15,50 26 16,-50 24-16,50-25 16,-49 1-16,49-26 0,-50-24 15,50 0 1,0 25-16,-25-25 16,25-1 15</inkml:trace>
  <inkml:trace contextRef="#ctx0" brushRef="#br0" timeOffset="23253.24">9178 3373 0,'0'25'78,"0"25"-62,0-1-16,0 1 15,0 0-15,49-26 0,-49 1 16,25-25-16,-25 50 16,25-50-16,-25 50 15,25-50-15,0 0 16,-1 0-1,26 0 1,-50-25 0,25 25-16,-25-75 15,49 26-15,-49-26 16,0 26-16,25-26 16,-25 50-16,0-24 15,0-1 1,0 25-16,-25 25 15,1 0 17,-26 25-17,25 25-15,25-1 16,0-24-16,0 0 16,0 0-16,0 0 15,0 24 1,0-24-1,25 25 1,25-50 0</inkml:trace>
  <inkml:trace contextRef="#ctx0" brushRef="#br0" timeOffset="23720.998">9575 3721 0,'0'-25'16,"0"0"-1,49 25-15,-24 0 16,25 0 0,-26 0-1,-24 25 17,0 49-32,0-49 15,-49 0-15,49 0 16,-50 24-16,25 1 15,25-25 1,0 0 15,25-25-15,0 0 0,25 0-16,-1 0 0,1 0 15,-1-50-15,-24 50 16,0-50-16</inkml:trace>
  <inkml:trace contextRef="#ctx0" brushRef="#br0" timeOffset="24145.903">10046 3249 0,'50'0'63,"-26"0"-48,26 0-15,-25 0 16,0 0-1,24 0-15,-24 0 16,-25 25 15</inkml:trace>
  <inkml:trace contextRef="#ctx0" brushRef="#br0" timeOffset="24385.792">10145 3448 0,'50'0'78,"-25"0"-78,-1-25 15,26 25-15,-25 0 16,0 0-16,-1 0 16</inkml:trace>
  <inkml:trace contextRef="#ctx0" brushRef="#br0" timeOffset="24779.617">10666 3249 0,'0'-24'0,"0"-1"31,25 0-31,0 25 31,-25-25-31,24 25 0,1 0 16,25 0-1,-50 50 1,0-25 0,0 24-16,0 1 15,0-1-15,-25 1 16,25-25-16,-50 0 15,50-1-15,0 26 16,0-25-16,-24-25 16,24 49-16,0 1 15</inkml:trace>
  <inkml:trace contextRef="#ctx0" brushRef="#br0" timeOffset="24969.492">10716 3746 0,'0'24'31,"-25"-24"63</inkml:trace>
  <inkml:trace contextRef="#ctx0" brushRef="#br0" timeOffset="37247.783">1042 6077 0,'0'25'94,"0"0"-94,25 0 0,-25-1 16,49 26-16,-24-25 15,25-25 1,-1 25-16,26-25 0,24 0 16,50-75-16,24-24 15,-24 0-15,25 24 16,-50-24-16,-25 49 15,-25 1-15,-49 49 16,-25-25-16</inkml:trace>
  <inkml:trace contextRef="#ctx0" brushRef="#br0" timeOffset="73094.118">3696 7962 0,'0'-25'0,"0"1"31,-25 24-15,0 0 0,-24 0-1,24 0 1,0 0 0,0 0-1,-24 49 1,49-24-16,0 0 15,-25 25-15,25-26 16,0 1-16,0 25 16,0-25-1,25-25 1,-25 24-16,24-24 16,26 0-1,0 0 1,-26 0-1,1 0 17,-25-24 15,-49 24-16,-1 0-16,0 0 1,26 24 0,24 1-1,-25-25-15,25 50 16,0-1 0,0-24-16,-25 25 15,25-1 1,0-24-1,0 0 1,25-25-16,24 25 16,1-25-1,-25 0 1,0 0-16,-1 0 16,26 0-16,-25 0 15,0 0-15,0 0 16,-1-25-16</inkml:trace>
  <inkml:trace contextRef="#ctx0" brushRef="#br0" timeOffset="73679.859">4142 8235 0,'-24'0'32,"73"0"14,-24 0-30,25 0-16,24 0 16,0-25-16,1 25 15,-26 0-15,-24 0 16,0 0-16</inkml:trace>
  <inkml:trace contextRef="#ctx0" brushRef="#br0" timeOffset="73964.719">4192 8483 0,'25'0'62,"0"0"-62,24 0 0,1 0 16,-1 0 0,26 0-16,-1 0 0,-24 0 15,24 0-15,1 0 16</inkml:trace>
  <inkml:trace contextRef="#ctx0" brushRef="#br0" timeOffset="74724.33">5606 8111 0,'-50'0'47,"25"0"-31,-24 0-16,-1 0 15,1 25-15,24 25 16,0-1-16,25-24 16,-50 25-16,50-26 15,0 1-15,0 25 16,25-50 0,0 0-1,25 0-15,24 0 16,0 0-16,1-50 15,-26 25-15,-24-24 16,-25 24-16,25 25 16,-25-50-16,0 26 15,0-26-15,-25 25 16,0 25 0,-24 0-16,-1 0 15,1 0-15,24 0 16,0 0-1</inkml:trace>
  <inkml:trace contextRef="#ctx0" brushRef="#br0" timeOffset="75040.279">5531 7913 0,'0'0'16,"0"49"62,0 26-62,0 24-16,0-25 15,0 26-15,0-1 16,0-50-16,0 1 0,0 0 16,0-1-16,0-24 15,0 25 1</inkml:trace>
  <inkml:trace contextRef="#ctx0" brushRef="#br0" timeOffset="75479.099">6226 8260 0,'50'0'47,"-26"0"-32,26 0-15,0 0 16,-1 0-16,1 0 16,-25 0-16,24 0 15,-24 0-15,-25-25 16,25 25-16</inkml:trace>
  <inkml:trace contextRef="#ctx0" brushRef="#br0" timeOffset="75726.955">6375 8136 0,'0'50'63,"25"-1"-63,-25 1 16,0 49-16,0 0 15,0-49-15,0-1 16,0 1-16,0-25 15</inkml:trace>
  <inkml:trace contextRef="#ctx0" brushRef="#br0" timeOffset="76599.596">7069 8037 0,'0'-25'32,"0"0"-32,0 50 78,0 25-63,0 24-15,0-24 16,0-1-16,0 1 16,0-25-16,0 24 15,0-24-15,0 25 16,0-100 46,0 25-46,0-24-16,0-1 16,50 0-1,0 26-15,-26-1 0,1 25 16,0-50-16,0 50 16,24 0-16,-24 0 15,0 0 1,-25 25-1</inkml:trace>
  <inkml:trace contextRef="#ctx0" brushRef="#br0" timeOffset="76891.473">7094 8285 0,'25'25'63,"0"-25"-48,49 99 1,-74-74-16,50-1 0,-1 51 31,-24-26-31,25-49 16</inkml:trace>
  <inkml:trace contextRef="#ctx0" brushRef="#br0" timeOffset="77692.841">7764 8186 0,'0'0'0,"0"-25"15,-25 0 17,-25 25-32,26 0 31,-1 0-31,25 50 16,-25-26-16,25 1 15,0 0-15,0 25 16,0-26-1,0 26 1,25-50-16,24 0 16,-24 0-1,0 0 17,-25-25-17,0 0-15,-25 25 63,-24 50-48,49-25-15,-25 0 16,25-1-16,0 26 16,0-25-16,0 0 15,0-1 1,0 1-16,49-25 15,-24 0-15,0 0 16,0 0-16,0 0 16,-25-25-16,49 25 15,-49-24-15,50 24 16,-50-25-16,0 0 16</inkml:trace>
  <inkml:trace contextRef="#ctx0" brushRef="#br0" timeOffset="80877.955">2679 9525 0,'0'-25'62,"0"75"1,0-1-63,0-24 16,0 25-16,0 24 15,0 1-15,0-26 16,0 1-16,0-1 15,0-24-15,0 25 16,0-25 0,0-50 93,0 0-93,0 0-16,0-24 15,0-1 1,25 50 0,-25-50-16,25 50 15,-25-49-15,49 49 16,-49-25-16,50 25 15,-1 0-15,1 0 32,-25 0-32,-25 74 15,0-24 1,0-25-16,0 0 16,49-1-16,-49 1 15,0 0-15,0 25 16,25-1-1</inkml:trace>
  <inkml:trace contextRef="#ctx0" brushRef="#br0" timeOffset="90566.311">2977 9550 0,'0'-25'78,"0"0"-16,-25 25-46,0 0 15,0-25-15,0 25 15,-24 0 0,24 0 1,0 0-17,0 25 1,1-25-1,24 25 1,-25-25 15,25 25-31,-50-25 32,50 25-32,0 24 31,-25-49-31,25 25 15,0 25 1,0-1 0,0-24-1,0 25 1,0-26 0,0 1-1,50 0 1,-50 0-1,25-25-15,-25 49 16,25-49-16,-1 0 31,1 0-15,25 0 0,24 0-1,-49-24-15,25 24 16,-50-25-1,24 25-15,-24-25 47,25 25-31,-25-25 15,0 0-15,0-24 31,-25 49-47,1 0 31,-1 0 0,0 0-15,-25 0-1,26 25 1,-1-25 0,25 24-16,-25-24 15,25 25 1,-25-25-16,25 25 16,-49 0-1,49 24 1,-25-49-16,25 50 15,0-25 1,-25 25 0,25-26-1,0 1 1,0 0-16,0 0 16,0 24-1,0-24 1,25-25-1,-25 25 1,49-25 0,-49 25-16,50-25 15,-25 25 1,24-25 0,1 0-1,-25 0-15,0 0 16,-1 0-16,26 0 15,0 0 1,-50-25 0,24 25-16,26-25 15,-50-25 1,0 26 15</inkml:trace>
  <inkml:trace contextRef="#ctx0" brushRef="#br0" timeOffset="91022.103">3621 9922 0,'-24'0'0,"48"0"79,1 0-64,25 0-15,0 0 16,-1-25-16,1 25 15,-1 0-15,-24-25 16,25 25-16,-25 0 16,-1 0-16</inkml:trace>
  <inkml:trace contextRef="#ctx0" brushRef="#br0" timeOffset="91460.873">4564 9773 0,'0'-25'16,"-25"25"-1,0 0 1,-24 0-1,-1 25-15,25 0 16,1 0-16,24-1 0,0 26 16,-50 0-16,50-26 15,0 1-15,0 0 16,25-25-16,-25 25 16,74-25-16,-24 0 15,24 0-15,-24 0 16,-1-50-16,1 25 15,-25 1-15,0-1 16,-25-25-16,0 25 16,49 1-16,-49-1 15,0 0-15,-25-25 0,-24 50 16,24-24 0,0 24-16,0 0 0,1 0 15,-1 0 1</inkml:trace>
  <inkml:trace contextRef="#ctx0" brushRef="#br0" timeOffset="91713.75">4589 9451 0,'0'0'0,"0"74"63,0 0-63,0 26 0,0 48 15,0 1-15,0-25 16,0 0-16,0 0 16,0-49-16,0-26 15,0-24-15,0 25 16</inkml:trace>
  <inkml:trace contextRef="#ctx0" brushRef="#br0" timeOffset="92425.967">5581 9847 0,'-25'0'16,"50"0"46,0 0-46,24 0-16,1 0 0,0 0 16,-1 0-1,-24-24-15,0 24 0</inkml:trace>
  <inkml:trace contextRef="#ctx0" brushRef="#br0" timeOffset="92695.814">5556 10120 0,'0'0'16,"25"0"31,25 0-47,-26 0 15,26 0-15,0 0 16,-1-24-16,1 24 16,24 0-16,1-25 15</inkml:trace>
  <inkml:trace contextRef="#ctx0" brushRef="#br0" timeOffset="93955.591">6697 9723 0,'-25'0'15,"1"-24"1,-1 24 15,25 49 1,0 1-17,0 24-15,0 1 0,0-26 16,0 1-16,0 0 15,0-26-15,0 26 16,0-25-16,0 0 16,0-50 46,0 0-46,0 0-16,0-24 15,25-1-15,-25 0 16,74 25-16,-49 1 16,0-26-16,-1 25 15,26 25-15,-50-49 16,25 49-16,-25 24 31,-50 26-15</inkml:trace>
  <inkml:trace contextRef="#ctx0" brushRef="#br0" timeOffset="94228.056">6623 10071 0,'0'25'47,"49"49"-32,1-24 1,-25-26-16,0 26 16,24-25-16,-24 24 15,0-24-15,25-25 16</inkml:trace>
  <inkml:trace contextRef="#ctx0" brushRef="#br0" timeOffset="94856.72">7367 9847 0,'0'0'0,"0"-24"0,0-1 15,0-25-15,0 25 31,-25 25-15,0 0-16,-24 0 16,24 25-16,25 25 15,-50-1-15,50 1 16,0-25-16,0 24 16,0 1-16,0-25 15,25-25 1,-25 50-1,50-50-15,-25 0 16,24 0-16,-49-25 16,25 25-1,-25-25-15,0-25 16,-25 50 15,-24 25-15,24 0-16,25 0 15,-50 0-15,50 24 16,0-24-16,0 25 16,0-26-16,0 1 15,0 0-15,25 0 16,0-25-16,0 0 16,24 0-1,1 0-15,-1 0 16,-24 0-16,-25-50 0,50 50 15,-50-49-15</inkml:trace>
  <inkml:trace contextRef="#ctx0" brushRef="#br0" timeOffset="96263.846">2828 11683 0,'0'-25'15,"-50"0"17,25 25-17,1 0 1,-26 0-1,25 25 1,0-25-16,25 75 16,-49-51-16,49 1 15,0 25-15,0-1 16,0-24-16,0 25 16,0-1-16,24 1 15,26-50 1,0 0-1,-25 0-15,24 0 16,1 0 0,-50-25-16,0 0 31,-25 1-15,-25 24-1,26 0 1,-1 0-16,0 49 15,-25-24-15,50 0 16,-25 0-16,25-1 0,0 26 16,0-25-16,0 0 15,0 0-15,0-1 16,0 1 0,0 25-16,50-50 15,-50 25-15,50-25 16,-25 0-16,-1 0 15,26 0-15,0 0 16,-26 0-16,1-25 16,0 25-16</inkml:trace>
  <inkml:trace contextRef="#ctx0" brushRef="#br0" timeOffset="96532.687">3125 12154 0,'25'-25'31,"0"25"-16,0 0-15,24 0 16,-24 0-16,25-24 0,24 24 16,1 0-16,-1-50 15,-24 50-15</inkml:trace>
  <inkml:trace contextRef="#ctx0" brushRef="#br0" timeOffset="96935.182">4043 11881 0,'-49'0'15,"-1"0"1,25 25-16,0 0 15,25 25-15,-49-1 16,49 1-16,0-25 16,0 24-16,0-24 15,25-25 1,24 0 0,-24 0-16,25 0 15,-1-25-15,1 0 16,-1 1-16,-49-1 15,25-25-15,-25 25 0,0 1 16,0-1-16,0 0 16,-25 25-1,1-50-15,-26 50 0,25 0 16,0 0-16,-24 0 16</inkml:trace>
  <inkml:trace contextRef="#ctx0" brushRef="#br0" timeOffset="97186.073">3994 11584 0,'0'0'0,"0"-25"31,0 50-15,0 49-1,0 25-15,0 25 16,0-24 0,0 73-16,0-98 0,0-1 15,0-24-15,24-1 16,-24-24-16,0 0 16</inkml:trace>
  <inkml:trace contextRef="#ctx0" brushRef="#br0" timeOffset="97664.863">4663 11906 0,'25'0'47,"25"0"-32,-1 0 1,-24 0-16,25 0 15,-25 0-15,-1 0 16,1 0-16,0 0 0,25 0 31,-26 0-31</inkml:trace>
  <inkml:trace contextRef="#ctx0" brushRef="#br0" timeOffset="97928.703">4738 12229 0,'24'0'62,"1"0"-62,25 0 16,0 0-16,-1 0 15,1-50-15,-1 50 16,-24 0-16,0 0 16</inkml:trace>
  <inkml:trace contextRef="#ctx0" brushRef="#br0" timeOffset="99407.826">6003 11757 0,'0'-24'31,"0"48"16,0 1-31,0 0-16,0 25 15,0-26-15,0 1 16,0 0-16,0 25 16,0-26-1</inkml:trace>
  <inkml:trace contextRef="#ctx0" brushRef="#br0" timeOffset="99684.693">5854 12129 0,'0'25'31,"25"-25"-16,0 0-15,24 0 16,1 0-16,-25 0 16,24 0-16,1 0 15,-25 0-15,24 0 16,-49 50 0</inkml:trace>
  <inkml:trace contextRef="#ctx0" brushRef="#br0" timeOffset="100175.784">5953 12601 0,'0'-50'16,"-25"50"-16,25-49 0,0 24 31,0 0-31,50 25 16,0 0-1,-1 50 1,-49-26-16,0 1 16,0 0-16,0 0 15,-25 24-15,25-24 16,-74 0-16,49-25 15,0 25-15,1-25 16,-1 0 0,-25 0 15,50-25-15,0 0-1,25 25 1,0 0-16,49-25 15,-49 25-15,25 0 16,-26 0-16,1 0 16,0 0-16,0 0 15,0 0-15,-25 25 16,74-25-16,-49 0 16</inkml:trace>
  <inkml:trace contextRef="#ctx0" brushRef="#br0" timeOffset="101061.834">6598 11757 0,'0'50'62,"0"0"-46,0-1-16,0 1 0,0-1 15,0-24-15,0 0 16,0 25 0,0-75 46,0-25-46,0 1-16,0-1 15,0 0-15,0 26 16,50 24-16,-26-25 16,1 25-16,25 0 15,-25 0-15,24 25 16,-49 24-16,0 1 0,0-25 16,0-1-1,0 26-15,0-75 63,0-24-48,0-26-15,25 1 16,-25 49-16,50-25 16,-1 50-1,1 0 1,-25 0-16,-25 25 15,49 25-15,-49-1 0,0 1 16,0 0-16,25-26 16,-25 1-16,0 25 15</inkml:trace>
  <inkml:trace contextRef="#ctx0" brushRef="#br0" timeOffset="101811.084">7293 11757 0,'0'25'94,"0"0"-79,0 0-15,0 24 16,0-24-16,0 0 16,0 0-16,0 0 15,0-1-15,49 26 16,-24 0-1,0-50 1,24 0 0,-24 0-16,0 0 15,0 0 1,24-25-16,-24-25 16,-25 1-1,25-1 1,-25 0-16,0 1 0,0-1 15,0 25-15,0 1 16,0-26 0,0 0-1,-25 50 17,25 25-32,-49-25 15,49 50-15,-50-1 16,50-24-16,0 0 15,-25 0-15,25 0 16,0-1-16,0 26 16,25 0-1,25-50 1,-26 0 0</inkml:trace>
  <inkml:trace contextRef="#ctx0" brushRef="#br0" timeOffset="102223.916">7789 11385 0,'0'-24'31,"24"-1"-31,1 25 16,0 0 0,0 0-1,-25 25-15,0-1 16,0 1-16,0 0 15,0 25-15,-25-26 16,0 1-16,25 0 0,-49-25 16,49 50-1,0-26 1,24-24 0,26 0-1,24 0-15,1 0 16,-1-24-16,1 24 15</inkml:trace>
  <inkml:trace contextRef="#ctx0" brushRef="#br0" timeOffset="103594.079">2778 13866 0,'0'-25'0,"0"75"78,0-1-78,0 1 16,0-1-16,0-24 16,0 25-16,0-1 15,0-24-15,0 25 16,25-1 0,25-49-1,-50 25-15,49-25 16,1-25-1,-1-24 1,-49 24-16,25 0 16,-25 0-16,25 1 15,-25-26-15,0 0 16,0 1-16,0-1 16,0 1-16,0 24 15,0-25 1,-50 50 15,50 25-31,-49 25 16,49-1-16,0-24 15,0 25-15,0-26 16,0 26 0,0-25-1,49-25-15,-24 0 16</inkml:trace>
  <inkml:trace contextRef="#ctx0" brushRef="#br0" timeOffset="104060.837">3150 13444 0,'0'0'0,"0"-25"0,0 1 15,0-26 1,50 25-1,-1 25 1,-24 0-16,0 50 16,-25-25-1,0-1-15,0 26 16,-25 0-16,25-26 16,-49 1-16,24 25 15,25-1 1,-50-49-1,50 25-15,0 0 32,25-25-32,25 0 15,24 0-15,0 0 16,-24 0-16,24 0 16,1 0-16</inkml:trace>
  <inkml:trace contextRef="#ctx0" brushRef="#br0" timeOffset="104749.603">3746 14064 0,'24'0'47,"26"0"-31,0 0-16,-1 0 15,1 0-15,-1 0 16,1 0-16,-25 0 15,24 0-15,-49 25 16</inkml:trace>
  <inkml:trace contextRef="#ctx0" brushRef="#br0" timeOffset="104991.046">3820 14412 0,'25'0'31,"0"0"-15,-1 0-16,1 0 0,25 0 15,-1 0-15,1 0 16,0 0-16,-1 0 15,1 0-15,-25 0 16</inkml:trace>
  <inkml:trace contextRef="#ctx0" brushRef="#br0" timeOffset="105883.614">5035 14064 0,'0'-25'0,"0"-24"15,0-1 1,25 50-1,-25-25-15,50 25 16,-25 0-16,-1 0 16,26 0-1,-50 25-15,50 50 0,-50-51 16,0 26 0,0 0-16,-25-1 15,-25 1-15,25-1 0,1-24 16,-1-25-16,-25 50 15,25-50-15,1 0 16,73 0 62,1 0-78,-1 0 16,26 0-16,-1 0 15,-24 0 1,24 0-16,25 0 0,-49 0 16</inkml:trace>
  <inkml:trace contextRef="#ctx0" brushRef="#br0" timeOffset="106605.715">6127 13791 0,'-50'0'31,"25"25"-31,-24 0 15,24 0-15,0 24 16,25 1-16,-49 0 16,49 24-16,0 0 15,0 1-15,24-1 16,-24 1-16,50-26 16,-25-24-16,0 0 15,24-25-15,-24 50 0,0-50 16,0 0-16,-1 0 15</inkml:trace>
  <inkml:trace contextRef="#ctx0" brushRef="#br0" timeOffset="107625.795">6697 13915 0,'0'0'16,"0"-24"0,0-1-16,-49 25 46,24 0-46,-25 0 16,25 25-16,25 24 16,-24 1-16,24-25 15,0 24-15,0-24 16,0 0-16,0 24 16,0-24-1,49-25-15,-24 0 16,0 0-1,24 0-15,-24 0 32,-25-25-1,-49 25 0,-1 0-15,25 25-16,25 0 15,-49 25-15,49-26 16,-25 1-16,25 0 16,0 0-16,0 25 15,0-1 1,49-49 0,-24 0-16,0 25 15,0-25-15,24 0 16,-24 0-16,0 0 15,0 0-15,24 0 16</inkml:trace>
  <inkml:trace contextRef="#ctx0" brushRef="#br0" timeOffset="107890.689">6921 14263 0,'24'0'78,"26"0"-78,0 0 16,-26 0-16,26 0 16,-25 0-16</inkml:trace>
  <inkml:trace contextRef="#ctx0" brushRef="#br0" timeOffset="108294.459">7764 14039 0,'0'0'16,"-75"0"15,26 25-31,24 25 16,25-25-16,-50-1 0,50 1 15,0 25-15,0-25 16,25-25 0,25 0-1,-1 0 1,1-25-16,0 25 0,-1-50 16,-24 50-16,-25-49 15,25 49-15,-25-50 16,0 25-16,0-24 15,0-1-15,-25 0 16,0 26-16,0 24 16,1 0-16,-26 0 15,25 0-15,0 0 16</inkml:trace>
  <inkml:trace contextRef="#ctx0" brushRef="#br0" timeOffset="108588.884">7813 13767 0,'0'0'0,"0"24"62,0 26-46,0 24-16,0 1 16,0-26-16,0 26 15,0-1-15,0-24 16,0-1-16,0-24 16,0 25-16,0-25 15</inkml:trace>
  <inkml:trace contextRef="#ctx0" brushRef="#br0" timeOffset="108920.761">8086 13742 0,'0'0'16,"25"0"0,25 0-1,-25 0 1,24 49-16,-49 1 15,50 49-15,-50 25 0,0 0 16,0 0-16,-75 0 16,1 0-1,0-24-15,-26-26 0,26 0 16</inkml:trace>
  <inkml:trace contextRef="#ctx0" brushRef="#br0" timeOffset="109663.201">5283 14908 0,'50'0'47,"0"0"-32,-1 0-15,75 0 16,25 0-16,25 0 15,49 0-15,0 0 16,25 0-16,0-50 16,-49 50-16,-26 0 15,-24 0-15,-25 0 16,-49 0-16,-26 0 16,-24 0-16,25 0 15,-26 0 1,1 0-1,-50 0 32,1 0-31</inkml:trace>
  <inkml:trace contextRef="#ctx0" brushRef="#br0" timeOffset="110426.81">6821 15180 0,'0'25'62,"0"0"-62,25 25 16,-25-1-16,0 1 15,0-25-15,0 0 16,0-1-16,0 1 16,-25 25-1,25-75 48,0-25-48,25 1-15,-25-1 0,50 25 16,-50-24 0,74 49-16,-49 0 15,0 0-15,24 24 16,-49 1-16,0 0 15,0 0-15,0 25 16,0-75 47,25-25-63,25 0 15,-1-24-15,1 24 0,0 1 16,-26 49-1,51 0-15,-50 0 16,-25 49-16,49 1 16,-49 24-1,0 1-15,0-50 0,0 0 16</inkml:trace>
  <inkml:trace contextRef="#ctx0" brushRef="#br0" timeOffset="111708.737">8880 14163 0,'0'0'0,"0"-24"0,0-1 16,25-25-16,-25 1 15,0-26-15,49 1 16,-49-1-16,25-24 16,-25 0-16,75-25 15,-75-25-15,74 25 16,-24-50-16,-25 26 0,49-26 16,0-24-16,1-26 15,-1 26-15,1-25 16,-1-25-16,0 24 15,-24 51-15,0-26 16,-1 26-16,1-26 16,-50 26-16,74-1 15,-74-24-15,50-1 16,-50-24-16,0 24 16,50 26-16,-50-26 15,0 26-15,0-26 16,0 26-16,0-26 0,0 1 15,0 24-15,-25 50 16,25 0-16,-75 0 16,75 50-1,-25-1-15,25 1 16,-49-1-16,49 1 0,-25 24 16,25 26-16,0-1 15,0 0-15,0-25 16,0 1-1,0-1 1,0 25 0,0 1-1,50 24 1,-50-25-16,0-25 16,24 0-1,-24 1 1</inkml:trace>
  <inkml:trace contextRef="#ctx0" brushRef="#br0" timeOffset="113867.676">9947 6796 0,'0'-24'16,"24"24"15</inkml:trace>
  <inkml:trace contextRef="#ctx0" brushRef="#br0" timeOffset="114391.594">10046 6747 0,'25'0'31,"-25"25"188,25-25-141,-1 0-62,1 0-16,50 0 15,24 0-15,-50 0 16,51 0-16,-26 0 16,-24 0-16,24 0 15,-24 0-15,-26 0 16,1 0-16,-25 24 15,25-24-15</inkml:trace>
  <inkml:trace contextRef="#ctx0" brushRef="#br0" timeOffset="114640.987">10641 6623 0,'25'-25'16,"25"25"0,-26-50-16,1 50 15,0 0-15,25 25 0,-26 0 16,-24 0-1,25 24-15,-25 1 0,0 24 16,-74 1-16,24-1 16,-24-24-16</inkml:trace>
  <inkml:trace contextRef="#ctx0" brushRef="#br0" timeOffset="116267.764">11485 6424 0,'0'50'78,"0"-25"-62,0 24-16,0 1 16,0 0-16,24-1 0,-24 1 15,50-1-15,-50-24 16,50 0-16,-1 25 31,-24-50-31,-25 25 0,50-25 16,-1 0-1,-24 0-15,25 0 16,-26 0-16,1 0 16,0-50-16,-25 25 15,50-25-15,-50 26 16,49-26-16,-49 0 16,0 1-16,0-1 15,0 1-15,0 24 0,0 0 16,0-25-1,-49 50 17,-1 0-17,25 0 1,25 25-16,-49 0 0,49 25 16,0-26-16,-25 1 15,25 0-15,0 0 16,0 24-1,49-49-15,-49 50 16,50-50-16,-50 25 0,25-25 16,-25 25-1</inkml:trace>
  <inkml:trace contextRef="#ctx0" brushRef="#br0" timeOffset="116775.616">12601 6722 0,'25'0'63,"-1"0"-48,26 0-15,0 0 0,24 0 16,-24 0-16,-1 0 15,1 0-15,-25 0 16,24 0 0</inkml:trace>
  <inkml:trace contextRef="#ctx0" brushRef="#br0" timeOffset="117021.085">12650 6995 0,'25'0'31,"25"0"-15,-1 0-16,-24 0 15,50-50-15,-51 50 16,26 0-16,0 0 16,-26 0-16</inkml:trace>
  <inkml:trace contextRef="#ctx0" brushRef="#br0" timeOffset="119246.834">12898 8136 0,'25'0'47,"25"25"-32,-25 0-15,-1-1 16,1 26-16,25-25 16,24 0-16,-24 24 15,0 1-15,-1-25 16,-24-1-16,0-24 16,0 50-16,24-50 15,-49-25 32,0-24-47,25-1 16,-25-24-16,0-50 15,0 0-15,50-50 16,-50 25-16,0 0 16,49 0-16,-49 25 15,0 25-15,0 25 16,0-1-16,0 1 15,0 0-15,0 24 16,0-25-16,0 26 0,0-26 16,0 26-1,25-1-15,-25 1 0,0 24 16,0 0-16,0 0 16,0 0-16,25 25 15,-25-49-15,0 24 16,0 0-1,0-24 1,0 24 15,0 0 1,0 0-1,0 0-16,0 1 17,25 24 155,24 0-171,-24 0-1,25 0-15,24 0 16,25 0-16,-24 0 16,24 0-16,0 0 15,50 0-15,0 0 16,0-50-16,-1 50 16,1 0-16,25-50 15,-75 50-15,25 0 0,0 0 16,-25 0-1,-24 0-15,-26 0 16,-24 0-16,0 0 0,0 0 16,0 0 46,-25-24-46</inkml:trace>
  <inkml:trace contextRef="#ctx0" brushRef="#br0" timeOffset="120466.813">13891 6747 0,'0'-50'0,"0"25"15,0 1 1,24-1 0,26-25-1,-25 50 1,24 0 0,1 25-1,-50 0 1,0 0-16,25 24 15,-25 1-15,0-1 0,0 1 16,-75 0-16,51-25 16,-26 24-16,25-24 15,0-25-15,1 50 16,-1-50-16,-25 0 16,25 0 15,50-25 16,0 25-47,25 0 15,-1 0-15,-24 0 0,25 0 16,-1 0-16,1 0 16,-1 0-1,1 0-15,-25 0 0,0 0 16</inkml:trace>
  <inkml:trace contextRef="#ctx0" brushRef="#br0" timeOffset="120907.606">14784 6524 0,'0'-25'16,"-50"25"15,0 25-31,26 24 16,24-24 0,-50 49-16,50-49 0,-25 50 15,25-1-15,0 1 16,0-26-16,0 1 15,0-1-15,50 1 16,-50-25-16,74-25 16,-49 25-16,0-25 15,0 0-15,-1 0 16</inkml:trace>
  <inkml:trace contextRef="#ctx0" brushRef="#br0" timeOffset="121538.966">15230 6697 0,'0'-124'16,"0"99"0,-25 25 31,0 25-32,-24 0-15,24 25 0,0-26 16,25 26-16,-49 0 15,49-26-15,0 1 16,0 0-16,24 25 16,26-50-1,-25 0 1,0 0-16,-1 0 16,26-25-16,-50 0 31,0 0-16,-50 25 32,50 25-47,-49 0 16,49 0-16,-25 24 16,25-24-16,0 0 15,0 0-15,0 0 16,0-1-16,25-24 15,-25 50-15,49-50 16,-24 0-16,25 0 0,-25 0 16,-1 0-1,1 0-15,0 0 0,-25-50 16</inkml:trace>
  <inkml:trace contextRef="#ctx0" brushRef="#br0" timeOffset="121811.906">15503 6921 0,'25'0'62,"0"0"-46,-1 0-16,1 0 15,25 0-15,-25 0 16,-1 0-16,26 0 16,0 0-16</inkml:trace>
  <inkml:trace contextRef="#ctx0" brushRef="#br0" timeOffset="122209.688">16197 6747 0,'0'0'0,"-24"-25"31,-1 25-31,0 0 16,0 0-16,-24 0 15,-1 25-15,25 24 16,25-24-16,-25 0 16,25 0-16,0 0 15,0 24 1,75 1 0,-50-50-1,24 0-15,1-25 0,-1 25 16,-24-49-16,25-1 15,-50 25 1,0 0-16,0 0 16,0 1-16,0-26 15,-25 50-15,0-50 16,0 50-16,1 0 16,-26 0-16,25 0 15</inkml:trace>
  <inkml:trace contextRef="#ctx0" brushRef="#br0" timeOffset="122489.328">16197 6598 0,'0'0'16,"0"-50"-16,0 100 78,0 24-78,0 1 15,0 24-15,0 0 16,0-49-16,-24 0 16,24-1-16,0 1 15,0-25-15,0 24 16</inkml:trace>
  <inkml:trace contextRef="#ctx0" brushRef="#br0" timeOffset="122812.163">16421 6474 0,'0'0'0,"0"-25"0,25 25 16,24 0 15,1 0-16,-1 25-15,-24 49 16,-25-24-16,50 49 16,-50 0-16,0 1 15,0-26-15,-25-24 16,-25-1-16,1-24 16,-1 0-16,1-25 0</inkml:trace>
  <inkml:trace contextRef="#ctx0" brushRef="#br0" timeOffset="123690.806">15602 6127 0,'0'-25'46,"0"0"17,50 25-16,-25 0-32,-1 0-15,26 0 16,24 0-16,1 0 16,24 0-16,25-49 15,25 49-15,0 0 16,-25 0-16,0 0 16,0 0-16,-50 0 15,-24 0-15,-1 0 16,1 0-16,-25 0 15,0 0-15,-50 0 94</inkml:trace>
  <inkml:trace contextRef="#ctx0" brushRef="#br0" timeOffset="124832.119">13965 7565 0,'-25'0'0,"50"0"63,25 25-48,-1-25-15,50 0 16,25 0-16,25 0 16,50 0-16,49 0 15,-25 0-15,75 0 16,-50 0-16,-50 0 16,-24 0-16,-1 0 15,-73 0-15,-1 0 16,-49 0-16,-26 0 15,26 0-15,-75 0 94,-24 0-94,-1 0 16</inkml:trace>
  <inkml:trace contextRef="#ctx0" brushRef="#br0" timeOffset="126017.517">14833 8086 0,'0'25'63,"0"0"-63,0 25 15,0-1-15,0 1 16,0-1-16,0 1 16,0-25-16,0 0 15,0 24-15,0-24 16,0 0 0,-49-50 30,49 0-46,0-24 16,0 24-16,0-25 16,24 1-16,-24 24 15,25-25-15,25 1 16,-1 24 0,1 25-1,-50-25 1,50 25-16,-1 0 15,-24 0 1,0 0 0,-25 50-1,0-1-15,0-24 16,0 25 0,0-26-1,0-48 63,0-1-78,0 0 16,0 0-16,0-24 16,25 24-16,24 0 0,1-25 15,-1 50 1,1-24-16,-25 24 15,0 0-15,0 0 0,24 24 16,-49 1 0,0 0-16,0 25 15,0-1-15,0-24 16,0 25-16,0-26 16,-25 1-16,25 0 15,0 25 1,-49-50-16,49 24 15,0 26 1</inkml:trace>
  <inkml:trace contextRef="#ctx0" brushRef="#br0" timeOffset="131460.454">11683 9798 0,'0'0'0,"0"-25"16,0 50 46,0 0-46,0 24-16,0 1 16,0-1-16,0 1 15,0-25-15,0 25 16,0-1-16,0 1 15,0-25-15,50 24 16,-26-49-16,26 25 16,-25-25-16,0 0 15,24 0-15,-24 0 16,0-25 0,24 0-16,-49 1 0,75-26 15,-75 0 1,49 1-16,-49-1 0,25 0 15,-25 1-15,0-26 16,0 26-16,0 24 16,0-25-1,-25 50 1,-24 0 0,-1 25-1,50 0 1,-25 0-16,25 0 0,0 24 15,0-24 1,0 0-16,0 0 0,0-1 16,0 1-16,0 25 15,0-25 1,25-25 0,25 49-1,-25-49 1</inkml:trace>
  <inkml:trace contextRef="#ctx0" brushRef="#br0" timeOffset="131778.34">12303 10096 0,'0'24'47,"0"1"-31,0 25-16,0-1 15,0 1-15,0 0 16,0-26-16,0 1 0,0 0 16,0 0-1</inkml:trace>
  <inkml:trace contextRef="#ctx0" brushRef="#br0" timeOffset="132577.087">12923 9922 0,'25'0'78,"25"0"-62,-1 0-16,1 0 16,-1 0-16,1 0 0,-25 0 15,25 0-15,-1 0 16,-24 0 0,-50 49-1</inkml:trace>
  <inkml:trace contextRef="#ctx0" brushRef="#br0" timeOffset="132858.968">12923 10170 0,'25'0'47,"0"0"-31,24 0-16,1 0 16,0 0-16,-1 0 15,1 0-15,0 0 16,-1 0-16,-24 0 15,0 0-15</inkml:trace>
  <inkml:trace contextRef="#ctx0" brushRef="#br0" timeOffset="134636.672">13568 10765 0,'25'25'78,"25"49"-63,-1-24 1,-24-25-16,0 0 0,0-1 16,24 26-1,-24-25-15,0-25 16,-25 49-16,49-49 0,-49 25 15,0-50 48,0-24-63,0-26 16,0 1-16,0-50 15,0-25-15,0-74 16,50 74-16,-50 25 15,0 0-15,0 0 16,0 50-16,0-26 16,-25 26-16,25 0 0,0 24 15,-25 0-15,25 26 16,0-1-16,0 0 16,0 0 15,0 0-16,0-24 32,25 74 172,25-25-203,24 0-16,25 0 15,50 0-15,0 0 16,50 0-16,-1 0 16,0 0-16,26 0 15,-51 0-15,1-25 16,-25 25-16,0 0 15,24 0-15,-74-50 16,-24 50-16,-1 0 16,1 0-16,-26 0 15,1 0-15,0 0 16,-26 0-16,26 0 0,-25 0 16,0 0-1,-50 0 48,0 0-63</inkml:trace>
  <inkml:trace contextRef="#ctx0" brushRef="#br0" timeOffset="135679.032">14560 9922 0,'0'-25'0,"-24"25"15,24-25 1,0-24 0,0-1-1,0 25 1,0-24-1,24 49 1,26 0 0,0 0-1,-50 49 1,24 1-16,-24 24 16,0 1-16,0-26 15,-49-24-15,49 0 16,-50 0-16,1 24 15,-1-49 1,50 50 0,-50-50-16,26 0 15,24-25 1,0 0 15,24 25-15,1 0-1,25 0-15,-1 0 16,-24 0-16,0 0 16,25 0-16,-26 25 15,1-25-15,0 0 16,0 0-16,24 25 16</inkml:trace>
  <inkml:trace contextRef="#ctx0" brushRef="#br0" timeOffset="136131.82">15255 9649 0,'0'-25'0,"-25"25"47,0 25-47,0 49 16,-24-24-16,49 0 0,-50 49 16,50 0-16,0-24 15,0-26-15,25 26 16,25-1-16,-1-24 15,1-1-15,-25 1 16,-1-50-16,-24 25 16</inkml:trace>
  <inkml:trace contextRef="#ctx0" brushRef="#br0" timeOffset="137285.433">15528 9922 0,'0'-50'15,"25"50"-15,-25-49 16,24 49-16,1 0 16,0 0-1,25 24 1,-50 26 0,0 0-16,0-26 15,0 26-15,-25 0 16,25-25-16,-50-1 15,1 1 1,-1-25 0,25 50-1,75-50 63,-25 0-78,24 0 16,1 0-16,-1 0 16,-24 0-16,0 0 15,25 0 1</inkml:trace>
  <inkml:trace contextRef="#ctx0" brushRef="#br0" timeOffset="137624.284">15974 10046 0,'0'50'62,"25"-50"-15,-25-25 0,0-25-16</inkml:trace>
  <inkml:trace contextRef="#ctx0" brushRef="#br0" timeOffset="138005.666">16247 9897 0,'0'-25'0,"0"50"63,-50-25-63,50 50 15,0-1 1,25-49-16,-25 50 15,25-50-15,25 25 16,-26-25-16,-24 49 16,25-49-16,-25 25 15,0 0 1,-25 0 15,-24-25-15,-1 0-16,1 0 15,-1-50 1,50 25 0</inkml:trace>
  <inkml:trace contextRef="#ctx0" brushRef="#br0" timeOffset="138286.527">16247 9847 0,'25'0'78,"24"0"-62,-24 0-16,0 0 16,25 0-16,-25 0 0,-1 0 15,1 0 1</inkml:trace>
  <inkml:trace contextRef="#ctx0" brushRef="#br0" timeOffset="138612.028">16694 9971 0,'24'25'62,"26"-25"-46,-25 0-16,24 0 16,-24 0-16,0 0 15,25 0 1</inkml:trace>
  <inkml:trace contextRef="#ctx0" brushRef="#br0" timeOffset="139633.559">16594 9227 0,'0'-24'15,"25"24"63,0 0-78,25 0 0,24 0 16,0 0-16,26 0 16,-1 0-1,25 0-15,25 0 16,-1 0-16,1 0 0,-25 0 15,-49 0-15,24 0 16,0 0-16,0 0 16,1-25-16,-51 25 15,26 0-15,-26 0 16,-24 0-16,0 0 16,-25-50-16,25 50 15,-75 0 32</inkml:trace>
  <inkml:trace contextRef="#ctx0" brushRef="#br0" timeOffset="142261.479">28476 1067 0,'0'-25'31,"-25"25"-31,25-50 16,-50 50-1,26-49-15,-26 49 0,0-25 16,-24 25-16,0 0 16,-26 0-16,-49 0 15,-24 0-15,24 0 16,25 0-16,0 0 16,25 0-16,24 0 15,26 49-15,-1-49 16,0 25-16,1-25 15,-1 75-15,-24-26 16,-1-24-16,26 0 0,-1 24 16,1-24-1,24 0-15,0-25 0,-25 50 16,26-50-16,-1 49 16,-25 1-1,25-1 1,25 1-1,-49 0-15,49-1 16,0-24 0,0 0-16,0 25 15,25-26 1,-25 1-16,49 25 16,1-1-16,24 26 15,-24-26-15,24 1 16,1 24-16,-1-49 0,25 25 15,0-25 1,1 24-16,-1-49 0,0 50 16,25-50-16,0 0 15,-49 0-15,49 0 16,24-50-16,-48 1 16,-1 24-16,0-25 15,0 1-15,-24-1 16,-1 25-16,-24-24 15,-1-1-15,-24 0 16,50 1-16,-51-26 16,26 1-16,0-25 0,-1-1 15,-49 1 1,25 0-16,-25 25 16,0 24-16,0 0 15,-50 1-15,1-1 0,-1 50 16,-24-25-16,-25 25 15,-1 0-15,-24 0 16,-24 50-16,23-50 16</inkml:trace>
  <inkml:trace contextRef="#ctx0" brushRef="#br0" timeOffset="143653.62">17388 9897 0,'-25'0'15,"25"-25"1,-25 25 15,1 50-15,24-25 0,0 24-16,0 1 15,0 0-15,0-26 16,0 1-16,0 0 15,49-25 1,-24 0 0,0 0-16,0 0 15,-1 0-15,-24-50 16,50 1-16,-50 24 16,0 0-16,0 0 15,0 0-15,0-24 0,-25 24 16,0-25-16,-24 26 15,24 24 1,0 24 0,25 26-1</inkml:trace>
  <inkml:trace contextRef="#ctx0" brushRef="#br0" timeOffset="143873.522">17636 10046 0,'25'0'109</inkml:trace>
  <inkml:trace contextRef="#ctx0" brushRef="#br0" timeOffset="144256.045">17934 9897 0,'0'0'0,"-25"0"47,-25 25-31,50 0-16,0 24 16,0 1-1,0 0 1,25-26-1,0-24 1,25 25-16,-26-25 16,26 50-1,-50-25 1,-50-1 0,26-24-1,-1 0-15,0 0 16,-25 0-16,26 0 15,-26 0 1,25 0 0</inkml:trace>
  <inkml:trace contextRef="#ctx0" brushRef="#br0" timeOffset="144538.905">17934 9922 0,'0'0'0,"49"0"63,-24 0-48,0-25-15,0 25 0,24 0 16,-24 0 0,25 0-16,-25-25 0,24 25 15</inkml:trace>
  <inkml:trace contextRef="#ctx0" brushRef="#br0" timeOffset="144801.766">18355 9649 0,'0'0'15,"50"0"1,0 25-1,-26 0-15,26 24 0,-25 26 16,-25 24-16,0 0 16,0-24-16,-50 49 15,1-50-15,-26-24 16,-24-1-16</inkml:trace>
  <inkml:trace contextRef="#ctx0" brushRef="#br0" timeOffset="146399.731">14263 10691 0,'0'-25'62,"24"25"-30,51 0-17,-25 0-15,-1 0 16,26 0-16,-26 0 15,50 0-15,25 0 16,-49 0-16,24 0 16,0 0-16,25 0 15,-25-50-15,1 50 16,-26 0-16,25 0 16,1 0-16,-51 0 0,26 0 15,-26 0-15,26 0 16,-26 0-16,26 0 15,-26 0-15,1-24 16,-1 24-16,1 0 16,0 0-16,-1-25 15,1 25-15,0 0 16,-1 0-16,-24 0 16,25 0-16,-1 0 15,1 0-15,24 0 16,-24-50-16,24 50 15,-24 0-15,-25 0 0,24 0 16,26 0 0,-1 0-16,-24 0 0,24 0 15,-24-25-15,24 25 16,0 0-16,-24 0 16,25 0-16,-1 0 15,-24 0-15,-26 0 16,26-24-16,0 24 15,-1 0-15,1 0 16,-1 0-16,-24 0 16,0 0-16,25 0 15,-1 0-15,1 0 16,-1 0-16,1 0 0,0-50 16,-1 50-1,-24 0-15,25 0 16,-1 0-16,1-25 15,-25 25-15,0 0 0,24 0 16,-24 0 0,-25-25-1,-25 25 95,0 0-110,-24 0 15</inkml:trace>
  <inkml:trace contextRef="#ctx0" brushRef="#br0" timeOffset="148365.681">15304 11112 0,'0'-24'15,"25"24"79,-25 24-94,0 1 16,0 0-16,0 0 15,0 0-15,0 0 16,0 24 0,0 1-1,0-25 1,0-75 78,0 0-94,0 26 15,0-1-15,0 0 16,0 0-16,50 0 15,0-24 1,-26 49-16,51 0 16,-50 0-1,-1 0-15,1 0 16,0 0-16,25 0 16,-50 49-1,24-49-15,-24 50 0,0 0 16,0-26-1,0 1 17,-24-25-1,24-49-15,0 24-1,0 0-15,0 0 16,0-25-16,74 1 15,-49 49 1,24 0-16,1 0 16,0 0-16,-26 0 0,1 0 15,25 25-15,-50-1 16,25 26-16,-25 0 16,0-25-16,0 24 15,-25 1 1,0-50-1,-49 0 1</inkml:trace>
  <inkml:trace contextRef="#ctx0" brushRef="#br0" timeOffset="150674.639">10592 10294 0,'0'-25'0,"-25"25"31,25-25-31,0 50 78,0 25-78,0-1 16,0-24-1,0 0-15,0 25 16,25-50-16,24 0 16,1-50-1,24 0-15,1-24 16,24 0-16,0-26 15,-25 51-15,-24-1 16,-25 50-16,-25-25 16,0 50 15,-25-25-31</inkml:trace>
  <inkml:trace contextRef="#ctx0" brushRef="#br0" timeOffset="151063.652">10840 10319 0,'0'-25'15,"0"50"48,0 0-63,0 24 16,-25 26-16,25-26 15,0-24-15,0 0 16,49-25 15,26-25-31,24-49 16,0-26-16,50 26 15,-50 0-15,-24 49 16,-26-25-16,-24 50 16,0-25-16</inkml:trace>
  <inkml:trace contextRef="#ctx0" brushRef="#br0" timeOffset="152059.823">10418 13246 0,'0'25'78,"0"-1"-78,0 1 0,0 25 16,50-50 15,-1-25-31,26-25 15,24-24-15,-25-1 16,1-24-16,-1 50 16,-24 24-16,-1-25 15</inkml:trace>
  <inkml:trace contextRef="#ctx0" brushRef="#br0" timeOffset="152388.683">10765 13122 0,'-25'0'31,"25"24"-15,0 1-16,0 0 15,0 25-15,0-25 16,0-1-16,0 1 16,50 25-1,-25-50-15,0 0 16,24-25-16,26 0 15,-1-24-15,0 24 16,1-25-16,-1 25 16,-24 25-16</inkml:trace>
  <inkml:trace contextRef="#ctx0" brushRef="#br0" timeOffset="153322.914">11857 12998 0,'0'24'79,"0"1"-64,0 0-15,0 0 0,0 24 16,0 1-1,24-25-15,-24 0 0,25-25 16,-25 49-16,50-49 16,-50 50-16,49-50 15,-24 0-15,0 0 16,25 0 0,-26-25-16,1 25 15,25-49-15,-50 24 16,50 0-16,-50 0 15,24-25-15,-24 1 0,0-1 16,0 1 0,0-1-16,0 25 0,0 0 15,0-24 1,-49 74 15,49-1-15,-50 1-16,50 0 15,0 25-15,-25-26 16,25 26-16,0-25 16,0 0-16,0 24 15,0-24 1,25 0 0</inkml:trace>
  <inkml:trace contextRef="#ctx0" brushRef="#br0" timeOffset="153744.699">12402 13345 0,'0'-25'0,"0"0"16,25 25-1,-25-49-15,25 49 16,0-50-16,0 50 16,24 0-1,-24 0 1,-25 75-1,0-26-15,-25 1 16,0-1-16,1-24 16,24 25-16,-50-25 15,50-1 1,25-24 31,24-49-47,26 24 15,-26-25-15,26 26 0,-26-1 16</inkml:trace>
  <inkml:trace contextRef="#ctx0" brushRef="#br0" timeOffset="154739.387">13246 13146 0,'49'0'93,"1"0"-93,-25 0 16,49 0-16,1 0 16,-26-24-16,-24 24 15,0 0 1,-50 0 15</inkml:trace>
  <inkml:trace contextRef="#ctx0" brushRef="#br0" timeOffset="154964.249">13271 13320 0,'0'0'16,"24"0"15,1 0-31,25 0 16,-1 0-16,1 0 16,0 0-16,-1 0 15,1 0-15,-1 0 16,-24 0-16</inkml:trace>
  <inkml:trace contextRef="#ctx0" brushRef="#br0" timeOffset="157396.572">13568 14436 0,'25'0'62,"25"75"-46,-26-50 0,1-1-16,25 26 15,-1-25-15,1-25 16,-25 49-16,0-49 15,-1 25-15,1-25 16,-25-74 62,0 49-78,0-25 16,0-24-16,0-25 0,0-25 15,50-25-15,-50 0 16,0 25-16,0 25 16,0 24-16,0-24 15,0 0-15,0 25 16,0-26-16,0-24 16,0 0-16,0 0 15,0 0-15,0 0 16,0 50-16,0-1 0,0 26 15,0 24 1,0 0-16,0-24 16,0 24 15,0 0 31,0 0-46,0 0 0,0 1-1,0-1 1,0-25 0,0 25-1,49 25 313,1 0-328,0 25 16,-1-25-16,1 0 16,24 0-16,1 0 15,-26 0-15,26 0 16,-1 0-16,-24 0 15,-1 0-15,26 0 0,-26 0 16,1 0-16,0 0 16,-1 0-16,1 0 15,-1 0-15,26-25 16,-1 25-16,-24 0 16,24 0-16,1 0 15,-26-25-15,26 25 16,-26 0-16,-24 0 15,25 0-15,-1 0 16,1 0-16,0 0 0,-1 0 16,1 0-1,-1 0-15,1 0 0,24-49 16,-24 49-16,24 0 16,1 0-16,-26 0 15,1 0-15,0 0 16,-25 0-16,24 0 15,1 0-15,-1 0 16,1-25-16,0 25 16,-1 0-16,1 0 15,-1 0-15,1 0 16,24 0-16,-49 0 16,25 0-16,-1 0 0,-24 0 15,0 0-15,0 0 16,24 0-16,1 0 15,24 0-15,-24 0 16,0 0-16,-1 0 16,26 0-16,-1-25 15,-24 25-15,-25 0 16,24 0-16,1 0 16,-1 0-16,1-49 15,-25 49-15,24 0 16,1 0-16,0 0 15,-1-25-15,1 25 16,-1 0-16,-24 0 16,0 0-16,25 0 0,-26 0 15,-24-25 79</inkml:trace>
  <inkml:trace contextRef="#ctx0" brushRef="#br0" timeOffset="159110.604">14486 12998 0,'-25'-25'15,"25"0"1,0-25-1,0 1 1,0-1 0,25 1-1,25 24 1,-1 25 0,1 0-1,-1 25 1,-49 24-16,0 1 15,-24-1-15,-1 1 16,-25 24-16,25-24 16,1 0-16,-26-1 15,25-24-15,0-25 16,25 50-16,-49-50 16,24 0-1,25-25 32,0-25-31,25 50-1,24 0 1,1 0-16,-25 0 16,0 0-16,-1 25 15,1-25-15,25 25 16,-25-25-16,-1 0 0,1 25 15,0-25 1</inkml:trace>
  <inkml:trace contextRef="#ctx0" brushRef="#br0" timeOffset="159638.937">15255 12650 0,'0'-24'16,"-50"48"30,1 1-30,49 25-16,-50-1 16,50 26-1,-25-1-15,25-24 0,0 49 16,0 25-16,0 0 16,0-74-16,0 24 15,0-24-15,50-1 16,-25-24-16,24-25 15,-24 50-15,25-50 16,-26 0 0</inkml:trace>
  <inkml:trace contextRef="#ctx0" brushRef="#br0" timeOffset="164428.914">16148 12948 0,'0'-25'31,"-50"25"16,25 0-31,1 0-16,-1 0 15,0 0-15,-25 0 16,26 0-16,-1 0 15,25 25-15,-25-25 16,25 50 125,0 24-126,0-49 1,0 49-16,0-24 16,0-25-1,0-50 110,25 25-125,24 0 0,-24 0 16,25 0-1,-25 0-15,24 0 16,-24 0 0,-25 50-16,0-26 15,0 1-15,0 25 16,0-25 0,0-1-1,-74-24 1,49 0-16,-25 0 15,50 50 1,-49-50-16,24 0 16,25-25 31</inkml:trace>
  <inkml:trace contextRef="#ctx0" brushRef="#br0" timeOffset="165164.596">16545 13221 0,'-50'0'47,"75"0"0,0 0-31,0 0-16,-1 0 15,1 0-15,0 0 16,0 0-16,24 0 15,-73 0 64,-1 0-79,-25 0 15,25 0-15,-24 0 16,24 0-1,0 0 1,50 0 47,0 0-48,0 0-15,-1 0 16,26 0-16,-25 0 15,0 0 1</inkml:trace>
  <inkml:trace contextRef="#ctx0" brushRef="#br0" timeOffset="165899.904">17066 13022 0,'0'-24'31,"0"48"32,-25 1-63,25 25 15,0-1-15,-50 1 16,50 0-16,0-25 16,0-1-16,0 26 15,25-50-15,25 25 31,-26-25-31,26 0 16,-25 0-16,0 0 16,-25-50-16,24 50 15,-24-74-15,0 49 16,50-25-16,-50 1 16,0-1-16,0 25 15,-25 0-15,25 1 16,-25 24-16,25-25 15,-24 25-15,-1 0 16,25 49 0,0-24-1</inkml:trace>
  <inkml:trace contextRef="#ctx0" brushRef="#br0" timeOffset="166288.729">17512 13146 0,'0'50'62,"0"-25"-46,25-25 62,-25-50-47,0 25-15</inkml:trace>
  <inkml:trace contextRef="#ctx0" brushRef="#br0" timeOffset="167033.377">17934 12948 0,'0'-25'16,"-50"25"15,25 0-31,1 0 16,-1 25-16,-25-25 15,1 25 1,24-25 0,25 25 109,0-1-125,0 1 31,0 25-31,0-25 15,49-25 95,1 0-95,-25 0-15,24 0 16,-24 0-16,0 0 16,0 0-1,-25 49-15,0 1 16,0-25 0,-25 0-1,0-25 1,-24 0-1,24 24-15,0-24 16,-25 0 15</inkml:trace>
  <inkml:trace contextRef="#ctx0" brushRef="#br0" timeOffset="167355.526">18132 12650 0,'0'0'0,"25"0"15,0 0 1,49 0 0,-74 25-16,50 74 15,-50-24-15,49 24 16,-49 0-16,0-24 16,-49 24-16,24-25 15,-49 26-15,49-51 16,-25 1-16,1-25 15,-1-25-15</inkml:trace>
  <inkml:trace contextRef="#ctx0" brushRef="#br0" timeOffset="168839.981">14337 13965 0,'0'-25'0,"25"25"47,0 0-31,0 0-16,24 0 15,1 0-15,-1 0 16,26 0-16,24-25 16,25 25-16,0 0 15,-25 0-15,25 0 16,25-49-16,-50 49 16,1 0-16,-1 0 15,0 0-15,-25 0 0,26 0 16,-26-50-16,0 50 15,-24 0-15,24-25 16,1 25 0,-1 0-16,-24 0 0,0-24 15,-1 24-15,26 0 16,-26 0-16,1 0 16,-1-50-16,1 50 15,0 0-15,-1 0 16,1 0-16,-25 0 15,24 0-15,1 0 16,-1 0-16,1 0 16,0 0-16,-1 0 0,1 0 15,-1 0 1,1 0-16,0 0 0,-1 0 16,1 0-16,-25 0 15,24 0-15,1 0 16,-25 0-16,24 0 15,-24 0-15,25 0 16,-1-25-16,1 25 16,0 0-16,-26 0 15,1 0-15,0 0 16,0 0-16,0 0 16,-1 0-16,26 0 0,0 0 15,-26 0 1,26 0-16,-25 0 15,0 0 17,-50 0 46,-25 0-78</inkml:trace>
  <inkml:trace contextRef="#ctx0" brushRef="#br0" timeOffset="170008.477">15751 14287 0,'0'25'78,"0"0"-78,0 0 16,0 0-16,0 0 0,0 24 16,0-24-16,0 0 15,0 0-15,0-1 16,0 1 0,-25-25 62,25-49-78,0-1 15,25 0 1,0 50 0,0-24-16,24 24 15,-24 0-15,0-25 16,0 25-16,-1 0 15,1 0-15,25 0 16,-50 25 0,0 24-1,0-24 1,0 0 0,0-100 30,0 51-30,0-26 0,25 25-16,-1 25 0,26-25 15,0 25-15,-1 0 16,1 0-16,-1 0 16,-24 25-16,-25 0 15,50 0-15,-50 0 16,0-1-16,-25 26 15,-25 0 1,26-50-16,-1 24 0,0-24 16</inkml:trace>
  <inkml:trace contextRef="#ctx0" brushRef="#br1" timeOffset="176840.666">11237 11881 0,'-25'0'16,"74"0"109,26 0-109,-26 0-1,1 0-15,0-24 16,-1 24-16,1 0 15,-1 0-15,1 0 16,0 0-16,-1 0 0,1 0 16,-1 0-16,1 0 15,-25 0 1,0 0-16,-1 0 0,1 0 16,25 0-16,-25 0 15,-1 0-15,1 0 16,0 0-16,0 0 15,25 0-15,-1 0 16,1 0 0,-1 0-1,26 0 1,-26 0 0,1 0-16,-25 0 15,0 0-15,-1 0 16,26 0-16,0 0 15,-1 0-15,1 0 16,-25 0-16,24 0 16,1 0-16,-25 0 15,-1 0-15,1 0 16,0 0-16,25 0 16,-26 0-16,26 0 15,-25 0-15,25 0 16,-26 0-16,1 0 15,0 0-15,0 0 16,24-50-16,-24 50 16,0 0-16,0 0 0,0 0 15,-1 0-15,26-25 16,-25 25-16,0 0 16,-1 0-16,1 0 15,0 0-15,25-25 16,-26 25-16,1 0 15,0 0-15,0 0 16,0 0-16,24 0 16,-24 0-16,0 0 15,0-24-15,-1 24 16,1 0-16,25 0 16,-25 0-16,-1 0 0,26 0 15,-25 0-15,0 0 16,-1 0-16,1 0 15,25 0-15,-25 0 16,0 0-16,-1 0 16,1 0-16,0 0 15,0 0-15,24 0 16,-24 0-16,0 0 16,0 0-16,0 0 15,-1 0-15,26-50 16,-25 50-16,0 0 15,-1 0-15,1 0 16,0 0-16,25 0 0,-26 0 16,1 0-16,50 0 15,-51 0 1,1 0-16,0 0 16,0 0-16,0 0 15,-1 0-15,26 0 16,-25 0-16,24 0 15,1 0 1,0 0 0,-25 0-16,-1 0 15,1 0-15,50 0 16,-51 0-16,1 0 16,0 0-16,0 0 15,0 0-15,24 0 16,-24 0-16,0 0 15,0 0-15,-1 0 16,1 0-16,25 0 16,-25 0-16,-1 0 15,1 0-15,25 0 16,-25 0-16,24 0 16,1 0-16,-1 0 15,1-25-15,-25 25 16,0 0-16,-1 0 15,1 0-15,25 0 16,-25 0-16,0 0 16,-1 0-16,1 0 0,0 0 15,0 0-15,24 0 16,-24 0-16,25 0 16,-25 0-16,24 0 15,-24 0-15,25 0 16,-26 0-16,1 0 15,25 0-15,-25 0 16,-1 0-16,26 0 16,0 0-16,-1 0 15,26 0-15,-26-25 0,1 25 16,-1 0-16,1 0 16,0 0-16,-26 0 15,26 0-15,0 0 16,-1 0-16,1 0 15,0 0-15,-1 0 16,1 0-16,-1 0 16,1 0-16,0 0 15,-1 0-15,-24 0 16,25 0-16,-1 0 16,-24 0-16,25 0 15,-1 0-15,-24-49 16,25 49-16,-26 0 0,1 0 15,0 0 1,0 0-16,24 0 0,1 0 16,25 0-1,-51 0 1,26 0-16,0 0 0,-1 0 16,1-25-16,-25 25 15,24 0-15,-24 0 16,0 0-16,0 0 15,-1 0-15,26 0 16,-25 0 15,-25-25 1,-50 0-1</inkml:trace>
  <inkml:trace contextRef="#ctx0" brushRef="#br1" timeOffset="178020.83">16222 10988 0,'0'0'0,"25"-24"31,-25-26-15,-50 100 15,1-1-15,-1 26-16,1-26 15,-51 26 1,1-1-16,-25 25 0,0-24 15,50-1-15,-1-24 16,26-25-16,-1 24 16,0-49-16,26 50 15</inkml:trace>
  <inkml:trace contextRef="#ctx0" brushRef="#br1" timeOffset="179534.99">16644 13940 0,'-25'0'47,"0"25"-32,-49 49-15,-25 1 16,-50 49-1,0 0-15,-25 25 0,1 0 16,24-50-16,0 0 16,100-49-16,24-50 15,25 49-15</inkml:trace>
  <inkml:trace contextRef="#ctx0" brushRef="#br1" timeOffset="184270.119">19943 11559 0,'0'-50'32,"25"50"93,0 0-110,24 25-15,1-25 16,-1 0-16,-24 0 16,25 0-16,-25 0 15,-1 0 1</inkml:trace>
  <inkml:trace contextRef="#ctx0" brushRef="#br1" timeOffset="184568.373">19993 11807 0,'24'0'62,"1"0"-46,25 0-16,-1 0 15,26 0-15,-1 0 16,-24 0-16,24 0 16,1 0-16,-26 0 15</inkml:trace>
  <inkml:trace contextRef="#ctx0" brushRef="#br1" timeOffset="186269.271">20613 12948 0,'0'25'79,"49"24"-64,-24 1-15,25 0 16,-25-1-16,-1 1 15,26-25-15,-25 0 0,0-25 16,-25 49 0,49-49-16,-49 25 0,25-25 15,0-25 48,-25 0-48,0 1-15,0-1 16,0 0-16,0-25 16,0-24-16,0-1 0,0 26 15,0-26-15,0 1 16,0 24-16,0-24 16,0 0-16,0-1 15,0-24-15,0-25 16,0 0-16,0 0 15,0 49-15,0-24 16,0 25-16,0-1 16,0 26-16,0-1 15,0 1-15,0-1 16,0-24-16,0 24 16,0 0-16,0-24 15,0 0-15,0 24 0,0 0 16,0 25-16,0-24 15,0-1 1,0 1-16,0-1 0,0 25 16,0 0-16,0-24 15,0 24-15,0 0 16,0-24-16,0-1 16,49 0-16,-49 26 15,0-1 1,0 0-1,0 0 1,25 25-16,-25-49 16,0 24-1,0 0-15,0 0 32,0 0-17,0 1 16,25-26 1,0 50 124,0 0-156,24 0 16,26 0-16,24 0 15,25 0-15,-25 0 16,50 0-16,49 0 15,-49 0-15,-25 0 0,0 0 16,-25 0 0,50-25-16,-74 25 0,24 0 15,-25 0-15,-24 0 16,0-49-16,-26 49 16,1 0 15</inkml:trace>
  <inkml:trace contextRef="#ctx0" brushRef="#br1" timeOffset="188600.516">21878 10666 0,'0'0'0,"0"-74"31,25 74-31,-50 49 47,0 26-47,-25-26 16,1 1-1,-1-1-15,25 1 16,25-25-16,-49-25 0,49 25 16,24-25 77,1 0-77,-25 49-16,50-49 16,-50 25-16,50-25 0,-1 0 15,1 0 1,-1-50 0,1-24-1,-50 24 1,0 26-16,0-1 15,0 50 32,0-1-47,-25 51 16,25-1-16,0-24 16,-25-1-16,25 1 15,0 0-15,0-25 0,0 24 16</inkml:trace>
  <inkml:trace contextRef="#ctx0" brushRef="#br1" timeOffset="189251.158">21357 11807 0,'-50'0'16,"100"0"46,24 0-46,50 0-16,25 0 15,0 0-15,25 0 16,-1 0-16,-24 0 16,-25 0-16,-25 0 0,-24 0 15,-26 0-15,-24 0 16,0 0-16,0 0 16,-25 25 15,-25-25-16,-25 0 1,1 0-16</inkml:trace>
  <inkml:trace contextRef="#ctx0" brushRef="#br1" timeOffset="191290.48">22051 12452 0,'-24'50'46,"-26"-50"-30,0 0 0,1 0-1,24 0 1,25-50 15,-50 0-31,50 26 16,0-26-1,25 50-15,-25-25 16,25 25-16,25 0 16,-1 0-16,-24 0 15,25 0-15,-26 0 16,-24 25-16,50 25 16,-50-1-16,0 1 15,0-1-15,0 1 0,-25 0 16,-24-26-16,49 1 15,-25-25-15,-25 50 16,25-50-16,1 49 16,-26-49-16,0 25 15,1-25-15,24 0 16</inkml:trace>
  <inkml:trace contextRef="#ctx0" brushRef="#br1" timeOffset="193921.957">24011 11757 0,'25'0'62,"24"0"-46,1 0-16,0 0 15,-26 0-15,26 0 16,-25 0-16,0 0 16,-1 0-16</inkml:trace>
  <inkml:trace contextRef="#ctx0" brushRef="#br1" timeOffset="194190.825">24061 12005 0,'24'0'47,"1"0"-31,25 0-16,-1 0 15,1 0-15,0 0 16,-1 0-16,26 0 16,-26 0-16,1 0 15</inkml:trace>
  <inkml:trace contextRef="#ctx0" brushRef="#br1" timeOffset="195480.22">25499 11112 0,'0'-49'63,"0"24"-32,0 0-15,0 0 15,0 1 0,50 24-31,-25 0 16,24 0 0,-24 0-1,0 0 1,-25 24-16,25 26 15,-25 0 1,0-26 0,0 26-1,0-25-15,-50 0 16,50 0-16,-50 24 16,50-24-16,-49 0 15,-1 24 1,25 1-16,25-25 31,50-25 16,0 0-31,-1 0-16,26 0 15,24 0-15,-50 0 16,1 0-16,-25 0 15</inkml:trace>
  <inkml:trace contextRef="#ctx0" brushRef="#br1" timeOffset="196261.044">25400 11931 0,'0'-25'31,"74"25"0,1 0-15,-1 0-16,50 0 15,0 0 1,25 0-16,-25 0 0,-49 0 16,-26 0-16,-24 0 15,25 0 1</inkml:trace>
  <inkml:trace contextRef="#ctx0" brushRef="#br1" timeOffset="197836.349">25648 12378 0,'0'-50'94,"25"0"-63,24 26-31,-24 24 16,25 0-1,-1 0 1,-49 24 0,25 26-16,-25-25 15,0 0-15,-25-1 16,1 26-16,24-25 0,-50-25 15,50 25 1,-25-25-16,50 0 78,0 0-78,24 0 16,-24 0-16,25 0 15,-25 0-15,0 24 16,-25 26 0,0-25-16,0 24 15,-25 1 1,-25-50-16,0 25 16,1-25-16,-26 0 0,1 0 15,24 0 1,-24 0-16</inkml:trace>
  <inkml:trace contextRef="#ctx0" brushRef="#br1" timeOffset="-211673.033">26243 10368 0</inkml:trace>
</inkml:ink>
</file>

<file path=ppt/ink/ink2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2:09:06.333"/>
    </inkml:context>
    <inkml:brush xml:id="br0">
      <inkml:brushProperty name="width" value="0.05292" units="cm"/>
      <inkml:brushProperty name="height" value="0.05292" units="cm"/>
      <inkml:brushProperty name="color" value="#002060"/>
    </inkml:brush>
  </inkml:definitions>
  <inkml:trace contextRef="#ctx0" brushRef="#br0">2034 2332 0,'0'-25'0,"50"25"63,-1 0-63,50 0 15,25 0-15,25 0 0,25 0 16,24 0 0,26 0-16,-26 0 0,-49 0 15,49 0 1,-49 0-16,-25 25 0,-49-25 16,-1 0-16,0 0 15,-24 0-15,-25 0 16</inkml:trace>
  <inkml:trace contextRef="#ctx0" brushRef="#br0" timeOffset="11442.066">943 6300 0,'-25'0'15,"25"-49"-15,0 74 63,49 24-63,-24 1 15,25-1-15,-1-49 16,51 25-16,24-25 0,49-124 16,51-25-16,24-24 15,24-51-15,-48 1 16,-26 74-16,-74 50 15,-49 74-15,-26 25 16,-24 0 0</inkml:trace>
  <inkml:trace contextRef="#ctx0" brushRef="#br0" timeOffset="12966.442">2927 7441 0,'0'-49'31,"0"24"-31,-50 25 16,26 0-16,-26 0 15,0 50-15,26-26 16,-1 1-16,0 25 16,25-25-16,-50-1 15,50 1-15,0 0 16,0 25-16,0-26 15,0 1 1,25-25-16,25 0 0,-1 0 16,26-25-1,-1-24-15,-24 24 0,24-25 16,-49 26-16,0-1 16,-25 0-16,0 0 15,0-24-15,0 24 16,0 0-16,-25 0 15,-25 25 1,1 0-16,-1 0 16,25 0-1</inkml:trace>
  <inkml:trace contextRef="#ctx0" brushRef="#br0" timeOffset="13239.29">2877 7119 0,'0'0'0,"0"-25"15,0 75 63,0 24-62,0 50-16,0 0 0,0-25 16,0-24-16,0-1 15,0 25-15,0-49 16,0 0-16</inkml:trace>
  <inkml:trace contextRef="#ctx0" brushRef="#br0" timeOffset="13890.013">3621 7466 0,'50'0'94,"0"0"-94,-1 0 16,26 0-16,-1 0 15,-49 0-15,25-25 16,-1 25-16,-24 0 16</inkml:trace>
  <inkml:trace contextRef="#ctx0" brushRef="#br0" timeOffset="14127.939">3522 7764 0,'0'0'0,"25"0"31,25 0-15,-26 0-16,1 0 15,25 0-15,0 0 16,24 0-16,-24-25 16,24 25-16,0 0 0</inkml:trace>
  <inkml:trace contextRef="#ctx0" brushRef="#br0" timeOffset="14990.622">4589 7218 0,'0'50'78,"0"-25"-78,0 24 16,0 1-16,0-1 15,0 1-15,0 24 16,0-24-16,0 0 0,0-26 16,0 26-16,0-25 15,0 0 1,0-50 46,0-25-46,0 1-16,0-1 16,49 0-16,-49 26 15,25-1-15,25-25 16,-25 50-16,-1 0 16,26 0-16,-25 0 15,0 0-15,-25 25 16,49 0-16,-49 0 15,25 24-15,-25-24 16,0 25-16,0-26 16,0 1-16,0 25 15,25-50 1,-25 49-16</inkml:trace>
  <inkml:trace contextRef="#ctx0" brushRef="#br0" timeOffset="15549.46">5556 7193 0,'0'-24'31,"0"-1"-31,-49 25 63,-1 25-48,25 24 1,-24 1 0,49-25-16,0-1 15,0 1-15,0 0 16,0 25-16,0-26 15,0 1-15,0 0 16,0 25-16,0-1 0,24-24 16,-24 0-1,0 49-15,0-24 16,0-1 0,-24 1-1,-26-25 1,0-25-1,26 0-15</inkml:trace>
  <inkml:trace contextRef="#ctx0" brushRef="#br0" timeOffset="15781.349">5234 7615 0,'25'-25'15,"-1"25"1,26-25 0,-25 25-16,0 0 15,24 0-15,-24 0 16</inkml:trace>
  <inkml:trace contextRef="#ctx0" brushRef="#br0" timeOffset="17105.886">5655 8012 0,'-24'0'15,"-1"0"32,-25 0-31,50 25 0,-25 24-1,25 1 1,0-25-1,25 0 17,25-25-17,-25 0-15,24 0 16,-49-50 0,25 50-16,-25-50 15,0 1 1,0 24-16,0-25 15,-25 1 1,0 49 0,-24 0-1,49 24-15,-50-24 16</inkml:trace>
  <inkml:trace contextRef="#ctx0" brushRef="#br0" timeOffset="18250.376">6672 7615 0,'-24'0'16,"48"0"30,1 0-46,25 0 16,-1 0-16,1 0 16,0 0-16,-25 0 15,24 0-15,1 0 0,-25 0 32</inkml:trace>
  <inkml:trace contextRef="#ctx0" brushRef="#br0" timeOffset="18509.252">6598 7913 0,'0'0'0,"25"0"47,0 0-47,24 0 16,1 0-16,-1-25 15,26 25-15,-1 0 16,-24-25-16,24 25 16,1 0-16,-26-25 15</inkml:trace>
  <inkml:trace contextRef="#ctx0" brushRef="#br0" timeOffset="19252.949">8012 7268 0,'0'0'16,"0"-25"0,0 50 30,0 24-30,0 1-16,0 24 16,0 26-16,0-51 15,0 26-15,0-1 0,0-24 16,0-26 0,0 1-16,0 0 15,0-50 32,0 0-31,0-24-16,0-1 15,50 1-15,-50 24 16,24 0-16,26-25 16,0 50-1,-26 0 1,26 50-16,-50-25 15,50 0-15,-50-1 16,24 26 0,-24-25-16,0 0 0,0-1 15,0 26 1,0-25 0</inkml:trace>
  <inkml:trace contextRef="#ctx0" brushRef="#br0" timeOffset="19656.718">8930 7516 0,'0'-25'15,"0"0"1,-25 25 15,-25 0-31,25 0 16,1 25-1,-1 25-15,-25-1 0,50 1 16,-25-25-16,25 24 16,0-24-1,0 0-15,0 24 16,50-49-16,-25 25 16,0-25-16,24 0 15,-24 0-15,0 0 16</inkml:trace>
  <inkml:trace contextRef="#ctx0" brushRef="#br0" timeOffset="20287.389">8285 8186 0,'25'0'78,"74"0"-78,0 0 16,99 0-16,-24 0 15,0 0-15,24 0 16,-24 0-16,-75 0 16,-25 0-16,-24 0 15,-25 0 1</inkml:trace>
  <inkml:trace contextRef="#ctx0" brushRef="#br0" timeOffset="20648.204">8979 8334 0,'-25'0'0,"50"0"78,0 0-78,25 50 16,-25 0-16,-1-26 15,1 1-15,25 25 16,-1-25-16,-24-25 16,0 49-16,0-24 15</inkml:trace>
  <inkml:trace contextRef="#ctx0" brushRef="#br0" timeOffset="20939.066">9153 8607 0,'-25'0'16,"0"0"15,1 0-15,24 50-16,-75-25 0,25 24 16,1 1-16,-1-1 15,25 1-15,25 0 16,-49-1-16,49-24 15,0 25 1</inkml:trace>
  <inkml:trace contextRef="#ctx0" brushRef="#br0" timeOffset="21605.861">8954 9103 0,'-49'0'47,"49"25"-31,-25 0-1,25 25 1,0-26-16,0 26 16,0-25-1,0 24-15,25-24 16,0-25 15,24 0-31,-24 0 16,25 0-1,-1-49 1,-49-1 0,25 50-1,-25-50-15,0 1 16,0 24-1,-25 25 1,-24 0 0,24 0-1,-25 0-15</inkml:trace>
  <inkml:trace contextRef="#ctx0" brushRef="#br0" timeOffset="23606.091">2679 10691 0,'0'0'0,"0"-25"16,-25 25 15,0 0-31,0 0 16,-24 0-16,24 0 15,-25 50-15,26-26 16,-1 1-16,25 0 0,-50 25 16,50-26-16,0 1 15,0 0-15,25-25 16,25 25-16,-26-25 15,26 0-15,24 0 16,1 0-16,-25 0 16,-26-50-16,1 50 15,-25-74-15,50 49 16,-50 0-16,0 0 0,0 1 16,0-26-1,-25 0-15,0 26 16,0 24-16,1-25 0,-26 25 15,25 0-15,-25 0 16,50 25 0,-24-25-16</inkml:trace>
  <inkml:trace contextRef="#ctx0" brushRef="#br0" timeOffset="23873.021">2654 10443 0,'0'-25'0,"0"0"31,0 50 0,0 49-15,0 26-16,0 24 16,0-25-16,0 25 15,0-25-15,0 0 16,0-49-16,0 0 16,0-1-16</inkml:trace>
  <inkml:trace contextRef="#ctx0" brushRef="#br0" timeOffset="24365.813">2902 11286 0,'0'50'32,"0"-25"-17,-49-1-15,49 26 16,-25-25-16</inkml:trace>
  <inkml:trace contextRef="#ctx0" brushRef="#br0" timeOffset="25165.497">3572 10790 0,'0'-25'63,"0"0"-48,49-49 1,-49 49 0,50 0-16,-50-24 0,50-1 15,-50 1-15,0 24 16,0 0-16,0-25 15,-25 50 1,25-24-16,-25 24 16,0 0-1,0 0 1,25 49-16,-24-24 0,24 0 16,0 0-1,0 24-15,0 1 16,0-1-16,0 1 0,0 0 15,24-1-15,-24 1 16,25 24-16,-25 1 16,0-26-16,0 1 15,0-1-15,0-24 16,0 0-16,0 0 16,-49 25-1,24-50 1,-25 0-16,25 0 15</inkml:trace>
  <inkml:trace contextRef="#ctx0" brushRef="#br0" timeOffset="25388.37">3448 11013 0,'49'0'16,"-24"-25"0,0 25-16,25 0 15,-1-49-15,1 49 16,0 0-16,-1-25 16,1 25-16,24 0 15,-24 0-15</inkml:trace>
  <inkml:trace contextRef="#ctx0" brushRef="#br0" timeOffset="25719.209">4093 11013 0,'0'25'15,"0"0"1,-25-25-16,25 49 15,0 1 1,0 0-16,0-25 31,25-25-31,0 0 16,-1 0 0,26-25-16,-50 0 15,0-25 1,0 25-1,0-24-15,-50 24 16</inkml:trace>
  <inkml:trace contextRef="#ctx0" brushRef="#br0" timeOffset="25936.096">4663 11137 0,'0'75'31,"0"-50"-31,-25-1 16,-24 26-16,24 0 15,0-1-15,25-24 0,-49-25 16</inkml:trace>
  <inkml:trace contextRef="#ctx0" brushRef="#br0" timeOffset="26310.894">5135 10567 0,'0'0'0,"0"-25"15,24 25 1,1 0 15,25 25-15,-25 24-16,24 1 16,-24 0-16,0 24 15,-25-49-15,49 49 16,-49-49-16,50 0 15,-50 24 1</inkml:trace>
  <inkml:trace contextRef="#ctx0" brushRef="#br0" timeOffset="26541.783">5333 10864 0,'0'0'16,"-25"0"-16,0 25 31,25 25-15,-49-1-16,-1 26 16,25-1-16,-49 1 15,49-1-15,25-24 16,-49-25-16,49-1 15</inkml:trace>
  <inkml:trace contextRef="#ctx0" brushRef="#br0" timeOffset="26983.61">5283 11410 0,'-24'0'31,"24"50"-15,0-25-16,-25-25 16,25 49-16,0 1 15,0-25 1,25-25 0,-1 0-1,26-25-15,-25 0 0,-25 0 16,49 25-16,-49-49 15,0-1 1,-24 25 0,-1 25-16,-25 0 15,1 0-15,-1 0 16,0 0-16</inkml:trace>
  <inkml:trace contextRef="#ctx0" brushRef="#br0" timeOffset="27658.35">6424 11088 0,'-24'0'16,"-1"0"-1,74 0 32,51 0-47,24 0 16,-25 0-16,50 0 15,-25 0-15,-25 0 16,-25 0-16,-24 0 16,-25 0-16</inkml:trace>
  <inkml:trace contextRef="#ctx0" brushRef="#br0" timeOffset="27868.229">7069 10864 0,'50'0'15,"-25"25"1,24 25-16,-24-1 16,-25 1-16,50 24 15,-50 1-15,-25-1 16,-25 1-16,1-26 16,-1-24-16</inkml:trace>
  <inkml:trace contextRef="#ctx0" brushRef="#br0" timeOffset="28585.961">7789 11013 0,'24'-49'62,"26"49"-62,0-75 16,-1 26-16,1 24 15,-25 0-15,-25 0 0,49-24 16,-49-1 0,0 0-16,0 1 15,0 24-15,0-25 16,-49 50-16,24 0 15,-25 50 1,50 0 0,0-1-16,0 1 15,0-1-15,0 26 16,0 24-16,0-49 16,0 24-16,0 0 15,0 1-15,0-25 16,0-1-16,0-24 15,0 0-15,0 24 16,-25-49 0,-24 0-1</inkml:trace>
  <inkml:trace contextRef="#ctx0" brushRef="#br0" timeOffset="28888.786">7789 11261 0,'0'0'0,"74"-49"31,-49 24-15,24 25-16,26-25 15,-25 25-15,-1-50 16,1 50-16,-1-24 0,1 24 16,0-25-1,-26 25-15,1 0 16,-25 49 15,25-24-31,-25 0 16,0 0-1,0 25-15,0-26 16</inkml:trace>
  <inkml:trace contextRef="#ctx0" brushRef="#br0" timeOffset="29053.717">8359 10914 0</inkml:trace>
  <inkml:trace contextRef="#ctx0" brushRef="#br0" timeOffset="29282.585">8582 11013 0,'0'25'32,"25"-25"-32,-25 50 0,50-1 15,-50-24-15,49 0 16,-49 0-16,25 24 16,-25-24-16,25 0 15,-25 0-15,0 0 16</inkml:trace>
  <inkml:trace contextRef="#ctx0" brushRef="#br0" timeOffset="29527.473">8806 11162 0,'-25'0'32,"0"25"-32,0 0 15,-24 24-15,24 1 16,0 24-16,25-49 16,-50 0-16,50 0 15</inkml:trace>
  <inkml:trace contextRef="#ctx0" brushRef="#br0" timeOffset="30449.97">9079 11286 0,'0'0'15,"24"0"-15,26 0 32,-25 0-17,24 0 1,-24 0-16,25-49 15,-25 49-15,-1-25 16,51-25 0,-75 25-1,0 0 1,-25-24 0,-25 49-1,26 0-15,-1 25 16,0-25-16,-25 49 0,26 1 15,24-25-15,-50 0 16,50-1-16,0 26 16,0-25-1,25-25 1,24 0 0,26 0-16,-1 0 15,-24 0-15,24 0 16,1 0-16,-1-25 15,-24 25-15,-26-50 16,1 50-16,-25-24 16,50 24-16,-50-50 15,0 25 1,-25 25 0,0 0-16,0 0 15,-24 25-15,24 0 16,25 24-16,-50-24 15,50 0-15,0 25 16,25-50 15,0 0-15,25 0-16,-26 0 16,1-50-16,0 25 15,25 0-15,-50-24 16,24-1-16,-24-24 15,0 24-15,0-49 0,0 24 16,0 26-16,0-1 16,0 1-16,0 73 47,-49 51-32,49 24-15,0 0 16,0-24-16,0 24 15,0-25-15,0-24 0,0 0 16,0-26 0</inkml:trace>
  <inkml:trace contextRef="#ctx0" brushRef="#br0" timeOffset="50251.635">1290 6276 0,'0'49'110,"25"1"-95,24-1 16,-49-24-31,25 0 16,-25 0-16,25 24 0,-25-24 16,49 0-1,-49 0-15,25-25 0,-25 25 16,50-25-16,-25 0 16,-1 0-16,26 0 15,49-50-15,25-74 16,75-25-16,-1 0 15,25-24-15,1 24 16,-51 50-16,-49-1 0,-49 76 16,-26-26-1,-24 50-15,0-25 0</inkml:trace>
  <inkml:trace contextRef="#ctx0" brushRef="#br0" timeOffset="57049.986">19199 2977 0,'0'-25'16,"0"50"62,0 24-62,0 26-16,0-1 0,0 25 15,0-24-15,0-26 16,0 26-16,0-26 16,0-24-16,0 0 15,0 0 1</inkml:trace>
  <inkml:trace contextRef="#ctx0" brushRef="#br0" timeOffset="57586.753">19248 2977 0,'0'-25'16,"25"0"-1,0 25 1,-25-25-1,74 25-15,-49 0 16,0 0-16,0 0 16,24 25-1,-49 0-15,0 0 16,0-1-16,0 1 16,0 25-16,-24-25 15,-1-1-15,-25 26 0,25-50 16,1 25-16,-1-25 15,0 0 1</inkml:trace>
  <inkml:trace contextRef="#ctx0" brushRef="#br0" timeOffset="58148.431">19745 2952 0,'0'25'47,"0"24"-47,24 1 15,-24 24-15,0-24 16,0 24-16,0-24 16,0-1-16,0-24 15,0 0-15,0 0 16,0 24-16,0-73 47,0-1-32,25-25-15,-25 1 16,50-1-16,-50 25 16,25 25-16,-25-25 15,24 25-15,1 0 16,0 50-1,-25-25 1,0 0-16,0-1 16,0 1-16,0 0 0,50 49 31,-26-24-31,1-50 16,25-25-1</inkml:trace>
  <inkml:trace contextRef="#ctx0" brushRef="#br0" timeOffset="58434.265">20241 3324 0,'0'-50'0,"-50"100"47,50-25-47,-25 24 15,25 1-15,0-1 16,0 1-16,0-25 15,50 24 1,-25-49-16,-1 0 16,26 0-16,-25 0 15,-25-24 1,49-1-16,-49-25 16,0 1-16,0-1 15,-24 0-15,-26 1 16,25 49-16,0-25 15,1 25-15,-1 0 16,-25 0-16</inkml:trace>
  <inkml:trace contextRef="#ctx0" brushRef="#br0" timeOffset="58922.096">20786 3076 0,'0'0'0,"0"-25"15,0 50 48,0 49-63,0 1 15,0-1 1,0 25-16,0-24 0,-24-26 16,24 26-16,0-51 15,0 1-15,0 25 31</inkml:trace>
  <inkml:trace contextRef="#ctx0" brushRef="#br0" timeOffset="59429.839">20538 3398 0,'0'-25'32,"50"25"-17,24 0-15,1 0 16,-1-49-16,1 49 16,-1 0-16,0 0 15,-24 0-15,0 0 16,-26-25-16,26 25 15,-75 0 17,0 0-17,1 50-15,-1-1 16,25-24-16,-50 25 16,50-26-16,0 1 15,0 0 1,50-25-1,-25 0-15,24 0 16,-24 0-16,0 0 16,24-50-1,-49 26-15,0-51 16,0 50 0,-24 25-16,24-24 15,-25 24-15,0 0 31</inkml:trace>
  <inkml:trace contextRef="#ctx0" brushRef="#br0" timeOffset="60020.54">21506 3522 0,'24'-25'32,"26"1"-17,0-1-15,-26-25 32,-24 25-32,0-24 15,-49 49 16,24 0-15,0 0-16,0 49 16,-24 1-16,49-25 15,-25 24-15,25 1 16,0 0-16,0-26 0,0 1 16,25-25-1,24 25-15,-24-25 0,25 0 16,-1 0-16,-24 0 15,50-25-15,-50 0 16,-1 1-16,1-26 16,-25 0-16,50-24 15,-50 0-15,0-1 16,0 26-16,0-26 16,0 26-16,0 24 15,0 74 32,0 26-47,0-1 16,0 25-16,0 1 15,0-1-15,-50-25 0,50-49 16,0 25-16,0-25 16</inkml:trace>
  <inkml:trace contextRef="#ctx0" brushRef="#br0" timeOffset="60400.375">21977 3671 0,'25'0'31,"24"0"-16,1-25 1,0 0 0,-50-24-1,24 49 1,-24-50-16,0 25 16,-24-24-1,-26 49 1,25 0-1,0 0-15,-24 25 16,24-1-16,25 26 0,-25 0 16,25-26-1,0 1-15,0 0 0,0 0 16,25-25 0,0 50-16,0-50 0,-1 0 15,26 0-15</inkml:trace>
  <inkml:trace contextRef="#ctx0" brushRef="#br0" timeOffset="61053.022">22399 3597 0,'0'-25'15,"0"50"-15,24-50 0,-24 0 16,25 25 0,-25-25-16,0 0 47,-25 25-16,1 0-16,-1 0 1,-25 75-16,25-50 0,25-1 16,-24 26-16,24-25 15,0 0-15,0 0 16,24 24 0,1-49-16,0 0 15,25 25-15,-1-25 16,1 0-16,-25 0 15,24 0-15,-24 0 16</inkml:trace>
  <inkml:trace contextRef="#ctx0" brushRef="#br0" timeOffset="61313.896">22647 3299 0,'0'-25'32,"0"50"-1,49 25-31,-49 24 16,0 0-16,0 1 15,0 24-15,0-24 0,0-26 16,0-24-16,0 0 15,0 0 1</inkml:trace>
  <inkml:trace contextRef="#ctx0" brushRef="#br0" timeOffset="61781.653">22622 3671 0,'0'-50'0,"0"100"0,25-100 0,24 1 16,1 49-1,0-25-15,-1 25 0,1 0 16,-25 0-16,24 0 16,-24 25-16,-25 24 15,25 1-15,-25 0 16,0-25-16,0 24 15,0-24-15,0 25 16,-25-50 0,25 24-1,0-48 17,0-1-32,25-25 15,0 1-15,24-1 16,-24 0-16,0 1 0,24 49 15,-24 0-15,25 0 16,-50 49 0,25-24-16,-25 25 15,0-1-15,0 1 16,0-25-16,0 24 16</inkml:trace>
  <inkml:trace contextRef="#ctx0" brushRef="#br0" timeOffset="61952.558">23267 3497 0,'0'0'0,"0"25"63</inkml:trace>
  <inkml:trace contextRef="#ctx0" brushRef="#br0" timeOffset="62245.412">23738 3721 0,'0'-25'15,"-50"25"17,26 0-32,-51 50 15,75-26 1,-49 1-16,49 0 15,0 0-15,0 24 16,0-24-16,24-25 16,26 25-16,0-25 0,-26 0 15,26 0-15,0 0 16,-26 0-16,-24-25 16</inkml:trace>
  <inkml:trace contextRef="#ctx0" brushRef="#br0" timeOffset="65697.301">25078 3820 0,'74'0'110,"-49"0"-95,0-50-15,-1 50 16,-24-49-16,50 49 16,-50-25-16,0-25 15,0 25 1,0 1 0,-50 24-1,50-25 1,-49 25-16,-26 0 15,51 0-15,24 74 16,-50-49-16,50 0 16,-25 49-16,25-49 15,0 25-15,0-1 16,0-24-16,0 25 16,75-1-1,-51-49-15,1 0 16,25 0-16,-1 0 15,1 0-15,0 0 16,-1-24-16,-24-1 16</inkml:trace>
  <inkml:trace contextRef="#ctx0" brushRef="#br0" timeOffset="66434.929">25623 3621 0,'0'25'16,"0"0"-1,0 25-15,0-25 16,0-1-16,0 1 16,0 0-16,0 25 15,-25-50 32,25-50-31,0 25-1,0-24-15,0-1 16,0 25-16,50-25 16,0 50-1,-1 0-15,-24 0 16,25 0-16,-50 50 15,24-25-15,-24 0 16,0 0-16,0 24 16,0-98 31,50-26-32,-25 1-15,25-1 16,-1 26-16,-24 49 15,0-25-15,24 25 16,-49 25 0,50-1-16,-50 26 15,0 0-15,0-1 16,0 1-16,50-50 16,-50 50-16,49-50 15,-24 0-15,0 0 16,0-50-16,24 0 0,-24 1 15,-25-1 1,25 0-16,-25 26 0,0-1 16,0 74 15,0 1-15,0 24-16,0-24 15,0 0-15,0-25 16,25-25-16,-25 49 15,49-49 1,-49-25-16</inkml:trace>
  <inkml:trace contextRef="#ctx0" brushRef="#br0" timeOffset="66584.842">26516 3274 0,'0'25'47</inkml:trace>
  <inkml:trace contextRef="#ctx0" brushRef="#br0" timeOffset="66953.632">26913 3398 0,'-50'25'31,"26"-25"-31,-1 25 16,0-25-16,-25 49 15,26 1 1,24-25-1,24 0 1,1-25-16,25 0 16,-1 24-16,-24-24 15,-25 50-15,50-50 0,-50 25 16,0 0 0,-25-25-16,-25 25 15,1-25-15,24 0 16,-25 24-16,26-24 15,-1 0-15,0 0 16,25-49 0</inkml:trace>
  <inkml:trace contextRef="#ctx0" brushRef="#br0" timeOffset="67365.445">27236 3473 0,'-50'0'47,"0"0"-31,50 49-1,0 1 1,0-1 0,0-24-16,25-25 15,0 0-15,25 0 16,-26 50-16,1-50 16,-25 25-1,0 0 16,-25-25-31,-24 0 16,24 0-16,0 0 16,0 0-16,1 0 15</inkml:trace>
  <inkml:trace contextRef="#ctx0" brushRef="#br0" timeOffset="67576.346">27533 3522 0,'0'25'16,"0"0"-1,0 24-15,0-24 16,0 0-16,0 25 15</inkml:trace>
  <inkml:trace contextRef="#ctx0" brushRef="#br0" timeOffset="67742.228">27533 3373 0,'0'0'0,"0"-24"16,0 48 31</inkml:trace>
  <inkml:trace contextRef="#ctx0" brushRef="#br0" timeOffset="68246.939">27806 3572 0,'0'0'15,"0"74"1,0-24 0,0-25-1,-25-25-15,25 25 16,-49-25-16,24 0 15,0 0-15,25-25 32,0-25-17,0-24-15,50-26 16,-26 51-16,26 24 16,0 25-16,-26 0 15,26 0-15,0 0 16,-26 0-16,-24 50 15,25-1-15,-25 1 16,0-25-16,0 24 16,0-74 31,0 1-32,25-26-15,-25 0 16,25 50-16,-25-24 15,25 24-15,24 24 16,-49 1-16,0 25 16,0-1-16,0-24 15,0 25-15,-24-25 16,24 0-16,-25-25 16</inkml:trace>
  <inkml:trace contextRef="#ctx0" brushRef="#br0" timeOffset="68964.556">28897 3448 0,'0'-50'16,"50"-24"-1,-50 49-15,0 0 16,50 0-16,-26-24 16,26 49-1,0 0 1,-1 49 0,-49 1-1,0 24-15,0 1 16,0-26-16,0 51 15,-24-1-15,24-49 0,-25-1 16,25 1-16,-25-25 16,25 24-1</inkml:trace>
  <inkml:trace contextRef="#ctx0" brushRef="#br0" timeOffset="69104.474">29096 4118 0</inkml:trace>
  <inkml:trace contextRef="#ctx0" brushRef="#br0" timeOffset="71374.718">20563 5011 0,'0'-25'16,"0"0"62,-25 0-47,0 25-15,1 0-1,-26 0 1,0 0 0,26 0-1,24 25 1,-25-25-16,-25 25 16,25 24-1,25 1 1,-24-50-1,24 50-15,0-26 16,0 26 0,0 0-1,49-1 1,-24-24 0,0-25-1,-25 25-15,25-25 16,-1 0-1,1 0 1,25 0 0,-25 0-1,-25-25-15,24 25 16,-24-25 0,0-24-1,0 24 32,-24 25-47,-1 0 16,-25 0-1,25 0 1,-24 0 0,49 49-1,-50-49 1,50 25-16,-25-25 15,25 50-15,-24-50 16,24 49-16,0 1 16,-25-50-16,25 50 15,0-1 1,0 26 0,25-75-16,-25 49 15,49-49-15,1 50 16,-25-50-1,-25 25-15,49-25 16,1 0-16,-25 0 16,-1 0-16,1-50 15,0 50-15,-25-25 16,50 25-16,-26 0 16</inkml:trace>
  <inkml:trace contextRef="#ctx0" brushRef="#br0" timeOffset="72337.312">21258 5259 0,'0'-25'16,"-25"25"46,74 25 16,1-25-78,49 49 16,0-49-16,-49 0 16,0 25-16,-26-25 15,26 0-15,-50 25 16,25-25-16,-25 49 16,-25 1-1,-25-25-15,-24 24 16,-25 26-16,0-50 15,24 24-15,26-24 16,-1 0-16,25 49 16,0-74-16,25 50 15</inkml:trace>
  <inkml:trace contextRef="#ctx0" brushRef="#br0" timeOffset="73171.919">22423 5383 0,'0'-50'16,"-74"50"15,49 0-15,-24 0-16,24 25 15,0-25-15,25 49 16,-50 1-16,50-25 16,0 0-16,0-1 15,0 1-15,0 0 16,25 25 0,0-50-16,25 0 15,-1 0-15,26 0 16,-26 0-16,1-25 15,-25 25-15,-25-50 0,24 50 16,-24-25 0,0-24-16,0 24 0,0 0 15,0 0-15,-24 1 16,-1 24-16,0-50 16,0 50-16,-24 0 15,24 0-15,-25 0 16,25 25-1</inkml:trace>
  <inkml:trace contextRef="#ctx0" brushRef="#br0" timeOffset="73683.688">22374 5209 0,'0'-25'32,"0"-24"-32,0 24 78,0 74 94,0 1-157,25 0-15,-25-26 16,0 51-16,0 24 16,0-49-16,0 24 15,0 0-15,0-24 0,0-25 16,0 0-16,0-1 15</inkml:trace>
  <inkml:trace contextRef="#ctx0" brushRef="#br0" timeOffset="74413.369">21828 5606 0,'-25'25'47,"1"-1"-31,-26 1-16,0 25 15,-24-1-15,-1-24 16,1 50-16,0-26 16,24 1-16,0-25 15,26-25-15,-1 49 16,0-49-16</inkml:trace>
  <inkml:trace contextRef="#ctx0" brushRef="#br0" timeOffset="76484.281">20687 6995 0,'0'-50'16,"0"26"15,-25 24-31,-24 0 15,24 0 1,-25 0-16,25 24 16,1 26-16,24-25 15,-50 0-15,50-1 16,-25 26-16,25-25 16,0 0-16,0-1 15,0 1-15,25 25 16,25-50-1,-1 0 1,-24 0-16,0 0 16,49 0-1,-74-25 1,25 25-16,-25-25 16,0 0-1,-25 25 1,-24 0-1,24 0 1,0 0-16,-25 25 0,26-25 16,24 50-16,-25-1 15,25-24-15,0 0 16,0 0-16,0 24 16,0-24-16,0 25 15,25-50 1,24 25-16,-24-25 15,25 0-15,24 0 16,-24 0-16,-1 0 16,-24 0-16,0 0 15,-25-25-15,50 25 16,-50-25-16</inkml:trace>
  <inkml:trace contextRef="#ctx0" brushRef="#br0" timeOffset="77166.486">21233 7069 0,'0'-24'0,"-25"24"63,50 0-16,24 49-32,1-49-15,24 0 16,26 25-16,-26-25 15,-49 0-15,24 0 16,-49 25-16,25-25 0,-25 25 16,0-1-16,-25 26 15,-24 0-15,-26-1 16,-24 26-16,25-26 16,24 1-16,1-25 15,24 24-15,25-24 16,-25-25-16,25 25 15</inkml:trace>
  <inkml:trace contextRef="#ctx0" brushRef="#br0" timeOffset="77645.274">21878 7342 0,'0'-25'15,"-50"50"32,1 0-31,-1 49-16,-25-24 15,1 24-15,0 1 16,24-26-16,0 1 16,26-25-16,-26-25 15,50 49-15,-25-49 0</inkml:trace>
  <inkml:trace contextRef="#ctx0" brushRef="#br0" timeOffset="80405.144">22622 7169 0,'0'0'0,"0"-25"16,0 0 15,-25 25-31,0 0 32,0 0-17,-24 0 1,24 50-1,25-26 1,-25 26 0,25 24-1,0-49 1,0 0-16,0 0 0,0 0 16,0-1-16,0 26 15,0-25-15,25 0 16,-25 24-16,0 1 15,0-25-15,0-1 16,0 1-16,0 0 16,0 25-16,0-26 15,0 26 1,0-25 0,-25-25-1,-24 0 1</inkml:trace>
  <inkml:trace contextRef="#ctx0" brushRef="#br0" timeOffset="80679.985">22324 7615 0,'0'-25'0,"25"25"15,25 0 1,-50-25-16,74 25 16,-49 0-16,0 0 0,-1 0 15,26 0 1,0 0-16,-26 0 0,1 0 15</inkml:trace>
  <inkml:trace contextRef="#ctx0" brushRef="#br0" timeOffset="81208.843">22845 7863 0,'0'25'15,"0"0"17,-49-1-17,49 1 1,-25 25-16,25 0 16,0-1-1,0-24 1,25-25 15,24 0-15,-24 0-1,49-25 1,-74 0 0,25 25-16,-25-49 15,0-1-15,0 25 16,0 0-16,0 1 15,0-1 1,-49 25-16,24 0 0,0 0 16,-25 0-16</inkml:trace>
  <inkml:trace contextRef="#ctx0" brushRef="#br0" timeOffset="83320.853">20712 6970 0,'0'-25'219,"-25"-24"-141,0 49-62,-24 0 15,24 0-15,25 25-1,-25-25 1,25 24-1,-25-24-15,25 25 16,0 25 0,-25-50-16,25 74 15,0-49 1,0 25 0,-24-50-16,24 49 15,0-24-15,0 25 16,0-26-16,0 1 15,0 0-15,0 0 0,0 0 16,0 24 0,0-24-16,24 0 0,-24 0 15,0-1 1,25 26-16,-25-25 0,0 0 16,50-1-16,-50 1 15,0 25-15,0-25 16,0-1-16,0 1 15,0 0-15,0 25 16,0-1 0,-50-49-1,50 25-15,-25-25 16,1 0 0,-26 0-16,0 0 15,26 0 1,-1 0-1</inkml:trace>
  <inkml:trace contextRef="#ctx0" brushRef="#br0" timeOffset="83867.595">20464 7590 0,'-25'-25'31,"0"25"-31,0 0 32,-24 0-1,24 0-16,0 0 17,50 0 30,0 0-62,24 0 16,1 0-16,24 0 0,-24 0 15,24 0 1,1 0-16,-1-24 16,-24 24-16,-25 0 15,0 0-15</inkml:trace>
  <inkml:trace contextRef="#ctx0" brushRef="#br0" timeOffset="85784.786">20439 9153 0,'0'-50'15,"0"1"1,0 24-16,0 0 16,25 0-1,24 0 1,-24 25 0,0 0-16,0 0 15,0 0-15,-1 0 16,26 75-1,-50-50-15,50 24 16,-50 1-16,25 0 16,-25-1-16,24 1 15,-24-1-15,50-24 16,0-25-16,-50 50 0,24-50 16,-24 25-1,0-1-15,25-24 16</inkml:trace>
  <inkml:trace contextRef="#ctx0" brushRef="#br0" timeOffset="86145.652">20786 9227 0,'-24'-24'15,"-26"24"16,25 24-15,25 26-16,-50 0 16,26 24-16,-26 0 15,25 1-15,-49-1 16,49 1-16,25-26 16,-50-24-16,50 0 15,0 0-15</inkml:trace>
  <inkml:trace contextRef="#ctx0" brushRef="#br0" timeOffset="87048.261">21927 9178 0,'0'0'15,"-24"0"48,-26 49-63,0-24 15,1 0-15,-1 25 16,0-26-16,1 1 16,24 25-16,0-50 0,25 49 15,-49-49 1,73 0 78,26 25-79,-25-25-15,24 25 16,1-25-16,25 50 16,-51-50-16,51 49 15,-50-49-15,-25 50 16,49-50-16,-49 25 15,25-25-15</inkml:trace>
  <inkml:trace contextRef="#ctx0" brushRef="#br0" timeOffset="87569.141">21406 9872 0,'50'0'94,"-25"0"-94,24 0 15,1 50-15,24-50 16,-24 0-16,25 25 15,-26-25-15,1 0 16,-25 0-16,-1 0 16</inkml:trace>
  <inkml:trace contextRef="#ctx0" brushRef="#br0" timeOffset="88395.821">22448 9277 0,'0'-25'15,"0"0"1,0 1 0,50 24-1,-25 0 1,24 0 0,-24 0-16,0 24 15,0 1-15,24 0 16,1 25-16,-25-26 15,0 26-15,-25 0 16,49-1-16,-49-24 16,50 25-16,-50-26 15,49-24-15,-49 50 16,25-50-16,-25 25 16,0 0-1</inkml:trace>
  <inkml:trace contextRef="#ctx0" brushRef="#br0" timeOffset="88763.651">22820 9525 0,'0'-25'0,"-24"25"31,-1 25-15,25 0-1,-50 24-15,25 1 16,-24 24-16,24 1 16,-25-1-16,25-24 15,25-1-15,-49 1 16,49-25-16,0 0 0,0 24 16</inkml:trace>
  <inkml:trace contextRef="#ctx0" brushRef="#br0" timeOffset="89338.389">22746 10269 0,'-25'0'63,"25"25"-47,-25 25-1,25-1-15,0 1 16,0-25-1,50-25 17,0 0-17,-1 0 1,1-50 0,-25 0-1,-25 1-15,0 24 16,0 0-16,0 0 15,0 1-15,-25 24 16,-25 0-16,1 0 16,-26 0-16,1 0 15</inkml:trace>
  <inkml:trace contextRef="#ctx0" brushRef="#br0" timeOffset="91079.952">23540 7094 0,'0'25'31,"-50"0"-31,50 24 16,-50 26-16,50 24 16,-74 25-16,74 25 15,0-25-15,0 0 0,0 0 16,25-25-1,49-24-15,-24-1 0,-1 0 16,-24-24-16,0 0 16,-25-1-16</inkml:trace>
  <inkml:trace contextRef="#ctx0" brushRef="#br0" timeOffset="91748.658">23490 9054 0,'0'49'47,"0"1"-32,-50 24-15,50 26 16,-74 24-16,74-25 0,-25 0 15,25-49-15,0-1 16,0 1-16,0-1 16,0 1-16,25-25 15,-25 24-15,50-49 16,-50 25-16,24-25 16</inkml:trace>
  <inkml:trace contextRef="#ctx0" brushRef="#br0" timeOffset="92678.225">24011 7541 0,'0'-25'16,"0"0"-16,50-49 16,-26 49-1,1-25 1,0 50-16,25-49 16,-26 49-16,1 0 0,25 0 15,-25 24-15,-1 1 16,-24 0-16,50 25 15,-50-26-15,0 1 16</inkml:trace>
  <inkml:trace contextRef="#ctx0" brushRef="#br0" timeOffset="92995.136">24160 7466 0,'0'-25'16,"0"50"31,0 25-47,0-25 15,0 74-15,0 0 16,0-25-16,-50 50 0,50-74 16,0 25-16,0-51 15,0 1-15,0 0 16,0 25 0</inkml:trace>
  <inkml:trace contextRef="#ctx0" brushRef="#br0" timeOffset="93498.901">24309 7565 0,'0'0'0,"0"-24"15,24 24 1,1 0 15,-25 24-15,0 26 0,0 0-16,0-1 15,0 26-15,0-26 16,0 1-16,0-25 15,0 24-15,50-98 47,-50 24-31,25-25-16,-25 1 16,49-1-16,-49 25 15,25 25-15,0 0 31,-25 25-31,49 0 16,-49 24-16,0 1 16,0 0-16,25-26 15,-25 1-15,0 0 16</inkml:trace>
  <inkml:trace contextRef="#ctx0" brushRef="#br0" timeOffset="94387.453">24705 7739 0,'50'0'31,"-25"25"-31,-25 24 16,0 1-16,0-25 15,0 24-15,0-24 16,0 0-16,0-50 63,0-24-63,0-1 15,0 0-15,25 26 16,-25-26-16,49 50 15,-49-25-15,25 25 16,25 0 0,-1 25-1,1-25-15,-25 25 16,0-25-16,-25 25 16,74-25-16,-49 0 15,24 0 1,-24 0 15,-25-50-31,0 25 16,0 0-16,0 1 15,-49 24 17,24 0-32,-25 24 15,25 26-15,1 0 16,24-1-16,-50 26 15,50-1-15,0-24 16,0-25-16,0-1 0,74 1 16,-49-25-1,25 0-15,-1 0 16,-24-25-16,25 1 16,-25-26-16,24 0 15,-24 1-15,-25-1 16,25 0-16,-25 1 15,0 24-15,0 0 16,-25 25 15,25 25-15,0 0-16,50 49 31,-26-49-31,1 0 0,0 24 16,25-24-16,-50 0 15,0 50 1,0-26 0,-50-24-1,0-25 1,26 0-16,-26 0 16,50-74-1</inkml:trace>
  <inkml:trace contextRef="#ctx0" brushRef="#br0" timeOffset="95130.074">25673 7491 0,'0'0'0,"25"0"47,-25 25-47,0 24 16,24 26-16,-24 24 15,0 0-15,0-49 16,0 24-16,0-24 16,0 0-16,0-26 0,0 1 31,50-50 0,-50 1-31,0-26 16,25 0-16,-25 25 15,25 25 1,-25 25 0,24 25-1,-24 0-15,0-26 16,0 1-16,50-25 15,-50 25-15,25-25 0,25 0 16,-1 0 0,-24-25-16,0 0 15,0 25 1,-25-74-16,49 24 0,-49 25 16,50 1-16,-50-1 15,-25 50 16,-25 24-15,50 1-16,-24 0 16,24-1-16,0 1 15,0-25 1,24-25-16,51 0 16,-50-25-1,-25 0-15,24 25 16,-24-74-16,0 49 15,0-25-15,-24 0 16,-1 26-16,0 24 16,25-25-16,-50 25 15</inkml:trace>
  <inkml:trace contextRef="#ctx0" brushRef="#br0" timeOffset="95369.939">26367 7739 0,'0'-25'16,"-24"75"-16,48-75 0,26-49 0,-50 49 0,25 0 16,-25-25-1,0 100 32,0 0-47,0-1 16,0 50-16,0 1 15,0-1-15,-25 50 16,25-100-16,0 1 16,0-25-16,0 0 15,50-25 17</inkml:trace>
  <inkml:trace contextRef="#ctx0" brushRef="#br0" timeOffset="95836.703">26715 8136 0,'0'0'0,"0"-25"0,0-49 32,0 49-32,-25 25 15,0 0 1,-25 25-1,26 0-15,24 24 0,-50 1 16,50-1-16,0-24 16,0 25-1,0-25-15,74-25 16,-49 0 0,0 0-16,25-50 15,-26 25-15,-24-24 16,50-26-16,-50 1 15,0-1-15,0-24 16,0-25-16,0 50 16,0-1-16,0 26 15,0 24-15,0 74 47,0 26-47,0 24 16,0 0-16,0 0 15,0 1-15,0-1 16,0-49-16,0-1 16,0-24-16</inkml:trace>
  <inkml:trace contextRef="#ctx0" brushRef="#br0" timeOffset="96701.375">27856 7838 0,'0'0'0,"0"-25"16,-25 25-16,25-49 16,-25 49-1,50-25 63,0 25-62,24-50-16,1 26 16,-25-1-16,-1-25 15,-24 25-15,50 1 16,-50-1-16,0-25 16,0 25-16,-50-24 15,1 24-15,24 25 16,-25 25-1,50 24 1,0-24-16,-24 50 16,24-51-16,0 26 15,0 24-15,0 26 16,0-26-16,0 25 16,0-24-16,0-1 15,0-24-15,0-1 16,0-24-16,0 25 15,0-25 1,-25-25 0</inkml:trace>
  <inkml:trace contextRef="#ctx0" brushRef="#br0" timeOffset="97905.748">27682 8037 0,'25'0'15,"0"-25"-15,-1 25 16,26-25-16,0 25 16,-1-50-16,1 50 15,-25-24-15,-1 24 16,1 0-16,0 0 0,0 0 15,25 0-15,-1 0 16,-49 24 0,50 1-16,-50 0 15,0 25-15,0-25 16,0-1-16,0 26 16,-25-25-1,0-25 16,25-50 1,0 25-17,0 1-15,0-26 16,50 25-16,-50 0 0,74 25 16,-49-25-16,25 25 15,-26 0 1,26 0-1,-25 0 1,-25 25-16,25-25 16,-25 25-16,24-25 15,1 0 1,25 0-16,-25 0 16,-1 0-16,26 0 15,-50-74 1,0 49-16,50 0 15,-50-25 1,-50 26 0,0 24-1,26 0-15,-1 24 16,0 1-16,-25 0 16,50 25-16,-49-1 15,49 1-15,0-25 16,0 0-16,25 24 15,-1-49 1,1 50-16,25-50 16,24 0-16,-24 0 0,24 0 15,-24-25-15,-25 25 16,24-50-16,-24 50 16,-25-49-16,50 24 15,-50 0-15,0 0 16,0 0-16,0-24 15,0 24-15,0-25 16,-50 50 15,0 50-31,50 0 16,-49-1-16,49 1 16,0-25-16,0 0 15,25-25 1,24 0-1,-24 0-15,25 0 16,-50-50 0,24 0-16,-24 25 15,0 1-15,0-1 16,0-25 0,0 75-1,0 25 1,0 24-1,0-24-15,0 49 0,0 0 16,0-24-16,0-26 16,0 1-1,0-1-15,0-24 16,0 25-16</inkml:trace>
  <inkml:trace contextRef="#ctx0" brushRef="#br0" timeOffset="98126.625">29195 8186 0,'0'0'15</inkml:trace>
  <inkml:trace contextRef="#ctx0" brushRef="#br0" timeOffset="98453.462">29443 7541 0,'0'0'16,"0"-50"-16,50 50 15,-50 25 17,49 0-32,-49 49 15,50 0-15,-50 50 16,0 0-16,0 25 0,0 25 15,-50-25-15,26-50 16,-51-25-16,26-24 16,-26 0-16</inkml:trace>
  <inkml:trace contextRef="#ctx0" brushRef="#br0" timeOffset="99651.838">24036 9327 0,'0'-25'32,"0"-25"-17,25 50 1,-25-49-16,74 24 15,-49 0-15,24 25 16,-24-50-16,0 50 16,0 0-16,0 0 0,24 25 15,-24 25 1,-25-25-16,50-1 0,-50 1 16,0 25-16,0-1 15</inkml:trace>
  <inkml:trace contextRef="#ctx0" brushRef="#br0" timeOffset="99904.721">24209 9302 0,'0'25'47,"25"24"-47,-25 1 15,0-1-15,0 26 16,0-26-16,0 1 16,0-25-16,0 0 15</inkml:trace>
  <inkml:trace contextRef="#ctx0" brushRef="#br0" timeOffset="100311.479">24383 9302 0,'0'0'16,"25"-25"15,-25 75-15,49-1-1,-49 26-15,0-26 16,0 50-16,0-74 16,0 0-16,0 0 15,25-25-15,0 0 31,0-50-15,-25 25 0,49 1-16,-24 24 31,0 24-15,-25 1-16,0 0 15,0 0-15,0 0 16,25-25-16,-25 24 15</inkml:trace>
  <inkml:trace contextRef="#ctx0" brushRef="#br0" timeOffset="101091.106">24829 9475 0,'50'0'31,"-50"25"-31,25 25 16,-25-25-16,0-1 16,0 1-16,0 25 15,0-75 48,0 0-63,0-24 15,0-1-15,0 25 16,25-24-16,24 24 16,-24 25-1,25 0 1,-25 0-16,-1 0 16,1 49-16,0-49 15,25 25-15,-26-25 16,26 0-1,-25 0 1,0 0 0,-25-25-16,0 1 15,0-1-15,0-25 0,0 25 16,0 1-16,0-1 16,-25 25-1,-25 25 1,25 24-16,25 26 15,-49-1-15,49 25 16,0-24-16,0-26 16,0-24-16,25 0 15,24-25 1,1 0 0,-25-25-16,-1 0 15,1 0-15,-25 1 16,75-26-16,-75 0 15,24-24-15,-24 24 0,25 26 16,25-26 0,-1 50-1,-24 0-15,25 50 16,-50-1 0,25 1-16,-25-1 0,0 1 15,0 0-15,-25-1 16,25-24-16,-50-25 15,25 25-15,-24-25 16,49-25 15,0-25-31</inkml:trace>
  <inkml:trace contextRef="#ctx0" brushRef="#br0" timeOffset="101775.721">25772 9153 0,'0'0'0,"25"0"0,-25 50 31,49-1-15,-49 26-16,0-1 16,0 25-16,0 25 15,0-49-15,0-51 16,0 26-16,0-25 15,0 0-15,25-25 16,0 0 0,-25-25-1,50 0-15,-25-25 16,-25 26-16,49 24 16,-49-25-16,25 25 31,-25 25-31,0 24 15,0-24-15,0 0 16,50-25 0,-1 0-1,-24 0-15,25 0 0,-26 0 16,1-50 0,0 50-16,-25-74 0,50 49 15,-50-25-15,0 26 16,0-26-16,-25 100 47,0-1-47,0 1 15,25-1-15,-49 1 16,49-25-16,0 0 16,24-1-1,1-24-15,25 0 16,-25 0-16,-1 0 15,1 0-15,-25-49 0,25 49 16,-25-75-16,0 51 16,0-1-16,-50-25 15,26 25-15,-1-24 16,-25 24 0</inkml:trace>
  <inkml:trace contextRef="#ctx0" brushRef="#br0" timeOffset="101996.586">26591 9327 0,'0'0'0,"0"24"47,0 26-47,0 0 15,0 49-15,0 0 16,0-49-16,0-1 16,0 1-16,0-25 15,0 24 1,24-49 0</inkml:trace>
  <inkml:trace contextRef="#ctx0" brushRef="#br0" timeOffset="102405.353">26888 9674 0,'0'0'15,"0"-50"-15,-25 50 16,-24 0 0,24 0-16,-25 50 15,50-25-15,-24 24 16,24-24-16,0 0 15,0 0 1,74-25 0,-49 0-1,0-25-15,24-25 0,-24 1 16,-25-1-16,50 0 16,-50-49-1,0-25-15,0 25 0,0 49 16,0 1-16,-25-1 15,25 75 17,-25 25-32,25 24 15,0 25-15,0-24 16,25 73-16,-25-98 16,0 24-16,0-24 15,0-25-15,0 0 16</inkml:trace>
  <inkml:trace contextRef="#ctx0" brushRef="#br0" timeOffset="103245.922">27980 9575 0,'0'-25'31,"-25"0"-31,0 25 16,-25 25-1,50 24-15,-24 26 16,24-26-16,0-24 15,0 0-15,0 25 16,24-50 0,1 0-1,25 0-15,-25 0 16,-1 0-16,-24-50 16,25 25-16,-25 0 15,0-24-15,0 24 16,0 50 15,0 0-15,0-1-16,0 26 15,50-50-15,-25 25 16,0-25-16,24 0 16,-24 0-16,25 0 15,-50-50-15,0 25 16,0-24-1,0-1-15,0 25 0,0-24 16,-25-1-16,0 25 16,0 25-1,0 0 1,25 25 0</inkml:trace>
  <inkml:trace contextRef="#ctx0" brushRef="#br0" timeOffset="103603.718">28749 9575 0,'0'0'0,"-25"0"16,-50 24-1,51 1-15,-1 0 16,25 0-16,-50 24 15,50-24-15,0 0 16,25-25 15,0 0-15,0 0-16,24-50 16,1 26-16,-50-1 15,49 0-15,-49-25 0,25 50 47,-25 25-47,0 25 16,25-25-16,-25-1 15,25-24 1</inkml:trace>
  <inkml:trace contextRef="#ctx0" brushRef="#br0" timeOffset="103911.539">28972 9475 0,'0'0'0,"0"50"31,25 24-15,-25 1-16,0-26 15,49 1 1,-49-25-16,25 0 15,25-25 17,-1-50-17,-49 25-15,50-24 16,-50-26-16,25 26 16,-25-1-16,0 25 15</inkml:trace>
  <inkml:trace contextRef="#ctx0" brushRef="#br0" timeOffset="104332.35">29542 9203 0,'0'-25'16,"25"25"15,-25 25-31,50 49 16,-50 0-16,0 50 15,0 0-15,0 25 0,0 0 16,-50-25-16,25-74 16,-24 24-16</inkml:trace>
  <inkml:trace contextRef="#ctx0" brushRef="#br0" timeOffset="104828.18">29344 9922 0,'0'-25'16,"-25"25"46,0 0-46</inkml:trace>
  <inkml:trace contextRef="#ctx0" brushRef="#br0" timeOffset="146751.533">5556 2332 0,'0'0'0,"0"-25"31,-25 25-15,1 0 0,-1 25-1,25-1-15,-50 1 16,1 0-16,49 25 0,-75 24 31,75-24-31,0-26 16,0 1-16,0 75 31,0-76-31,0 1 16,99 74-1,-99-74 1,50 74-1,-50-74 1,0 25 0,0-25-1,-25-25-15,0 49 16,1-49 0</inkml:trace>
  <inkml:trace contextRef="#ctx0" brushRef="#br0" timeOffset="147054.538">5259 2902 0,'0'-25'63,"49"1"-48,-24 24-15,49-50 16,-49 50-16,50-50 15,-51 50-15,26-24 16</inkml:trace>
  <inkml:trace contextRef="#ctx0" brushRef="#br0" timeOffset="148112.21">6350 4589 0,'0'-25'31,"0"0"-31,25 25 16,0 0-1,49 0 1,-49 0-16,0 0 16,-1 25-16,1-25 15,25 50-15,-1-1 16,-24-24-1,0 0 17,-25 0-17</inkml:trace>
  <inkml:trace contextRef="#ctx0" brushRef="#br0" timeOffset="148398.067">6648 4663 0,'-25'0'16,"-25"0"15,50 50-15,-49-1-16,24 1 15,0 0-15,25 24 16,-50-24-16,50-1 16,-49 1-16,49-25 15,-50 0-15</inkml:trace>
  <inkml:trace contextRef="#ctx0" brushRef="#br0" timeOffset="150708.177">2828 8161 0,'0'74'94,"0"-49"-94,0 0 16,0 0-16,0 24 15,0 1-15,0-1 16,25 1-16,-25-25 0,24 0 16,-24-1-16,50 26 15,-50-25-15,50-25 16,-1 49-16,-24-49 15,0 50-15,0-50 16,24 50-16,-24-50 16,0 24-16,0-24 15,-1 0-15,-24 25 16,50-25-16,0 0 16,-26 0-16,1 0 15,0 0-15,25 0 16,-1 0-16,1 0 0,-1 0 15,1 0 1,-25-25-16,0 25 0,0 0 16,24 0-16,1 0 15,-25 0-15,-1 0 16,26 0-16,0 0 16,-1-49-16,1 49 15,-1 0-15,1 0 16,0-25-16,-1 25 15,-24 0-15,0-25 16,24 25-16,-24-49 0,25 49 16,-25-50-16,-1 50 15,-24-50 1,25 50-16,-25-24 0,50 24 16,-50-25-16,25 25 15,-25-25-15,24 25 16,-24-25-16,25 25 15,-25-25-15,25 25 16,-25-49-16,25 49 16,-25-25-1,49 25 1,-49-25-16,25 25 16,-25-25-16,25 25 15,-25-24 1,25 24-1,-25-25 1,25 25-16,-25-25 47,25 25-16,-25-50 0</inkml:trace>
  <inkml:trace contextRef="#ctx0" brushRef="#br0" timeOffset="150938.038">4837 8210 0,'0'0'15,"0"-24"1,0-1-1,0 0 17,50 0-17,-26 25 1,-24 25 0,0 25-1,0 24-15,-24-24 0,-26 24 16,25 0-16,-25 1 15,26-1-15,-26-24 16,0 49-16</inkml:trace>
  <inkml:trace contextRef="#ctx0" brushRef="#br0" timeOffset="153160.973">2877 8756 0,'50'0'47,"-25"0"-31,-25 25-1,49-25-15,-49 49 0,75 1 16,-50-25-16,-1 0 15,1 24-15,25-24 16,-1 0 0,1 25-16,0-26 0,24 1 15,-24-25 1,-1 50-16,26-1 0,-26-49 16,26 50-16,-1-50 15,1 50-15,-1-50 16,-24 49-16,-1-49 15,26 25-15,-26-25 16,1 0-16,-1 0 16,1 0-16,0 0 15,-1 0-15,1 0 16,-1 0-16,1 0 0,-25 0 16,24 0-16,1 0 15,0 0-15,-1 0 16,1 0-16,0 0 15,-1 0-15,26 0 16,-26 0-16,1 0 16,-1 0-16,1 0 15,24 0-15,-24 0 16,24 0-16,1 0 16,-1 0-16,-24 0 15,24 0-15,1 0 0,-26 0 16,1 0-16,-25 0 15,24 0 1,1 0-16,24 0 0,-24-25 16,24 25-16,-24 0 15,0-49-15,-1 49 16,-24 0-16,25-50 16,-1 50-16,1-25 15,-1 25-15,1-25 16,0 25-16,-1-49 15,1 49-15,-1-25 0,1 25 16,-25-25 0,0 25-16,0-49 0,-1 49 15,26 0-15,-25-25 16,0 25-16,24-25 16,1 25-1,24-50 1,-49 50-1,0 0-15,0-25 16,24 25-16,-24 0 16,-25-24-1,50 24-15,-1 0 16,-49-25-16,50 25 16,-1 0-1,1-50 1,0 50-1,-1 0 1,-49-25-16,50 25 16,-1 0-1,1 0 1,-25 0-16,24 0 16,-24 0-16,25 0 15,24 0-15,-24 0 16,-25 0-16,0 0 15,-1 0-15,1 0 16,25 0-16,-25 50 16,24-50-16,-24 25 15,0-25-15,24 25 16,-24-25 0,0 0-1,-25 24 1</inkml:trace>
  <inkml:trace contextRef="#ctx0" brushRef="#br0" timeOffset="153495.777">8483 8781 0,'25'0'63,"25"25"-48,-50 49 1,0-49 0,0 0-16,-50 24 15,25-24-15,0 0 16,-24 25-16,-1-50 16</inkml:trace>
</inkml:ink>
</file>

<file path=ppt/ink/ink2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9-06T02:11:00.256"/>
    </inkml:context>
    <inkml:brush xml:id="br0">
      <inkml:brushProperty name="width" value="0.05292" units="cm"/>
      <inkml:brushProperty name="height" value="0.05292" units="cm"/>
      <inkml:brushProperty name="color" value="#002060"/>
    </inkml:brush>
  </inkml:definitions>
  <inkml:trace contextRef="#ctx0" brushRef="#br0">22572 11534 0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3AFB2-80FF-4A2A-95A7-0E0181BEF919}" type="datetimeFigureOut">
              <a:rPr lang="en-GB" smtClean="0"/>
              <a:t>06/09/2023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936D-B650-4F44-ACC4-9BCD428F0325}" type="slidenum">
              <a:rPr lang="en-GB" smtClean="0"/>
              <a:t>‹#›</a:t>
            </a:fld>
            <a:endParaRPr lang="en-GB"/>
          </a:p>
        </p:txBody>
      </p:sp>
    </p:spTree>
    <p:extLst>
      <p:ext uri="{BB962C8B-B14F-4D97-AF65-F5344CB8AC3E}">
        <p14:creationId xmlns:p14="http://schemas.microsoft.com/office/powerpoint/2010/main" val="3337067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206936D-B650-4F44-ACC4-9BCD428F0325}" type="slidenum">
              <a:rPr lang="en-GB" smtClean="0"/>
              <a:t>6</a:t>
            </a:fld>
            <a:endParaRPr lang="en-GB"/>
          </a:p>
        </p:txBody>
      </p:sp>
    </p:spTree>
    <p:extLst>
      <p:ext uri="{BB962C8B-B14F-4D97-AF65-F5344CB8AC3E}">
        <p14:creationId xmlns:p14="http://schemas.microsoft.com/office/powerpoint/2010/main" val="424600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573-7E69-4AE5-9856-68C95C33F8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9F72657-2C37-4C94-9BDE-D218451410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1B2CB8B-5B38-46A7-A9FC-5EA08294FEF2}"/>
              </a:ext>
            </a:extLst>
          </p:cNvPr>
          <p:cNvSpPr>
            <a:spLocks noGrp="1"/>
          </p:cNvSpPr>
          <p:nvPr>
            <p:ph type="dt" sz="half" idx="10"/>
          </p:nvPr>
        </p:nvSpPr>
        <p:spPr/>
        <p:txBody>
          <a:bodyPr/>
          <a:lstStyle/>
          <a:p>
            <a:fld id="{C68ADCAB-E1C9-4559-B395-5E2B132B1A93}" type="datetime1">
              <a:rPr lang="en-GB" smtClean="0"/>
              <a:t>06/09/2023</a:t>
            </a:fld>
            <a:endParaRPr lang="en-GB"/>
          </a:p>
        </p:txBody>
      </p:sp>
      <p:sp>
        <p:nvSpPr>
          <p:cNvPr id="5" name="Footer Placeholder 4">
            <a:extLst>
              <a:ext uri="{FF2B5EF4-FFF2-40B4-BE49-F238E27FC236}">
                <a16:creationId xmlns:a16="http://schemas.microsoft.com/office/drawing/2014/main" id="{12FF1C4E-E1A7-445B-B0FE-60D783146F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393C56-9963-46E2-B107-9C819A942352}"/>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2655379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DFE57-6869-407D-9872-E26A9A4C339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D651560-6BC4-4255-BA5F-AF67B609F02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ABB094-A70F-412F-83A7-638E7093ABDD}"/>
              </a:ext>
            </a:extLst>
          </p:cNvPr>
          <p:cNvSpPr>
            <a:spLocks noGrp="1"/>
          </p:cNvSpPr>
          <p:nvPr>
            <p:ph type="dt" sz="half" idx="10"/>
          </p:nvPr>
        </p:nvSpPr>
        <p:spPr/>
        <p:txBody>
          <a:bodyPr/>
          <a:lstStyle/>
          <a:p>
            <a:fld id="{D5787434-6F0D-4F5F-A27D-FA782DFB0701}" type="datetime1">
              <a:rPr lang="en-GB" smtClean="0"/>
              <a:t>06/09/2023</a:t>
            </a:fld>
            <a:endParaRPr lang="en-GB"/>
          </a:p>
        </p:txBody>
      </p:sp>
      <p:sp>
        <p:nvSpPr>
          <p:cNvPr id="5" name="Footer Placeholder 4">
            <a:extLst>
              <a:ext uri="{FF2B5EF4-FFF2-40B4-BE49-F238E27FC236}">
                <a16:creationId xmlns:a16="http://schemas.microsoft.com/office/drawing/2014/main" id="{DFFE95FF-BE6A-45BA-894D-A4D6BB2C24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C4BE12-E44B-4379-AFA0-DA57CB61BC91}"/>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3067830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8D246-BB20-42A8-B8AC-36FDA2DB84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CB136C9-9262-4027-832F-9BBA390B04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17D3C2E-2CAE-438E-AC6F-FFA76500896F}"/>
              </a:ext>
            </a:extLst>
          </p:cNvPr>
          <p:cNvSpPr>
            <a:spLocks noGrp="1"/>
          </p:cNvSpPr>
          <p:nvPr>
            <p:ph type="dt" sz="half" idx="10"/>
          </p:nvPr>
        </p:nvSpPr>
        <p:spPr/>
        <p:txBody>
          <a:bodyPr/>
          <a:lstStyle/>
          <a:p>
            <a:fld id="{D11ED05E-0A20-4CD0-9616-068E3B01A330}" type="datetime1">
              <a:rPr lang="en-GB" smtClean="0"/>
              <a:t>06/09/2023</a:t>
            </a:fld>
            <a:endParaRPr lang="en-GB"/>
          </a:p>
        </p:txBody>
      </p:sp>
      <p:sp>
        <p:nvSpPr>
          <p:cNvPr id="5" name="Footer Placeholder 4">
            <a:extLst>
              <a:ext uri="{FF2B5EF4-FFF2-40B4-BE49-F238E27FC236}">
                <a16:creationId xmlns:a16="http://schemas.microsoft.com/office/drawing/2014/main" id="{5CE73BFF-7724-4485-AE08-7C31689731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5D5FEA-B3F6-41F8-A648-65A4929F4799}"/>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547456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0470F-AAF5-4F76-A2BE-61D5D2F4AF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6FEA38-7425-4E60-8248-AD1996E32FE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228C573-2AE6-4B64-ABD2-B71DE39FA95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C40CA8F-9B61-4462-A2C0-9952B91079EE}"/>
              </a:ext>
            </a:extLst>
          </p:cNvPr>
          <p:cNvSpPr>
            <a:spLocks noGrp="1"/>
          </p:cNvSpPr>
          <p:nvPr>
            <p:ph type="dt" sz="half" idx="10"/>
          </p:nvPr>
        </p:nvSpPr>
        <p:spPr/>
        <p:txBody>
          <a:bodyPr/>
          <a:lstStyle/>
          <a:p>
            <a:fld id="{854CDB52-3FD9-4DB0-8E2F-F5C75D40E3A5}" type="datetime1">
              <a:rPr lang="en-GB" smtClean="0"/>
              <a:t>06/09/2023</a:t>
            </a:fld>
            <a:endParaRPr lang="en-GB"/>
          </a:p>
        </p:txBody>
      </p:sp>
      <p:sp>
        <p:nvSpPr>
          <p:cNvPr id="6" name="Footer Placeholder 5">
            <a:extLst>
              <a:ext uri="{FF2B5EF4-FFF2-40B4-BE49-F238E27FC236}">
                <a16:creationId xmlns:a16="http://schemas.microsoft.com/office/drawing/2014/main" id="{EE3A3CA7-F00F-40E7-BE97-986EDA1A313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F1D56FE-6CD9-4265-88EA-C7E26B01708E}"/>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4230077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53BC7-1878-46ED-A916-4F42AAE930B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6F30287-4C24-442F-A904-F1EB34D36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061D7E8-A203-4F3A-8B9F-F020175D308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0DB8384-E77D-4DA6-9BC8-7514ABD6D8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D36CCD8-DD72-4A77-8A40-21915BA30EA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54C13E7-2082-4585-B775-56049B7C7315}"/>
              </a:ext>
            </a:extLst>
          </p:cNvPr>
          <p:cNvSpPr>
            <a:spLocks noGrp="1"/>
          </p:cNvSpPr>
          <p:nvPr>
            <p:ph type="dt" sz="half" idx="10"/>
          </p:nvPr>
        </p:nvSpPr>
        <p:spPr/>
        <p:txBody>
          <a:bodyPr/>
          <a:lstStyle/>
          <a:p>
            <a:fld id="{923FF9CB-CE67-40CF-A3FD-7FE1562B7EE3}" type="datetime1">
              <a:rPr lang="en-GB" smtClean="0"/>
              <a:t>06/09/2023</a:t>
            </a:fld>
            <a:endParaRPr lang="en-GB"/>
          </a:p>
        </p:txBody>
      </p:sp>
      <p:sp>
        <p:nvSpPr>
          <p:cNvPr id="8" name="Footer Placeholder 7">
            <a:extLst>
              <a:ext uri="{FF2B5EF4-FFF2-40B4-BE49-F238E27FC236}">
                <a16:creationId xmlns:a16="http://schemas.microsoft.com/office/drawing/2014/main" id="{FCAEA5FE-2993-49D7-949D-84F8DB23ABB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C44904F-39DC-4728-91BE-2A6074C29E62}"/>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3944035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91625-406C-416D-8B8B-B898A7A313C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135CCAF-9422-44C0-8AA1-CFFCF0CA82B5}"/>
              </a:ext>
            </a:extLst>
          </p:cNvPr>
          <p:cNvSpPr>
            <a:spLocks noGrp="1"/>
          </p:cNvSpPr>
          <p:nvPr>
            <p:ph type="dt" sz="half" idx="10"/>
          </p:nvPr>
        </p:nvSpPr>
        <p:spPr/>
        <p:txBody>
          <a:bodyPr/>
          <a:lstStyle/>
          <a:p>
            <a:fld id="{CB91B2BA-52AE-4573-AA02-16420E7C7010}" type="datetime1">
              <a:rPr lang="en-GB" smtClean="0"/>
              <a:t>06/09/2023</a:t>
            </a:fld>
            <a:endParaRPr lang="en-GB"/>
          </a:p>
        </p:txBody>
      </p:sp>
      <p:sp>
        <p:nvSpPr>
          <p:cNvPr id="4" name="Footer Placeholder 3">
            <a:extLst>
              <a:ext uri="{FF2B5EF4-FFF2-40B4-BE49-F238E27FC236}">
                <a16:creationId xmlns:a16="http://schemas.microsoft.com/office/drawing/2014/main" id="{EAFDCF39-F0BA-4977-9E63-4EA1F37ADF6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73E8AC3-6292-4342-9FF5-6268C08B2CD7}"/>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933876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62AE4B-02B8-4C02-BC22-65B13406237B}"/>
              </a:ext>
            </a:extLst>
          </p:cNvPr>
          <p:cNvSpPr>
            <a:spLocks noGrp="1"/>
          </p:cNvSpPr>
          <p:nvPr>
            <p:ph type="dt" sz="half" idx="10"/>
          </p:nvPr>
        </p:nvSpPr>
        <p:spPr/>
        <p:txBody>
          <a:bodyPr/>
          <a:lstStyle/>
          <a:p>
            <a:fld id="{4DFA35B6-08A2-4207-A76D-37F33189BCDE}" type="datetime1">
              <a:rPr lang="en-GB" smtClean="0"/>
              <a:t>06/09/2023</a:t>
            </a:fld>
            <a:endParaRPr lang="en-GB"/>
          </a:p>
        </p:txBody>
      </p:sp>
      <p:sp>
        <p:nvSpPr>
          <p:cNvPr id="3" name="Footer Placeholder 2">
            <a:extLst>
              <a:ext uri="{FF2B5EF4-FFF2-40B4-BE49-F238E27FC236}">
                <a16:creationId xmlns:a16="http://schemas.microsoft.com/office/drawing/2014/main" id="{C7C9C36A-0777-4B16-9A37-ACCAD1F01DC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C718AAE-C37F-4F57-A508-15D8C1673C21}"/>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3395013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F16C1-8A82-417E-BBA5-BA25CDAE1F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599C8BB-D860-40E4-B109-C7E19F7EC5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5B9D94A-4F54-4C36-93C2-C1D00E55C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6348B81-A469-477F-9109-F92698CB9BAC}"/>
              </a:ext>
            </a:extLst>
          </p:cNvPr>
          <p:cNvSpPr>
            <a:spLocks noGrp="1"/>
          </p:cNvSpPr>
          <p:nvPr>
            <p:ph type="dt" sz="half" idx="10"/>
          </p:nvPr>
        </p:nvSpPr>
        <p:spPr/>
        <p:txBody>
          <a:bodyPr/>
          <a:lstStyle/>
          <a:p>
            <a:fld id="{01A2145F-FAB0-451B-BA38-A89ECDB0B86B}" type="datetime1">
              <a:rPr lang="en-GB" smtClean="0"/>
              <a:t>06/09/2023</a:t>
            </a:fld>
            <a:endParaRPr lang="en-GB"/>
          </a:p>
        </p:txBody>
      </p:sp>
      <p:sp>
        <p:nvSpPr>
          <p:cNvPr id="6" name="Footer Placeholder 5">
            <a:extLst>
              <a:ext uri="{FF2B5EF4-FFF2-40B4-BE49-F238E27FC236}">
                <a16:creationId xmlns:a16="http://schemas.microsoft.com/office/drawing/2014/main" id="{08214050-635F-45D3-8FB2-2E2A4CD573C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B96A64C-8E49-4C4B-BAF3-BDA948779BBB}"/>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4067000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A4294-7D61-4818-949F-9D1F87A86C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CFA17B8-EF58-467E-8737-09F600A3E9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761CC60-9074-4BDB-9B95-349FD7F12C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E55AF9A-4958-4FA0-9F66-7CCDBAF2336D}"/>
              </a:ext>
            </a:extLst>
          </p:cNvPr>
          <p:cNvSpPr>
            <a:spLocks noGrp="1"/>
          </p:cNvSpPr>
          <p:nvPr>
            <p:ph type="dt" sz="half" idx="10"/>
          </p:nvPr>
        </p:nvSpPr>
        <p:spPr/>
        <p:txBody>
          <a:bodyPr/>
          <a:lstStyle/>
          <a:p>
            <a:fld id="{6264ED38-EA4C-4053-B41D-578B585F56B7}" type="datetime1">
              <a:rPr lang="en-GB" smtClean="0"/>
              <a:t>06/09/2023</a:t>
            </a:fld>
            <a:endParaRPr lang="en-GB"/>
          </a:p>
        </p:txBody>
      </p:sp>
      <p:sp>
        <p:nvSpPr>
          <p:cNvPr id="6" name="Footer Placeholder 5">
            <a:extLst>
              <a:ext uri="{FF2B5EF4-FFF2-40B4-BE49-F238E27FC236}">
                <a16:creationId xmlns:a16="http://schemas.microsoft.com/office/drawing/2014/main" id="{33C1E6DC-F4E4-4786-B22B-0B180AFFF6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2D50046-F87D-4532-BA7B-ED39E2BE841A}"/>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3408182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17F2E-C822-4B6B-8178-98357904B5F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141E5F0-2976-4BED-918F-CAB062C3DBD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D62C34-11E1-4FE2-B67B-45DAAC4CB4EA}"/>
              </a:ext>
            </a:extLst>
          </p:cNvPr>
          <p:cNvSpPr>
            <a:spLocks noGrp="1"/>
          </p:cNvSpPr>
          <p:nvPr>
            <p:ph type="dt" sz="half" idx="10"/>
          </p:nvPr>
        </p:nvSpPr>
        <p:spPr/>
        <p:txBody>
          <a:bodyPr/>
          <a:lstStyle/>
          <a:p>
            <a:fld id="{C3FDE37C-95A1-491F-BD13-05513E76FB51}" type="datetime1">
              <a:rPr lang="en-GB" smtClean="0"/>
              <a:t>06/09/2023</a:t>
            </a:fld>
            <a:endParaRPr lang="en-GB"/>
          </a:p>
        </p:txBody>
      </p:sp>
      <p:sp>
        <p:nvSpPr>
          <p:cNvPr id="5" name="Footer Placeholder 4">
            <a:extLst>
              <a:ext uri="{FF2B5EF4-FFF2-40B4-BE49-F238E27FC236}">
                <a16:creationId xmlns:a16="http://schemas.microsoft.com/office/drawing/2014/main" id="{AF0F56A9-101D-401A-B113-C6FBA3245D1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2BA750-4C18-4D92-A906-8F5A6E75072C}"/>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2817706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2D78A6-B3D2-4385-9B03-A447D09848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C480E39-BB60-48BB-8474-EA87029202D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9E7CA67-7273-4B95-9DC9-69FF374718B0}"/>
              </a:ext>
            </a:extLst>
          </p:cNvPr>
          <p:cNvSpPr>
            <a:spLocks noGrp="1"/>
          </p:cNvSpPr>
          <p:nvPr>
            <p:ph type="dt" sz="half" idx="10"/>
          </p:nvPr>
        </p:nvSpPr>
        <p:spPr/>
        <p:txBody>
          <a:bodyPr/>
          <a:lstStyle/>
          <a:p>
            <a:fld id="{42C6A6A7-8BD1-4A2B-AB09-F3C2203ABF26}" type="datetime1">
              <a:rPr lang="en-GB" smtClean="0"/>
              <a:t>06/09/2023</a:t>
            </a:fld>
            <a:endParaRPr lang="en-GB"/>
          </a:p>
        </p:txBody>
      </p:sp>
      <p:sp>
        <p:nvSpPr>
          <p:cNvPr id="5" name="Footer Placeholder 4">
            <a:extLst>
              <a:ext uri="{FF2B5EF4-FFF2-40B4-BE49-F238E27FC236}">
                <a16:creationId xmlns:a16="http://schemas.microsoft.com/office/drawing/2014/main" id="{72F0C1E3-6513-4C38-B099-C634AFCFE7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DF32B3-589D-40B1-9898-0A909B7F6477}"/>
              </a:ext>
            </a:extLst>
          </p:cNvPr>
          <p:cNvSpPr>
            <a:spLocks noGrp="1"/>
          </p:cNvSpPr>
          <p:nvPr>
            <p:ph type="sldNum" sz="quarter" idx="12"/>
          </p:nvPr>
        </p:nvSpPr>
        <p:spPr/>
        <p:txBody>
          <a:bodyPr/>
          <a:lstStyle/>
          <a:p>
            <a:fld id="{49D93B4F-009C-4433-A0AD-3B055150DD11}" type="slidenum">
              <a:rPr lang="en-GB" smtClean="0"/>
              <a:t>‹#›</a:t>
            </a:fld>
            <a:endParaRPr lang="en-GB"/>
          </a:p>
        </p:txBody>
      </p:sp>
    </p:spTree>
    <p:extLst>
      <p:ext uri="{BB962C8B-B14F-4D97-AF65-F5344CB8AC3E}">
        <p14:creationId xmlns:p14="http://schemas.microsoft.com/office/powerpoint/2010/main" val="609170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E15A7-A0B6-45C8-9305-39CC5DFCF7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B47E015-AF30-47F9-8149-549C183C7A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093D36A-D91B-45E8-88EC-07C4CD90A0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0B2FEE-6BCD-4E7A-AF83-4DBAE53095F9}" type="datetime1">
              <a:rPr lang="en-GB" smtClean="0"/>
              <a:t>06/09/2023</a:t>
            </a:fld>
            <a:endParaRPr lang="en-GB"/>
          </a:p>
        </p:txBody>
      </p:sp>
      <p:sp>
        <p:nvSpPr>
          <p:cNvPr id="5" name="Footer Placeholder 4">
            <a:extLst>
              <a:ext uri="{FF2B5EF4-FFF2-40B4-BE49-F238E27FC236}">
                <a16:creationId xmlns:a16="http://schemas.microsoft.com/office/drawing/2014/main" id="{B4E2DCE1-BB2A-4DCE-98F7-D5FE36E514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35BF5B0-E2C0-483B-9545-0BA185F2B3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D93B4F-009C-4433-A0AD-3B055150DD11}" type="slidenum">
              <a:rPr lang="en-GB" smtClean="0"/>
              <a:t>‹#›</a:t>
            </a:fld>
            <a:endParaRPr lang="en-GB"/>
          </a:p>
        </p:txBody>
      </p:sp>
    </p:spTree>
    <p:extLst>
      <p:ext uri="{BB962C8B-B14F-4D97-AF65-F5344CB8AC3E}">
        <p14:creationId xmlns:p14="http://schemas.microsoft.com/office/powerpoint/2010/main" val="1338099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emf"/><Relationship Id="rId5" Type="http://schemas.openxmlformats.org/officeDocument/2006/relationships/customXml" Target="../ink/ink5.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ustomXml" Target="../ink/ink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customXml" Target="../ink/ink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customXml" Target="../ink/ink10.xml"/><Relationship Id="rId1" Type="http://schemas.openxmlformats.org/officeDocument/2006/relationships/slideLayout" Target="../slideLayouts/slideLayout1.xml"/><Relationship Id="rId5" Type="http://schemas.openxmlformats.org/officeDocument/2006/relationships/image" Target="../media/image11.emf"/><Relationship Id="rId4" Type="http://schemas.openxmlformats.org/officeDocument/2006/relationships/customXml" Target="../ink/ink11.xml"/></Relationships>
</file>

<file path=ppt/slides/_rels/slide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customXml" Target="../ink/ink1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1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customXml" Target="../ink/ink1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1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customXml" Target="../ink/ink16.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17.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customXml" Target="../ink/ink18.xml"/><Relationship Id="rId1" Type="http://schemas.openxmlformats.org/officeDocument/2006/relationships/slideLayout" Target="../slideLayouts/slideLayout1.xml"/><Relationship Id="rId5" Type="http://schemas.openxmlformats.org/officeDocument/2006/relationships/image" Target="../media/image19.emf"/><Relationship Id="rId4" Type="http://schemas.openxmlformats.org/officeDocument/2006/relationships/customXml" Target="../ink/ink19.xml"/></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customXml" Target="../ink/ink2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customXml" Target="../ink/ink2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customXml" Target="../ink/ink2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customXml" Target="../ink/ink2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4D5D49-BCAD-425F-8C1A-5E5BB44EB021}"/>
              </a:ext>
            </a:extLst>
          </p:cNvPr>
          <p:cNvSpPr/>
          <p:nvPr/>
        </p:nvSpPr>
        <p:spPr>
          <a:xfrm>
            <a:off x="827314" y="2405745"/>
            <a:ext cx="10428515" cy="1447800"/>
          </a:xfrm>
          <a:prstGeom prst="rect">
            <a:avLst/>
          </a:prstGeom>
          <a:no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09323B0D-EBFC-44C3-B853-CC7CD4115B06}"/>
              </a:ext>
            </a:extLst>
          </p:cNvPr>
          <p:cNvSpPr>
            <a:spLocks noGrp="1"/>
          </p:cNvSpPr>
          <p:nvPr>
            <p:ph type="title"/>
          </p:nvPr>
        </p:nvSpPr>
        <p:spPr>
          <a:xfrm>
            <a:off x="1469572" y="1676399"/>
            <a:ext cx="9252857" cy="1541174"/>
          </a:xfrm>
          <a:solidFill>
            <a:schemeClr val="bg1"/>
          </a:solidFill>
          <a:ln>
            <a:noFill/>
          </a:ln>
        </p:spPr>
        <p:txBody>
          <a:bodyPr>
            <a:normAutofit fontScale="90000"/>
          </a:bodyPr>
          <a:lstStyle/>
          <a:p>
            <a:pPr algn="ctr"/>
            <a:r>
              <a:rPr lang="en-GB" sz="13800" b="1" dirty="0"/>
              <a:t>QAD Session 1 </a:t>
            </a:r>
          </a:p>
        </p:txBody>
      </p:sp>
      <p:sp>
        <p:nvSpPr>
          <p:cNvPr id="4" name="Rectangle 3">
            <a:extLst>
              <a:ext uri="{FF2B5EF4-FFF2-40B4-BE49-F238E27FC236}">
                <a16:creationId xmlns:a16="http://schemas.microsoft.com/office/drawing/2014/main" id="{16EB89D8-408C-4E19-B987-FBDC379B4247}"/>
              </a:ext>
            </a:extLst>
          </p:cNvPr>
          <p:cNvSpPr/>
          <p:nvPr/>
        </p:nvSpPr>
        <p:spPr>
          <a:xfrm>
            <a:off x="3933750" y="3438046"/>
            <a:ext cx="4567276" cy="830997"/>
          </a:xfrm>
          <a:prstGeom prst="rect">
            <a:avLst/>
          </a:prstGeom>
          <a:solidFill>
            <a:schemeClr val="bg1"/>
          </a:solidFill>
        </p:spPr>
        <p:txBody>
          <a:bodyPr wrap="none">
            <a:spAutoFit/>
          </a:bodyPr>
          <a:lstStyle/>
          <a:p>
            <a:r>
              <a:rPr lang="en-GB" sz="4800" dirty="0">
                <a:latin typeface="Arial" panose="020B0604020202020204" pitchFamily="34" charset="0"/>
                <a:cs typeface="Arial" panose="020B0604020202020204" pitchFamily="34" charset="0"/>
              </a:rPr>
              <a:t>Modern Physics</a:t>
            </a:r>
          </a:p>
        </p:txBody>
      </p:sp>
      <p:sp>
        <p:nvSpPr>
          <p:cNvPr id="6" name="TextBox 5">
            <a:extLst>
              <a:ext uri="{FF2B5EF4-FFF2-40B4-BE49-F238E27FC236}">
                <a16:creationId xmlns:a16="http://schemas.microsoft.com/office/drawing/2014/main" id="{4A80AABB-A181-44A5-A544-F82DC978F364}"/>
              </a:ext>
            </a:extLst>
          </p:cNvPr>
          <p:cNvSpPr txBox="1"/>
          <p:nvPr/>
        </p:nvSpPr>
        <p:spPr>
          <a:xfrm>
            <a:off x="4386557" y="6291943"/>
            <a:ext cx="3418885" cy="369332"/>
          </a:xfrm>
          <a:prstGeom prst="rect">
            <a:avLst/>
          </a:prstGeom>
          <a:noFill/>
        </p:spPr>
        <p:txBody>
          <a:bodyPr wrap="none" rtlCol="0">
            <a:spAutoFit/>
          </a:bodyPr>
          <a:lstStyle/>
          <a:p>
            <a:r>
              <a:rPr lang="en-GB" b="1" dirty="0"/>
              <a:t>Facilitator: Ram Chandra Shrestha</a:t>
            </a:r>
          </a:p>
        </p:txBody>
      </p:sp>
      <p:sp>
        <p:nvSpPr>
          <p:cNvPr id="7" name="Slide Number Placeholder 6">
            <a:extLst>
              <a:ext uri="{FF2B5EF4-FFF2-40B4-BE49-F238E27FC236}">
                <a16:creationId xmlns:a16="http://schemas.microsoft.com/office/drawing/2014/main" id="{BAB9B6F8-81A2-41AB-93DE-758D91C60C5E}"/>
              </a:ext>
            </a:extLst>
          </p:cNvPr>
          <p:cNvSpPr>
            <a:spLocks noGrp="1"/>
          </p:cNvSpPr>
          <p:nvPr>
            <p:ph type="sldNum" sz="quarter" idx="12"/>
          </p:nvPr>
        </p:nvSpPr>
        <p:spPr/>
        <p:txBody>
          <a:bodyPr/>
          <a:lstStyle/>
          <a:p>
            <a:fld id="{49D93B4F-009C-4433-A0AD-3B055150DD11}" type="slidenum">
              <a:rPr lang="en-GB" smtClean="0"/>
              <a:t>1</a:t>
            </a:fld>
            <a:endParaRPr lang="en-GB"/>
          </a:p>
        </p:txBody>
      </p:sp>
    </p:spTree>
    <p:extLst>
      <p:ext uri="{BB962C8B-B14F-4D97-AF65-F5344CB8AC3E}">
        <p14:creationId xmlns:p14="http://schemas.microsoft.com/office/powerpoint/2010/main" val="1137318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An electron and proton are projected in a magnetic field at right angles to the field with the same velocity. Then which of the following is true ?</a:t>
            </a:r>
          </a:p>
          <a:p>
            <a:endParaRPr lang="en-GB" sz="2000" b="1" dirty="0"/>
          </a:p>
          <a:p>
            <a:pPr marL="342900" indent="-342900">
              <a:buFont typeface="+mj-lt"/>
              <a:buAutoNum type="alphaLcParenR"/>
            </a:pPr>
            <a:r>
              <a:rPr lang="en-GB" sz="2000" b="1" dirty="0"/>
              <a:t>Trajectory of electron greater than proton</a:t>
            </a:r>
          </a:p>
          <a:p>
            <a:pPr marL="342900" indent="-342900">
              <a:buFont typeface="+mj-lt"/>
              <a:buAutoNum type="alphaLcParenR"/>
            </a:pPr>
            <a:r>
              <a:rPr lang="en-GB" sz="2000" b="1" dirty="0"/>
              <a:t>Trajectory of electron equals than proton</a:t>
            </a:r>
          </a:p>
          <a:p>
            <a:pPr marL="342900" indent="-342900">
              <a:buFont typeface="+mj-lt"/>
              <a:buAutoNum type="alphaLcParenR"/>
            </a:pPr>
            <a:r>
              <a:rPr lang="en-GB" sz="2000" b="1" dirty="0"/>
              <a:t>Trajectory of electron less than proton</a:t>
            </a:r>
          </a:p>
          <a:p>
            <a:pPr marL="342900" indent="-342900">
              <a:buFont typeface="+mj-lt"/>
              <a:buAutoNum type="alphaLcParenR"/>
            </a:pPr>
            <a:r>
              <a:rPr lang="en-GB" sz="2000" b="1" dirty="0"/>
              <a:t>Cannot be determined</a:t>
            </a:r>
          </a:p>
        </p:txBody>
      </p:sp>
      <p:sp>
        <p:nvSpPr>
          <p:cNvPr id="2" name="Slide Number Placeholder 1">
            <a:extLst>
              <a:ext uri="{FF2B5EF4-FFF2-40B4-BE49-F238E27FC236}">
                <a16:creationId xmlns:a16="http://schemas.microsoft.com/office/drawing/2014/main" id="{7AB85A3F-221F-43AB-99DB-FF7DF8BE1585}"/>
              </a:ext>
            </a:extLst>
          </p:cNvPr>
          <p:cNvSpPr>
            <a:spLocks noGrp="1"/>
          </p:cNvSpPr>
          <p:nvPr>
            <p:ph type="sldNum" sz="quarter" idx="12"/>
          </p:nvPr>
        </p:nvSpPr>
        <p:spPr/>
        <p:txBody>
          <a:bodyPr/>
          <a:lstStyle/>
          <a:p>
            <a:fld id="{49D93B4F-009C-4433-A0AD-3B055150DD11}" type="slidenum">
              <a:rPr lang="en-GB" smtClean="0"/>
              <a:t>2</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E86B58D8-D1E8-4EA4-800A-FCFA1922D263}"/>
                  </a:ext>
                </a:extLst>
              </p14:cNvPr>
              <p14:cNvContentPartPr/>
              <p14:nvPr/>
            </p14:nvContentPartPr>
            <p14:xfrm>
              <a:off x="124920" y="18000"/>
              <a:ext cx="11475000" cy="6036840"/>
            </p14:xfrm>
          </p:contentPart>
        </mc:Choice>
        <mc:Fallback>
          <p:pic>
            <p:nvPicPr>
              <p:cNvPr id="3" name="Ink 2">
                <a:extLst>
                  <a:ext uri="{FF2B5EF4-FFF2-40B4-BE49-F238E27FC236}">
                    <a16:creationId xmlns:a16="http://schemas.microsoft.com/office/drawing/2014/main" id="{E86B58D8-D1E8-4EA4-800A-FCFA1922D263}"/>
                  </a:ext>
                </a:extLst>
              </p:cNvPr>
              <p:cNvPicPr/>
              <p:nvPr/>
            </p:nvPicPr>
            <p:blipFill>
              <a:blip r:embed="rId3"/>
              <a:stretch>
                <a:fillRect/>
              </a:stretch>
            </p:blipFill>
            <p:spPr>
              <a:xfrm>
                <a:off x="115560" y="8640"/>
                <a:ext cx="11493720" cy="6055560"/>
              </a:xfrm>
              <a:prstGeom prst="rect">
                <a:avLst/>
              </a:prstGeom>
            </p:spPr>
          </p:pic>
        </mc:Fallback>
      </mc:AlternateContent>
    </p:spTree>
    <p:extLst>
      <p:ext uri="{BB962C8B-B14F-4D97-AF65-F5344CB8AC3E}">
        <p14:creationId xmlns:p14="http://schemas.microsoft.com/office/powerpoint/2010/main" val="2134293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A proton with charge mass ratio 10</a:t>
            </a:r>
            <a:r>
              <a:rPr lang="en-GB" sz="2000" b="1" baseline="30000" dirty="0"/>
              <a:t>8</a:t>
            </a:r>
            <a:r>
              <a:rPr lang="en-GB" sz="2000" b="1" dirty="0"/>
              <a:t> c/kg is  moving in a circular orbit in a uniform magnetic field of 0.5T, the frequency of revolution will be:</a:t>
            </a:r>
          </a:p>
          <a:p>
            <a:endParaRPr lang="en-GB" sz="2000" b="1" dirty="0"/>
          </a:p>
          <a:p>
            <a:pPr marL="342900" indent="-342900">
              <a:buFont typeface="+mj-lt"/>
              <a:buAutoNum type="alphaLcParenR"/>
            </a:pPr>
            <a:r>
              <a:rPr lang="en-GB" sz="2000" b="1" dirty="0"/>
              <a:t>8 X 10</a:t>
            </a:r>
            <a:r>
              <a:rPr lang="en-GB" sz="2000" b="1" baseline="30000" dirty="0"/>
              <a:t>4</a:t>
            </a:r>
            <a:r>
              <a:rPr lang="en-GB" sz="2000" b="1" dirty="0"/>
              <a:t> Hz</a:t>
            </a:r>
          </a:p>
          <a:p>
            <a:pPr marL="342900" indent="-342900">
              <a:buFont typeface="+mj-lt"/>
              <a:buAutoNum type="alphaLcParenR"/>
            </a:pPr>
            <a:r>
              <a:rPr lang="en-GB" sz="2000" b="1" dirty="0"/>
              <a:t>8 X 10</a:t>
            </a:r>
            <a:r>
              <a:rPr lang="en-GB" sz="2000" b="1" baseline="30000" dirty="0"/>
              <a:t>5</a:t>
            </a:r>
            <a:r>
              <a:rPr lang="en-GB" sz="2000" b="1" dirty="0"/>
              <a:t> Hz</a:t>
            </a:r>
          </a:p>
          <a:p>
            <a:pPr marL="342900" indent="-342900">
              <a:buFont typeface="+mj-lt"/>
              <a:buAutoNum type="alphaLcParenR"/>
            </a:pPr>
            <a:r>
              <a:rPr lang="en-GB" sz="2000" b="1" dirty="0"/>
              <a:t>8 X 10</a:t>
            </a:r>
            <a:r>
              <a:rPr lang="en-GB" sz="2000" b="1" baseline="30000" dirty="0"/>
              <a:t>6</a:t>
            </a:r>
            <a:r>
              <a:rPr lang="en-GB" sz="2000" b="1" dirty="0"/>
              <a:t> Hz</a:t>
            </a:r>
          </a:p>
          <a:p>
            <a:pPr marL="342900" indent="-342900">
              <a:buFont typeface="+mj-lt"/>
              <a:buAutoNum type="alphaLcParenR"/>
            </a:pPr>
            <a:r>
              <a:rPr lang="en-GB" sz="2000" b="1" dirty="0"/>
              <a:t>8 X 10</a:t>
            </a:r>
            <a:r>
              <a:rPr lang="en-GB" sz="2000" b="1" baseline="30000" dirty="0"/>
              <a:t>7</a:t>
            </a:r>
            <a:r>
              <a:rPr lang="en-GB" sz="2000" b="1" dirty="0"/>
              <a:t> Hz</a:t>
            </a:r>
          </a:p>
        </p:txBody>
      </p:sp>
      <p:sp>
        <p:nvSpPr>
          <p:cNvPr id="2" name="Slide Number Placeholder 1">
            <a:extLst>
              <a:ext uri="{FF2B5EF4-FFF2-40B4-BE49-F238E27FC236}">
                <a16:creationId xmlns:a16="http://schemas.microsoft.com/office/drawing/2014/main" id="{6F6F1AC5-1851-44BA-A759-A3666AE15F57}"/>
              </a:ext>
            </a:extLst>
          </p:cNvPr>
          <p:cNvSpPr>
            <a:spLocks noGrp="1"/>
          </p:cNvSpPr>
          <p:nvPr>
            <p:ph type="sldNum" sz="quarter" idx="12"/>
          </p:nvPr>
        </p:nvSpPr>
        <p:spPr/>
        <p:txBody>
          <a:bodyPr/>
          <a:lstStyle/>
          <a:p>
            <a:fld id="{49D93B4F-009C-4433-A0AD-3B055150DD11}" type="slidenum">
              <a:rPr lang="en-GB" smtClean="0"/>
              <a:t>3</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049039A-95C2-4114-B1BA-455BBD02DA61}"/>
                  </a:ext>
                </a:extLst>
              </p14:cNvPr>
              <p14:cNvContentPartPr/>
              <p14:nvPr/>
            </p14:nvContentPartPr>
            <p14:xfrm>
              <a:off x="196560" y="80280"/>
              <a:ext cx="11278440" cy="5170680"/>
            </p14:xfrm>
          </p:contentPart>
        </mc:Choice>
        <mc:Fallback>
          <p:pic>
            <p:nvPicPr>
              <p:cNvPr id="3" name="Ink 2">
                <a:extLst>
                  <a:ext uri="{FF2B5EF4-FFF2-40B4-BE49-F238E27FC236}">
                    <a16:creationId xmlns:a16="http://schemas.microsoft.com/office/drawing/2014/main" id="{2049039A-95C2-4114-B1BA-455BBD02DA61}"/>
                  </a:ext>
                </a:extLst>
              </p:cNvPr>
              <p:cNvPicPr/>
              <p:nvPr/>
            </p:nvPicPr>
            <p:blipFill>
              <a:blip r:embed="rId3"/>
              <a:stretch>
                <a:fillRect/>
              </a:stretch>
            </p:blipFill>
            <p:spPr>
              <a:xfrm>
                <a:off x="187200" y="70920"/>
                <a:ext cx="11297160" cy="5189400"/>
              </a:xfrm>
              <a:prstGeom prst="rect">
                <a:avLst/>
              </a:prstGeom>
            </p:spPr>
          </p:pic>
        </mc:Fallback>
      </mc:AlternateContent>
    </p:spTree>
    <p:extLst>
      <p:ext uri="{BB962C8B-B14F-4D97-AF65-F5344CB8AC3E}">
        <p14:creationId xmlns:p14="http://schemas.microsoft.com/office/powerpoint/2010/main" val="3027570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A beam of protons moving with a velocity of 4 X 10</a:t>
            </a:r>
            <a:r>
              <a:rPr lang="en-GB" sz="2000" b="1" baseline="30000" dirty="0"/>
              <a:t>5</a:t>
            </a:r>
            <a:r>
              <a:rPr lang="en-GB" sz="2000" b="1" dirty="0"/>
              <a:t> m/s enters a uniform magnetic field of 0.3 T at an angle of 60</a:t>
            </a:r>
            <a:r>
              <a:rPr lang="en-GB" sz="2000" b="1" baseline="30000" dirty="0"/>
              <a:t>0</a:t>
            </a:r>
            <a:r>
              <a:rPr lang="en-GB" sz="2000" b="1" dirty="0"/>
              <a:t> to the direction of the magnetic field, the radius of the helical path of proton beam is:</a:t>
            </a:r>
          </a:p>
          <a:p>
            <a:endParaRPr lang="en-GB" sz="2000" b="1" dirty="0"/>
          </a:p>
          <a:p>
            <a:pPr marL="342900" indent="-342900">
              <a:buFont typeface="+mj-lt"/>
              <a:buAutoNum type="alphaLcParenR"/>
            </a:pPr>
            <a:r>
              <a:rPr lang="en-GB" sz="2000" b="1" dirty="0"/>
              <a:t>2 cm</a:t>
            </a:r>
          </a:p>
          <a:p>
            <a:pPr marL="342900" indent="-342900">
              <a:buFont typeface="+mj-lt"/>
              <a:buAutoNum type="alphaLcParenR"/>
            </a:pPr>
            <a:r>
              <a:rPr lang="en-GB" sz="2000" b="1" dirty="0"/>
              <a:t>1.2 cm</a:t>
            </a:r>
          </a:p>
          <a:p>
            <a:pPr marL="342900" indent="-342900">
              <a:buFont typeface="+mj-lt"/>
              <a:buAutoNum type="alphaLcParenR"/>
            </a:pPr>
            <a:r>
              <a:rPr lang="en-GB" sz="2000" b="1" dirty="0"/>
              <a:t>1.8 cm</a:t>
            </a:r>
          </a:p>
          <a:p>
            <a:pPr marL="342900" indent="-342900">
              <a:buFont typeface="+mj-lt"/>
              <a:buAutoNum type="alphaLcParenR"/>
            </a:pPr>
            <a:r>
              <a:rPr lang="en-GB" sz="2000" b="1" dirty="0"/>
              <a:t>1.6 cm</a:t>
            </a:r>
          </a:p>
        </p:txBody>
      </p:sp>
      <p:sp>
        <p:nvSpPr>
          <p:cNvPr id="2" name="Slide Number Placeholder 1">
            <a:extLst>
              <a:ext uri="{FF2B5EF4-FFF2-40B4-BE49-F238E27FC236}">
                <a16:creationId xmlns:a16="http://schemas.microsoft.com/office/drawing/2014/main" id="{190B3115-2CFC-45C5-A184-D4E2BBD79489}"/>
              </a:ext>
            </a:extLst>
          </p:cNvPr>
          <p:cNvSpPr>
            <a:spLocks noGrp="1"/>
          </p:cNvSpPr>
          <p:nvPr>
            <p:ph type="sldNum" sz="quarter" idx="12"/>
          </p:nvPr>
        </p:nvSpPr>
        <p:spPr/>
        <p:txBody>
          <a:bodyPr/>
          <a:lstStyle/>
          <a:p>
            <a:fld id="{49D93B4F-009C-4433-A0AD-3B055150DD11}" type="slidenum">
              <a:rPr lang="en-GB" smtClean="0"/>
              <a:t>4</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15F40BC-FF7C-4E6D-832E-9227A00D6556}"/>
                  </a:ext>
                </a:extLst>
              </p14:cNvPr>
              <p14:cNvContentPartPr/>
              <p14:nvPr/>
            </p14:nvContentPartPr>
            <p14:xfrm>
              <a:off x="375120" y="124920"/>
              <a:ext cx="11224800" cy="5849280"/>
            </p14:xfrm>
          </p:contentPart>
        </mc:Choice>
        <mc:Fallback>
          <p:pic>
            <p:nvPicPr>
              <p:cNvPr id="3" name="Ink 2">
                <a:extLst>
                  <a:ext uri="{FF2B5EF4-FFF2-40B4-BE49-F238E27FC236}">
                    <a16:creationId xmlns:a16="http://schemas.microsoft.com/office/drawing/2014/main" id="{415F40BC-FF7C-4E6D-832E-9227A00D6556}"/>
                  </a:ext>
                </a:extLst>
              </p:cNvPr>
              <p:cNvPicPr/>
              <p:nvPr/>
            </p:nvPicPr>
            <p:blipFill>
              <a:blip r:embed="rId3"/>
              <a:stretch>
                <a:fillRect/>
              </a:stretch>
            </p:blipFill>
            <p:spPr>
              <a:xfrm>
                <a:off x="365760" y="115560"/>
                <a:ext cx="11243520" cy="5868000"/>
              </a:xfrm>
              <a:prstGeom prst="rect">
                <a:avLst/>
              </a:prstGeom>
            </p:spPr>
          </p:pic>
        </mc:Fallback>
      </mc:AlternateContent>
    </p:spTree>
    <p:extLst>
      <p:ext uri="{BB962C8B-B14F-4D97-AF65-F5344CB8AC3E}">
        <p14:creationId xmlns:p14="http://schemas.microsoft.com/office/powerpoint/2010/main" val="222458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613536"/>
              </a:xfrm>
              <a:prstGeom prst="rect">
                <a:avLst/>
              </a:prstGeom>
              <a:noFill/>
            </p:spPr>
            <p:txBody>
              <a:bodyPr wrap="square" rtlCol="0">
                <a:spAutoFit/>
              </a:bodyPr>
              <a:lstStyle/>
              <a:p>
                <a:r>
                  <a:rPr lang="en-GB" sz="2000" b="1" dirty="0"/>
                  <a:t>In a Thompson experiment, the same high tension supply provides potential to the anode as well as the positive deflecting plates in the region of cross fields. If the supply voltage is raised by double, by what factor should the magnetic field B be increased to keep the electron beam undeflected ?</a:t>
                </a:r>
              </a:p>
              <a:p>
                <a:endParaRPr lang="en-GB" sz="2000" b="1" dirty="0"/>
              </a:p>
              <a:p>
                <a:pPr marL="342900" indent="-342900">
                  <a:buFont typeface="+mj-lt"/>
                  <a:buAutoNum type="alphaLcParenR"/>
                </a:pPr>
                <a:r>
                  <a:rPr lang="en-GB" sz="2000" b="1" dirty="0"/>
                  <a:t>2B</a:t>
                </a:r>
              </a:p>
              <a:p>
                <a:pPr marL="342900" indent="-342900">
                  <a:buFont typeface="+mj-lt"/>
                  <a:buAutoNum type="alphaLcParenR"/>
                </a:pPr>
                <a:r>
                  <a:rPr lang="en-GB" sz="2000" b="1" dirty="0"/>
                  <a:t>3B</a:t>
                </a:r>
              </a:p>
              <a:p>
                <a:pPr marL="342900" indent="-342900">
                  <a:buFont typeface="+mj-lt"/>
                  <a:buAutoNum type="alphaLcParenR"/>
                </a:pPr>
                <a14:m>
                  <m:oMath xmlns:m="http://schemas.openxmlformats.org/officeDocument/2006/math">
                    <m:rad>
                      <m:radPr>
                        <m:degHide m:val="on"/>
                        <m:ctrlPr>
                          <a:rPr lang="en-GB" sz="2000" b="1" i="1" smtClean="0">
                            <a:latin typeface="Cambria Math" panose="02040503050406030204" pitchFamily="18" charset="0"/>
                            <a:ea typeface="Cambria Math" panose="02040503050406030204" pitchFamily="18" charset="0"/>
                          </a:rPr>
                        </m:ctrlPr>
                      </m:radPr>
                      <m:deg/>
                      <m:e>
                        <m:r>
                          <a:rPr lang="en-GB" sz="2000" b="1" i="1" smtClean="0">
                            <a:latin typeface="Cambria Math" panose="02040503050406030204" pitchFamily="18" charset="0"/>
                            <a:ea typeface="Cambria Math" panose="02040503050406030204" pitchFamily="18" charset="0"/>
                          </a:rPr>
                          <m:t>𝟐</m:t>
                        </m:r>
                      </m:e>
                    </m:rad>
                    <m:r>
                      <a:rPr lang="en-GB" sz="2000" b="1" i="1" smtClean="0">
                        <a:latin typeface="Cambria Math" panose="02040503050406030204" pitchFamily="18" charset="0"/>
                        <a:ea typeface="Cambria Math" panose="02040503050406030204" pitchFamily="18" charset="0"/>
                      </a:rPr>
                      <m:t>𝑩</m:t>
                    </m:r>
                  </m:oMath>
                </a14:m>
                <a:endParaRPr lang="en-GB" sz="2000" b="1" dirty="0">
                  <a:ea typeface="Cambria Math" panose="02040503050406030204" pitchFamily="18" charset="0"/>
                </a:endParaRPr>
              </a:p>
              <a:p>
                <a:pPr marL="342900" indent="-342900">
                  <a:buFont typeface="+mj-lt"/>
                  <a:buAutoNum type="alphaLcParenR"/>
                </a:pPr>
                <a14:m>
                  <m:oMath xmlns:m="http://schemas.openxmlformats.org/officeDocument/2006/math">
                    <m:rad>
                      <m:radPr>
                        <m:degHide m:val="on"/>
                        <m:ctrlPr>
                          <a:rPr lang="en-GB" sz="2000" b="1" i="1" smtClean="0">
                            <a:latin typeface="Cambria Math" panose="02040503050406030204" pitchFamily="18" charset="0"/>
                            <a:ea typeface="Cambria Math" panose="02040503050406030204" pitchFamily="18" charset="0"/>
                          </a:rPr>
                        </m:ctrlPr>
                      </m:radPr>
                      <m:deg/>
                      <m:e>
                        <m:r>
                          <a:rPr lang="en-GB" sz="2000" b="1" i="1" smtClean="0">
                            <a:latin typeface="Cambria Math" panose="02040503050406030204" pitchFamily="18" charset="0"/>
                            <a:ea typeface="Cambria Math" panose="02040503050406030204" pitchFamily="18" charset="0"/>
                          </a:rPr>
                          <m:t>𝟑</m:t>
                        </m:r>
                      </m:e>
                    </m:rad>
                    <m:r>
                      <a:rPr lang="en-GB" sz="2000" b="1" i="1" smtClean="0">
                        <a:latin typeface="Cambria Math" panose="02040503050406030204" pitchFamily="18" charset="0"/>
                        <a:ea typeface="Cambria Math" panose="02040503050406030204" pitchFamily="18" charset="0"/>
                      </a:rPr>
                      <m:t>𝑩</m:t>
                    </m:r>
                  </m:oMath>
                </a14:m>
                <a:endParaRPr lang="en-GB" sz="2000" b="1" dirty="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ECDF7EF4-3157-44E5-9BDF-79087DB012D2}"/>
                  </a:ext>
                </a:extLst>
              </p:cNvPr>
              <p:cNvSpPr txBox="1">
                <a:spLocks noRot="1" noChangeAspect="1" noMove="1" noResize="1" noEditPoints="1" noAdjustHandles="1" noChangeArrowheads="1" noChangeShapeType="1" noTextEdit="1"/>
              </p:cNvSpPr>
              <p:nvPr/>
            </p:nvSpPr>
            <p:spPr>
              <a:xfrm>
                <a:off x="397565" y="387626"/>
                <a:ext cx="11340548" cy="2613536"/>
              </a:xfrm>
              <a:prstGeom prst="rect">
                <a:avLst/>
              </a:prstGeom>
              <a:blipFill>
                <a:blip r:embed="rId2"/>
                <a:stretch>
                  <a:fillRect l="-591" t="-1402" b="-2804"/>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350EBCC8-DF5D-4CBA-982B-29D2A94EE90C}"/>
              </a:ext>
            </a:extLst>
          </p:cNvPr>
          <p:cNvSpPr>
            <a:spLocks noGrp="1"/>
          </p:cNvSpPr>
          <p:nvPr>
            <p:ph type="sldNum" sz="quarter" idx="12"/>
          </p:nvPr>
        </p:nvSpPr>
        <p:spPr/>
        <p:txBody>
          <a:bodyPr/>
          <a:lstStyle/>
          <a:p>
            <a:fld id="{49D93B4F-009C-4433-A0AD-3B055150DD11}" type="slidenum">
              <a:rPr lang="en-GB" smtClean="0"/>
              <a:t>5</a:t>
            </a:fld>
            <a:endParaRPr lang="en-GB"/>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FAA9148-33E4-43B1-8F9B-B6BDD41968BB}"/>
                  </a:ext>
                </a:extLst>
              </p14:cNvPr>
              <p14:cNvContentPartPr/>
              <p14:nvPr/>
            </p14:nvContentPartPr>
            <p14:xfrm>
              <a:off x="526680" y="589320"/>
              <a:ext cx="1134720" cy="3143520"/>
            </p14:xfrm>
          </p:contentPart>
        </mc:Choice>
        <mc:Fallback>
          <p:pic>
            <p:nvPicPr>
              <p:cNvPr id="3" name="Ink 2">
                <a:extLst>
                  <a:ext uri="{FF2B5EF4-FFF2-40B4-BE49-F238E27FC236}">
                    <a16:creationId xmlns:a16="http://schemas.microsoft.com/office/drawing/2014/main" id="{EFAA9148-33E4-43B1-8F9B-B6BDD41968BB}"/>
                  </a:ext>
                </a:extLst>
              </p:cNvPr>
              <p:cNvPicPr/>
              <p:nvPr/>
            </p:nvPicPr>
            <p:blipFill>
              <a:blip r:embed="rId4"/>
              <a:stretch>
                <a:fillRect/>
              </a:stretch>
            </p:blipFill>
            <p:spPr>
              <a:xfrm>
                <a:off x="517320" y="579960"/>
                <a:ext cx="1153440" cy="3162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F12C4F1F-950F-46B1-82A3-C56174B086A1}"/>
                  </a:ext>
                </a:extLst>
              </p14:cNvPr>
              <p14:cNvContentPartPr/>
              <p14:nvPr/>
            </p14:nvContentPartPr>
            <p14:xfrm>
              <a:off x="401760" y="62640"/>
              <a:ext cx="10716120" cy="5500800"/>
            </p14:xfrm>
          </p:contentPart>
        </mc:Choice>
        <mc:Fallback>
          <p:pic>
            <p:nvPicPr>
              <p:cNvPr id="5" name="Ink 4">
                <a:extLst>
                  <a:ext uri="{FF2B5EF4-FFF2-40B4-BE49-F238E27FC236}">
                    <a16:creationId xmlns:a16="http://schemas.microsoft.com/office/drawing/2014/main" id="{F12C4F1F-950F-46B1-82A3-C56174B086A1}"/>
                  </a:ext>
                </a:extLst>
              </p:cNvPr>
              <p:cNvPicPr/>
              <p:nvPr/>
            </p:nvPicPr>
            <p:blipFill>
              <a:blip r:embed="rId6"/>
              <a:stretch>
                <a:fillRect/>
              </a:stretch>
            </p:blipFill>
            <p:spPr>
              <a:xfrm>
                <a:off x="392400" y="53280"/>
                <a:ext cx="10734840" cy="5519520"/>
              </a:xfrm>
              <a:prstGeom prst="rect">
                <a:avLst/>
              </a:prstGeom>
            </p:spPr>
          </p:pic>
        </mc:Fallback>
      </mc:AlternateContent>
    </p:spTree>
    <p:extLst>
      <p:ext uri="{BB962C8B-B14F-4D97-AF65-F5344CB8AC3E}">
        <p14:creationId xmlns:p14="http://schemas.microsoft.com/office/powerpoint/2010/main" val="822758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An oil drop carrying a charge q has mass m kg. It is falling in air with terminal velocity v. The electric field required to make the drop move upwards with same speed is:</a:t>
            </a:r>
          </a:p>
          <a:p>
            <a:endParaRPr lang="en-GB" sz="2000" b="1" dirty="0"/>
          </a:p>
          <a:p>
            <a:pPr marL="342900" indent="-342900">
              <a:buFont typeface="+mj-lt"/>
              <a:buAutoNum type="alphaLcParenR"/>
            </a:pPr>
            <a:r>
              <a:rPr lang="en-GB" sz="2000" b="1" dirty="0"/>
              <a:t>mg/q</a:t>
            </a:r>
          </a:p>
          <a:p>
            <a:pPr marL="342900" indent="-342900">
              <a:buFont typeface="+mj-lt"/>
              <a:buAutoNum type="alphaLcParenR"/>
            </a:pPr>
            <a:r>
              <a:rPr lang="en-GB" sz="2000" b="1" dirty="0">
                <a:ea typeface="Cambria Math" panose="02040503050406030204" pitchFamily="18" charset="0"/>
              </a:rPr>
              <a:t>2mg/q</a:t>
            </a:r>
          </a:p>
          <a:p>
            <a:pPr marL="342900" indent="-342900">
              <a:buFont typeface="+mj-lt"/>
              <a:buAutoNum type="alphaLcParenR"/>
            </a:pPr>
            <a:r>
              <a:rPr lang="en-GB" sz="2000" b="1" dirty="0">
                <a:ea typeface="Cambria Math" panose="02040503050406030204" pitchFamily="18" charset="0"/>
              </a:rPr>
              <a:t>mg/2q</a:t>
            </a:r>
          </a:p>
          <a:p>
            <a:pPr marL="342900" indent="-342900">
              <a:buFont typeface="+mj-lt"/>
              <a:buAutoNum type="alphaLcParenR"/>
            </a:pPr>
            <a:r>
              <a:rPr lang="en-GB" sz="2000" b="1" dirty="0">
                <a:ea typeface="Cambria Math" panose="02040503050406030204" pitchFamily="18" charset="0"/>
              </a:rPr>
              <a:t>2mgv/q</a:t>
            </a:r>
          </a:p>
        </p:txBody>
      </p:sp>
      <p:sp>
        <p:nvSpPr>
          <p:cNvPr id="2" name="Slide Number Placeholder 1">
            <a:extLst>
              <a:ext uri="{FF2B5EF4-FFF2-40B4-BE49-F238E27FC236}">
                <a16:creationId xmlns:a16="http://schemas.microsoft.com/office/drawing/2014/main" id="{C4577909-92E1-4853-A147-E429BC7D4BBD}"/>
              </a:ext>
            </a:extLst>
          </p:cNvPr>
          <p:cNvSpPr>
            <a:spLocks noGrp="1"/>
          </p:cNvSpPr>
          <p:nvPr>
            <p:ph type="sldNum" sz="quarter" idx="12"/>
          </p:nvPr>
        </p:nvSpPr>
        <p:spPr/>
        <p:txBody>
          <a:bodyPr/>
          <a:lstStyle/>
          <a:p>
            <a:fld id="{49D93B4F-009C-4433-A0AD-3B055150DD11}" type="slidenum">
              <a:rPr lang="en-GB" smtClean="0"/>
              <a:t>6</a:t>
            </a:fld>
            <a:endParaRPr lang="en-GB"/>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89ADEDCB-1CE9-4D4F-ADB8-3F1CAB5BE95F}"/>
                  </a:ext>
                </a:extLst>
              </p14:cNvPr>
              <p14:cNvContentPartPr/>
              <p14:nvPr/>
            </p14:nvContentPartPr>
            <p14:xfrm>
              <a:off x="375120" y="35640"/>
              <a:ext cx="11644560" cy="5867280"/>
            </p14:xfrm>
          </p:contentPart>
        </mc:Choice>
        <mc:Fallback>
          <p:pic>
            <p:nvPicPr>
              <p:cNvPr id="3" name="Ink 2">
                <a:extLst>
                  <a:ext uri="{FF2B5EF4-FFF2-40B4-BE49-F238E27FC236}">
                    <a16:creationId xmlns:a16="http://schemas.microsoft.com/office/drawing/2014/main" id="{89ADEDCB-1CE9-4D4F-ADB8-3F1CAB5BE95F}"/>
                  </a:ext>
                </a:extLst>
              </p:cNvPr>
              <p:cNvPicPr/>
              <p:nvPr/>
            </p:nvPicPr>
            <p:blipFill>
              <a:blip r:embed="rId4"/>
              <a:stretch>
                <a:fillRect/>
              </a:stretch>
            </p:blipFill>
            <p:spPr>
              <a:xfrm>
                <a:off x="365760" y="26280"/>
                <a:ext cx="11663280" cy="5886000"/>
              </a:xfrm>
              <a:prstGeom prst="rect">
                <a:avLst/>
              </a:prstGeom>
            </p:spPr>
          </p:pic>
        </mc:Fallback>
      </mc:AlternateContent>
    </p:spTree>
    <p:extLst>
      <p:ext uri="{BB962C8B-B14F-4D97-AF65-F5344CB8AC3E}">
        <p14:creationId xmlns:p14="http://schemas.microsoft.com/office/powerpoint/2010/main" val="2543004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In Millikan’s Oil Drop Experiment, a one electronic charged oil drop of radius 1mm and density of 1.26 X 10</a:t>
            </a:r>
            <a:r>
              <a:rPr lang="en-GB" sz="2000" b="1" baseline="30000" dirty="0"/>
              <a:t>3</a:t>
            </a:r>
            <a:r>
              <a:rPr lang="en-GB" sz="2000" b="1" dirty="0"/>
              <a:t> kg/m</a:t>
            </a:r>
            <a:r>
              <a:rPr lang="en-GB" sz="2000" b="1" baseline="30000" dirty="0"/>
              <a:t>3</a:t>
            </a:r>
            <a:r>
              <a:rPr lang="en-GB" sz="2000" b="1" dirty="0"/>
              <a:t> is held stationary between the plates. The electric strength used for this experiment is:</a:t>
            </a:r>
          </a:p>
          <a:p>
            <a:endParaRPr lang="en-GB" sz="2000" b="1" dirty="0"/>
          </a:p>
          <a:p>
            <a:pPr marL="342900" indent="-342900">
              <a:buFont typeface="+mj-lt"/>
              <a:buAutoNum type="alphaLcParenR"/>
            </a:pPr>
            <a:r>
              <a:rPr lang="en-GB" sz="2000" b="1" dirty="0"/>
              <a:t>1.07 X 10</a:t>
            </a:r>
            <a:r>
              <a:rPr lang="en-GB" sz="2000" b="1" baseline="30000" dirty="0"/>
              <a:t>15</a:t>
            </a:r>
            <a:r>
              <a:rPr lang="en-GB" sz="2000" b="1" dirty="0"/>
              <a:t> v/m</a:t>
            </a:r>
          </a:p>
          <a:p>
            <a:pPr marL="342900" indent="-342900">
              <a:buFont typeface="+mj-lt"/>
              <a:buAutoNum type="alphaLcParenR"/>
            </a:pPr>
            <a:r>
              <a:rPr lang="en-GB" sz="2000" b="1" dirty="0"/>
              <a:t>1.07 X 10</a:t>
            </a:r>
            <a:r>
              <a:rPr lang="en-GB" sz="2000" b="1" baseline="30000" dirty="0"/>
              <a:t>14</a:t>
            </a:r>
            <a:r>
              <a:rPr lang="en-GB" sz="2000" b="1" dirty="0"/>
              <a:t> v/m</a:t>
            </a:r>
            <a:endParaRPr lang="en-GB" sz="2000" b="1" dirty="0">
              <a:ea typeface="Cambria Math" panose="02040503050406030204" pitchFamily="18" charset="0"/>
            </a:endParaRPr>
          </a:p>
          <a:p>
            <a:pPr marL="342900" indent="-342900">
              <a:buFont typeface="+mj-lt"/>
              <a:buAutoNum type="alphaLcParenR"/>
            </a:pPr>
            <a:r>
              <a:rPr lang="en-GB" sz="2000" b="1" dirty="0"/>
              <a:t>3.23 X 10</a:t>
            </a:r>
            <a:r>
              <a:rPr lang="en-GB" sz="2000" b="1" baseline="30000" dirty="0"/>
              <a:t>15</a:t>
            </a:r>
            <a:r>
              <a:rPr lang="en-GB" sz="2000" b="1" dirty="0"/>
              <a:t> v/m</a:t>
            </a:r>
          </a:p>
          <a:p>
            <a:pPr marL="342900" indent="-342900">
              <a:buFont typeface="+mj-lt"/>
              <a:buAutoNum type="alphaLcParenR"/>
            </a:pPr>
            <a:r>
              <a:rPr lang="en-GB" sz="2000" b="1" dirty="0"/>
              <a:t>3.23 X 10</a:t>
            </a:r>
            <a:r>
              <a:rPr lang="en-GB" sz="2000" b="1" baseline="30000" dirty="0"/>
              <a:t>14</a:t>
            </a:r>
            <a:r>
              <a:rPr lang="en-GB" sz="2000" b="1" dirty="0"/>
              <a:t> v/m</a:t>
            </a:r>
            <a:endParaRPr lang="en-GB" sz="2000" b="1" dirty="0">
              <a:ea typeface="Cambria Math" panose="02040503050406030204" pitchFamily="18" charset="0"/>
            </a:endParaRPr>
          </a:p>
        </p:txBody>
      </p:sp>
      <p:sp>
        <p:nvSpPr>
          <p:cNvPr id="2" name="Slide Number Placeholder 1">
            <a:extLst>
              <a:ext uri="{FF2B5EF4-FFF2-40B4-BE49-F238E27FC236}">
                <a16:creationId xmlns:a16="http://schemas.microsoft.com/office/drawing/2014/main" id="{A66D540F-2031-4C27-924D-B1C0B195831E}"/>
              </a:ext>
            </a:extLst>
          </p:cNvPr>
          <p:cNvSpPr>
            <a:spLocks noGrp="1"/>
          </p:cNvSpPr>
          <p:nvPr>
            <p:ph type="sldNum" sz="quarter" idx="12"/>
          </p:nvPr>
        </p:nvSpPr>
        <p:spPr/>
        <p:txBody>
          <a:bodyPr/>
          <a:lstStyle/>
          <a:p>
            <a:fld id="{49D93B4F-009C-4433-A0AD-3B055150DD11}" type="slidenum">
              <a:rPr lang="en-GB" smtClean="0"/>
              <a:t>7</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51BF937-D503-48C0-BFB9-DF3EB5E23E7D}"/>
                  </a:ext>
                </a:extLst>
              </p14:cNvPr>
              <p14:cNvContentPartPr/>
              <p14:nvPr/>
            </p14:nvContentPartPr>
            <p14:xfrm>
              <a:off x="294840" y="151920"/>
              <a:ext cx="11439000" cy="5760000"/>
            </p14:xfrm>
          </p:contentPart>
        </mc:Choice>
        <mc:Fallback>
          <p:pic>
            <p:nvPicPr>
              <p:cNvPr id="3" name="Ink 2">
                <a:extLst>
                  <a:ext uri="{FF2B5EF4-FFF2-40B4-BE49-F238E27FC236}">
                    <a16:creationId xmlns:a16="http://schemas.microsoft.com/office/drawing/2014/main" id="{451BF937-D503-48C0-BFB9-DF3EB5E23E7D}"/>
                  </a:ext>
                </a:extLst>
              </p:cNvPr>
              <p:cNvPicPr/>
              <p:nvPr/>
            </p:nvPicPr>
            <p:blipFill>
              <a:blip r:embed="rId3"/>
              <a:stretch>
                <a:fillRect/>
              </a:stretch>
            </p:blipFill>
            <p:spPr>
              <a:xfrm>
                <a:off x="285480" y="142560"/>
                <a:ext cx="11457720" cy="5778720"/>
              </a:xfrm>
              <a:prstGeom prst="rect">
                <a:avLst/>
              </a:prstGeom>
            </p:spPr>
          </p:pic>
        </mc:Fallback>
      </mc:AlternateContent>
    </p:spTree>
    <p:extLst>
      <p:ext uri="{BB962C8B-B14F-4D97-AF65-F5344CB8AC3E}">
        <p14:creationId xmlns:p14="http://schemas.microsoft.com/office/powerpoint/2010/main" val="2609659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1938992"/>
          </a:xfrm>
          <a:prstGeom prst="rect">
            <a:avLst/>
          </a:prstGeom>
          <a:noFill/>
        </p:spPr>
        <p:txBody>
          <a:bodyPr wrap="square" rtlCol="0">
            <a:spAutoFit/>
          </a:bodyPr>
          <a:lstStyle/>
          <a:p>
            <a:r>
              <a:rPr lang="en-GB" sz="2000" b="1" dirty="0"/>
              <a:t>Faraday’s dark space in discharge tube disappears at ______ mm of Hg pressure:</a:t>
            </a:r>
          </a:p>
          <a:p>
            <a:endParaRPr lang="en-GB" sz="2000" b="1" dirty="0"/>
          </a:p>
          <a:p>
            <a:pPr marL="342900" indent="-342900">
              <a:buFont typeface="+mj-lt"/>
              <a:buAutoNum type="alphaLcParenR"/>
            </a:pPr>
            <a:r>
              <a:rPr lang="en-GB" sz="2000" b="1" dirty="0"/>
              <a:t>10</a:t>
            </a:r>
          </a:p>
          <a:p>
            <a:pPr marL="342900" indent="-342900">
              <a:buFont typeface="+mj-lt"/>
              <a:buAutoNum type="alphaLcParenR"/>
            </a:pPr>
            <a:r>
              <a:rPr lang="en-GB" sz="2000" b="1" dirty="0">
                <a:ea typeface="Cambria Math" panose="02040503050406030204" pitchFamily="18" charset="0"/>
              </a:rPr>
              <a:t>5</a:t>
            </a:r>
          </a:p>
          <a:p>
            <a:pPr marL="342900" indent="-342900">
              <a:buFont typeface="+mj-lt"/>
              <a:buAutoNum type="alphaLcParenR"/>
            </a:pPr>
            <a:r>
              <a:rPr lang="en-GB" sz="2000" b="1" dirty="0">
                <a:ea typeface="Cambria Math" panose="02040503050406030204" pitchFamily="18" charset="0"/>
              </a:rPr>
              <a:t>2</a:t>
            </a:r>
          </a:p>
          <a:p>
            <a:pPr marL="342900" indent="-342900">
              <a:buFont typeface="+mj-lt"/>
              <a:buAutoNum type="alphaLcParenR"/>
            </a:pPr>
            <a:r>
              <a:rPr lang="en-GB" sz="2000" b="1" dirty="0">
                <a:ea typeface="Cambria Math" panose="02040503050406030204" pitchFamily="18" charset="0"/>
              </a:rPr>
              <a:t>1</a:t>
            </a:r>
          </a:p>
        </p:txBody>
      </p:sp>
      <p:sp>
        <p:nvSpPr>
          <p:cNvPr id="2" name="Slide Number Placeholder 1">
            <a:extLst>
              <a:ext uri="{FF2B5EF4-FFF2-40B4-BE49-F238E27FC236}">
                <a16:creationId xmlns:a16="http://schemas.microsoft.com/office/drawing/2014/main" id="{697E97B5-0AE5-46FF-A36F-A877626425E6}"/>
              </a:ext>
            </a:extLst>
          </p:cNvPr>
          <p:cNvSpPr>
            <a:spLocks noGrp="1"/>
          </p:cNvSpPr>
          <p:nvPr>
            <p:ph type="sldNum" sz="quarter" idx="12"/>
          </p:nvPr>
        </p:nvSpPr>
        <p:spPr/>
        <p:txBody>
          <a:bodyPr/>
          <a:lstStyle/>
          <a:p>
            <a:fld id="{49D93B4F-009C-4433-A0AD-3B055150DD11}" type="slidenum">
              <a:rPr lang="en-GB" smtClean="0"/>
              <a:t>8</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EB1DB4E-551B-4EB8-9A1C-A7908A843E95}"/>
                  </a:ext>
                </a:extLst>
              </p14:cNvPr>
              <p14:cNvContentPartPr/>
              <p14:nvPr/>
            </p14:nvContentPartPr>
            <p14:xfrm>
              <a:off x="330480" y="750240"/>
              <a:ext cx="11448000" cy="4107960"/>
            </p14:xfrm>
          </p:contentPart>
        </mc:Choice>
        <mc:Fallback>
          <p:pic>
            <p:nvPicPr>
              <p:cNvPr id="3" name="Ink 2">
                <a:extLst>
                  <a:ext uri="{FF2B5EF4-FFF2-40B4-BE49-F238E27FC236}">
                    <a16:creationId xmlns:a16="http://schemas.microsoft.com/office/drawing/2014/main" id="{8EB1DB4E-551B-4EB8-9A1C-A7908A843E95}"/>
                  </a:ext>
                </a:extLst>
              </p:cNvPr>
              <p:cNvPicPr/>
              <p:nvPr/>
            </p:nvPicPr>
            <p:blipFill>
              <a:blip r:embed="rId3"/>
              <a:stretch>
                <a:fillRect/>
              </a:stretch>
            </p:blipFill>
            <p:spPr>
              <a:xfrm>
                <a:off x="321120" y="740880"/>
                <a:ext cx="11466720" cy="4126680"/>
              </a:xfrm>
              <a:prstGeom prst="rect">
                <a:avLst/>
              </a:prstGeom>
            </p:spPr>
          </p:pic>
        </mc:Fallback>
      </mc:AlternateContent>
    </p:spTree>
    <p:extLst>
      <p:ext uri="{BB962C8B-B14F-4D97-AF65-F5344CB8AC3E}">
        <p14:creationId xmlns:p14="http://schemas.microsoft.com/office/powerpoint/2010/main" val="3858964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506584"/>
              </a:xfrm>
              <a:prstGeom prst="rect">
                <a:avLst/>
              </a:prstGeom>
              <a:noFill/>
            </p:spPr>
            <p:txBody>
              <a:bodyPr wrap="square" rtlCol="0">
                <a:spAutoFit/>
              </a:bodyPr>
              <a:lstStyle/>
              <a:p>
                <a:r>
                  <a:rPr lang="en-GB" sz="2000" b="1" dirty="0"/>
                  <a:t>The number of photon emitted in t  second from a lamp of power p is given by:</a:t>
                </a:r>
              </a:p>
              <a:p>
                <a:endParaRPr lang="en-GB" sz="2000" b="1" dirty="0"/>
              </a:p>
              <a:p>
                <a:pPr marL="342900" indent="-342900">
                  <a:buFont typeface="+mj-lt"/>
                  <a:buAutoNum type="alphaLcParenR"/>
                </a:pPr>
                <a:r>
                  <a:rPr lang="en-GB" sz="2000" b="1" dirty="0"/>
                  <a:t>n = </a:t>
                </a:r>
                <a14:m>
                  <m:oMath xmlns:m="http://schemas.openxmlformats.org/officeDocument/2006/math">
                    <m:f>
                      <m:fPr>
                        <m:ctrlPr>
                          <a:rPr lang="en-GB" sz="2000" b="1" i="1" dirty="0" smtClean="0">
                            <a:latin typeface="Cambria Math" panose="02040503050406030204" pitchFamily="18" charset="0"/>
                          </a:rPr>
                        </m:ctrlPr>
                      </m:fPr>
                      <m:num>
                        <m:r>
                          <a:rPr lang="el-GR" sz="2000" b="1" i="1" dirty="0" smtClean="0">
                            <a:latin typeface="Cambria Math" panose="02040503050406030204" pitchFamily="18" charset="0"/>
                          </a:rPr>
                          <m:t>𝝀</m:t>
                        </m:r>
                        <m:r>
                          <a:rPr lang="en-GB" sz="2000" b="1" i="1" dirty="0" smtClean="0">
                            <a:latin typeface="Cambria Math" panose="02040503050406030204" pitchFamily="18" charset="0"/>
                          </a:rPr>
                          <m:t>𝒑𝒕</m:t>
                        </m:r>
                      </m:num>
                      <m:den>
                        <m:r>
                          <a:rPr lang="en-GB" sz="2000" b="1" i="1" dirty="0" smtClean="0">
                            <a:latin typeface="Cambria Math" panose="02040503050406030204" pitchFamily="18" charset="0"/>
                          </a:rPr>
                          <m:t>𝒉𝑪</m:t>
                        </m:r>
                      </m:den>
                    </m:f>
                  </m:oMath>
                </a14:m>
                <a:endParaRPr lang="en-GB" sz="2000" b="1" dirty="0"/>
              </a:p>
              <a:p>
                <a:pPr marL="342900" indent="-342900">
                  <a:buFont typeface="+mj-lt"/>
                  <a:buAutoNum type="alphaLcParenR"/>
                </a:pPr>
                <a:r>
                  <a:rPr lang="en-GB" sz="2000" b="1" dirty="0"/>
                  <a:t>n = </a:t>
                </a:r>
                <a14:m>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𝒑𝒉</m:t>
                        </m:r>
                      </m:num>
                      <m:den>
                        <m:r>
                          <a:rPr lang="en-GB" sz="2000" b="1" i="1" dirty="0" smtClean="0">
                            <a:latin typeface="Cambria Math" panose="02040503050406030204" pitchFamily="18" charset="0"/>
                          </a:rPr>
                          <m:t>𝒕𝑪</m:t>
                        </m:r>
                      </m:den>
                    </m:f>
                  </m:oMath>
                </a14:m>
                <a:endParaRPr lang="en-GB" sz="2000" b="1" dirty="0"/>
              </a:p>
              <a:p>
                <a:pPr marL="342900" indent="-342900">
                  <a:buFont typeface="+mj-lt"/>
                  <a:buAutoNum type="alphaLcParenR"/>
                </a:pPr>
                <a:r>
                  <a:rPr lang="en-GB" sz="2000" b="1" dirty="0"/>
                  <a:t>n = </a:t>
                </a:r>
                <a14:m>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𝒑</m:t>
                        </m:r>
                        <m:r>
                          <a:rPr lang="en-GB" sz="2000" b="1" i="1" dirty="0" smtClean="0">
                            <a:latin typeface="Cambria Math" panose="02040503050406030204" pitchFamily="18" charset="0"/>
                          </a:rPr>
                          <m:t>+</m:t>
                        </m:r>
                        <m:r>
                          <a:rPr lang="en-GB" sz="2000" b="1" i="1" dirty="0" smtClean="0">
                            <a:latin typeface="Cambria Math" panose="02040503050406030204" pitchFamily="18" charset="0"/>
                          </a:rPr>
                          <m:t>𝒍</m:t>
                        </m:r>
                        <m:r>
                          <a:rPr lang="el-GR" sz="2000" b="1" i="1" dirty="0" smtClean="0">
                            <a:latin typeface="Cambria Math" panose="02040503050406030204" pitchFamily="18" charset="0"/>
                          </a:rPr>
                          <m:t>𝝀</m:t>
                        </m:r>
                      </m:num>
                      <m:den>
                        <m:r>
                          <a:rPr lang="en-GB" sz="2000" b="1" i="1" dirty="0" smtClean="0">
                            <a:latin typeface="Cambria Math" panose="02040503050406030204" pitchFamily="18" charset="0"/>
                          </a:rPr>
                          <m:t>𝒉𝑪</m:t>
                        </m:r>
                      </m:den>
                    </m:f>
                  </m:oMath>
                </a14:m>
                <a:endParaRPr lang="en-GB" sz="2000" b="1" dirty="0">
                  <a:ea typeface="Cambria Math" panose="02040503050406030204" pitchFamily="18" charset="0"/>
                </a:endParaRPr>
              </a:p>
              <a:p>
                <a:pPr marL="342900" indent="-342900">
                  <a:buFont typeface="+mj-lt"/>
                  <a:buAutoNum type="alphaLcParenR"/>
                </a:pPr>
                <a:r>
                  <a:rPr lang="en-GB" sz="2000" b="1" dirty="0"/>
                  <a:t>n = </a:t>
                </a:r>
                <a14:m>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𝒑</m:t>
                        </m:r>
                        <m:r>
                          <a:rPr lang="en-GB" sz="2000" b="1" i="1" dirty="0" smtClean="0">
                            <a:latin typeface="Cambria Math" panose="02040503050406030204" pitchFamily="18" charset="0"/>
                          </a:rPr>
                          <m:t>+</m:t>
                        </m:r>
                        <m:r>
                          <a:rPr lang="el-GR" sz="2000" b="1" i="1" dirty="0" smtClean="0">
                            <a:latin typeface="Cambria Math" panose="02040503050406030204" pitchFamily="18" charset="0"/>
                          </a:rPr>
                          <m:t>𝝀</m:t>
                        </m:r>
                      </m:num>
                      <m:den>
                        <m:r>
                          <a:rPr lang="en-GB" sz="2000" b="1" i="1" dirty="0" smtClean="0">
                            <a:latin typeface="Cambria Math" panose="02040503050406030204" pitchFamily="18" charset="0"/>
                          </a:rPr>
                          <m:t>𝑪</m:t>
                        </m:r>
                      </m:den>
                    </m:f>
                  </m:oMath>
                </a14:m>
                <a:endParaRPr lang="en-GB" sz="2000" b="1" dirty="0">
                  <a:ea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ECDF7EF4-3157-44E5-9BDF-79087DB012D2}"/>
                  </a:ext>
                </a:extLst>
              </p:cNvPr>
              <p:cNvSpPr txBox="1">
                <a:spLocks noRot="1" noChangeAspect="1" noMove="1" noResize="1" noEditPoints="1" noAdjustHandles="1" noChangeArrowheads="1" noChangeShapeType="1" noTextEdit="1"/>
              </p:cNvSpPr>
              <p:nvPr/>
            </p:nvSpPr>
            <p:spPr>
              <a:xfrm>
                <a:off x="397565" y="387626"/>
                <a:ext cx="11340548" cy="2506584"/>
              </a:xfrm>
              <a:prstGeom prst="rect">
                <a:avLst/>
              </a:prstGeom>
              <a:blipFill>
                <a:blip r:embed="rId2"/>
                <a:stretch>
                  <a:fillRect l="-591" t="-1460" b="-973"/>
                </a:stretch>
              </a:blipFill>
            </p:spPr>
            <p:txBody>
              <a:bodyPr/>
              <a:lstStyle/>
              <a:p>
                <a:r>
                  <a:rPr lang="en-GB">
                    <a:noFill/>
                  </a:rPr>
                  <a:t> </a:t>
                </a:r>
              </a:p>
            </p:txBody>
          </p:sp>
        </mc:Fallback>
      </mc:AlternateContent>
      <p:sp>
        <p:nvSpPr>
          <p:cNvPr id="2" name="Slide Number Placeholder 1">
            <a:extLst>
              <a:ext uri="{FF2B5EF4-FFF2-40B4-BE49-F238E27FC236}">
                <a16:creationId xmlns:a16="http://schemas.microsoft.com/office/drawing/2014/main" id="{87919F20-4A8C-4B27-AD09-A30A3B4D37D6}"/>
              </a:ext>
            </a:extLst>
          </p:cNvPr>
          <p:cNvSpPr>
            <a:spLocks noGrp="1"/>
          </p:cNvSpPr>
          <p:nvPr>
            <p:ph type="sldNum" sz="quarter" idx="12"/>
          </p:nvPr>
        </p:nvSpPr>
        <p:spPr/>
        <p:txBody>
          <a:bodyPr/>
          <a:lstStyle/>
          <a:p>
            <a:fld id="{49D93B4F-009C-4433-A0AD-3B055150DD11}" type="slidenum">
              <a:rPr lang="en-GB" smtClean="0"/>
              <a:t>9</a:t>
            </a:fld>
            <a:endParaRPr lang="en-GB"/>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401DE36-4F51-4684-B72F-2C816811D9AE}"/>
                  </a:ext>
                </a:extLst>
              </p14:cNvPr>
              <p14:cNvContentPartPr/>
              <p14:nvPr/>
            </p14:nvContentPartPr>
            <p14:xfrm>
              <a:off x="357120" y="169560"/>
              <a:ext cx="8796240" cy="2813400"/>
            </p14:xfrm>
          </p:contentPart>
        </mc:Choice>
        <mc:Fallback>
          <p:pic>
            <p:nvPicPr>
              <p:cNvPr id="3" name="Ink 2">
                <a:extLst>
                  <a:ext uri="{FF2B5EF4-FFF2-40B4-BE49-F238E27FC236}">
                    <a16:creationId xmlns:a16="http://schemas.microsoft.com/office/drawing/2014/main" id="{A401DE36-4F51-4684-B72F-2C816811D9AE}"/>
                  </a:ext>
                </a:extLst>
              </p:cNvPr>
              <p:cNvPicPr/>
              <p:nvPr/>
            </p:nvPicPr>
            <p:blipFill>
              <a:blip r:embed="rId4"/>
              <a:stretch>
                <a:fillRect/>
              </a:stretch>
            </p:blipFill>
            <p:spPr>
              <a:xfrm>
                <a:off x="347760" y="160200"/>
                <a:ext cx="8814960" cy="2832120"/>
              </a:xfrm>
              <a:prstGeom prst="rect">
                <a:avLst/>
              </a:prstGeom>
            </p:spPr>
          </p:pic>
        </mc:Fallback>
      </mc:AlternateContent>
    </p:spTree>
    <p:extLst>
      <p:ext uri="{BB962C8B-B14F-4D97-AF65-F5344CB8AC3E}">
        <p14:creationId xmlns:p14="http://schemas.microsoft.com/office/powerpoint/2010/main" val="3996831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The mass of particle is 400 times  of an electron and charge is doubled. The particle is accelerated by 5V. Initially the particle is at </a:t>
            </a:r>
            <a:r>
              <a:rPr lang="en-GB" sz="2000" b="1" dirty="0" err="1"/>
              <a:t>rest,the</a:t>
            </a:r>
            <a:r>
              <a:rPr lang="en-GB" sz="2000" b="1" dirty="0"/>
              <a:t> final kinetic energy will be</a:t>
            </a:r>
          </a:p>
          <a:p>
            <a:endParaRPr lang="en-GB" sz="2000" b="1" dirty="0"/>
          </a:p>
          <a:p>
            <a:pPr marL="342900" indent="-342900">
              <a:buFont typeface="+mj-lt"/>
              <a:buAutoNum type="alphaLcParenR"/>
            </a:pPr>
            <a:r>
              <a:rPr lang="en-GB" sz="2000" b="1" dirty="0"/>
              <a:t>5eV</a:t>
            </a:r>
          </a:p>
          <a:p>
            <a:pPr marL="342900" indent="-342900">
              <a:buFont typeface="+mj-lt"/>
              <a:buAutoNum type="alphaLcParenR"/>
            </a:pPr>
            <a:r>
              <a:rPr lang="en-GB" sz="2000" b="1" dirty="0"/>
              <a:t>10eV</a:t>
            </a:r>
          </a:p>
          <a:p>
            <a:pPr marL="342900" indent="-342900">
              <a:buFont typeface="+mj-lt"/>
              <a:buAutoNum type="alphaLcParenR"/>
            </a:pPr>
            <a:r>
              <a:rPr lang="en-GB" sz="2000" b="1" dirty="0"/>
              <a:t>100eV</a:t>
            </a:r>
          </a:p>
          <a:p>
            <a:pPr marL="342900" indent="-342900">
              <a:buFont typeface="+mj-lt"/>
              <a:buAutoNum type="alphaLcParenR"/>
            </a:pPr>
            <a:r>
              <a:rPr lang="en-GB" sz="2000" b="1" dirty="0"/>
              <a:t>500eV</a:t>
            </a:r>
          </a:p>
        </p:txBody>
      </p:sp>
      <p:sp>
        <p:nvSpPr>
          <p:cNvPr id="2" name="Slide Number Placeholder 1">
            <a:extLst>
              <a:ext uri="{FF2B5EF4-FFF2-40B4-BE49-F238E27FC236}">
                <a16:creationId xmlns:a16="http://schemas.microsoft.com/office/drawing/2014/main" id="{3EA39216-A136-4A09-A1CC-C6EE7B10BF3F}"/>
              </a:ext>
            </a:extLst>
          </p:cNvPr>
          <p:cNvSpPr>
            <a:spLocks noGrp="1"/>
          </p:cNvSpPr>
          <p:nvPr>
            <p:ph type="sldNum" sz="quarter" idx="12"/>
          </p:nvPr>
        </p:nvSpPr>
        <p:spPr/>
        <p:txBody>
          <a:bodyPr/>
          <a:lstStyle/>
          <a:p>
            <a:fld id="{49D93B4F-009C-4433-A0AD-3B055150DD11}" type="slidenum">
              <a:rPr lang="en-GB" smtClean="0"/>
              <a:t>10</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2910360-4952-4BC8-942B-C1BDA03EE707}"/>
                  </a:ext>
                </a:extLst>
              </p14:cNvPr>
              <p14:cNvContentPartPr/>
              <p14:nvPr/>
            </p14:nvContentPartPr>
            <p14:xfrm>
              <a:off x="8625960" y="1384200"/>
              <a:ext cx="616680" cy="196560"/>
            </p14:xfrm>
          </p:contentPart>
        </mc:Choice>
        <mc:Fallback>
          <p:pic>
            <p:nvPicPr>
              <p:cNvPr id="3" name="Ink 2">
                <a:extLst>
                  <a:ext uri="{FF2B5EF4-FFF2-40B4-BE49-F238E27FC236}">
                    <a16:creationId xmlns:a16="http://schemas.microsoft.com/office/drawing/2014/main" id="{22910360-4952-4BC8-942B-C1BDA03EE707}"/>
                  </a:ext>
                </a:extLst>
              </p:cNvPr>
              <p:cNvPicPr/>
              <p:nvPr/>
            </p:nvPicPr>
            <p:blipFill>
              <a:blip r:embed="rId3"/>
              <a:stretch>
                <a:fillRect/>
              </a:stretch>
            </p:blipFill>
            <p:spPr>
              <a:xfrm>
                <a:off x="8610120" y="1320840"/>
                <a:ext cx="64800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0ACFF8FC-3F8A-45D8-A4D9-D5973A1DDBFE}"/>
                  </a:ext>
                </a:extLst>
              </p14:cNvPr>
              <p14:cNvContentPartPr/>
              <p14:nvPr/>
            </p14:nvContentPartPr>
            <p14:xfrm>
              <a:off x="375120" y="107280"/>
              <a:ext cx="11099880" cy="5786640"/>
            </p14:xfrm>
          </p:contentPart>
        </mc:Choice>
        <mc:Fallback>
          <p:pic>
            <p:nvPicPr>
              <p:cNvPr id="5" name="Ink 4">
                <a:extLst>
                  <a:ext uri="{FF2B5EF4-FFF2-40B4-BE49-F238E27FC236}">
                    <a16:creationId xmlns:a16="http://schemas.microsoft.com/office/drawing/2014/main" id="{0ACFF8FC-3F8A-45D8-A4D9-D5973A1DDBFE}"/>
                  </a:ext>
                </a:extLst>
              </p:cNvPr>
              <p:cNvPicPr/>
              <p:nvPr/>
            </p:nvPicPr>
            <p:blipFill>
              <a:blip r:embed="rId5"/>
              <a:stretch>
                <a:fillRect/>
              </a:stretch>
            </p:blipFill>
            <p:spPr>
              <a:xfrm>
                <a:off x="365760" y="97920"/>
                <a:ext cx="11118600" cy="5805360"/>
              </a:xfrm>
              <a:prstGeom prst="rect">
                <a:avLst/>
              </a:prstGeom>
            </p:spPr>
          </p:pic>
        </mc:Fallback>
      </mc:AlternateContent>
    </p:spTree>
    <p:extLst>
      <p:ext uri="{BB962C8B-B14F-4D97-AF65-F5344CB8AC3E}">
        <p14:creationId xmlns:p14="http://schemas.microsoft.com/office/powerpoint/2010/main" val="1292324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554545"/>
          </a:xfrm>
          <a:prstGeom prst="rect">
            <a:avLst/>
          </a:prstGeom>
          <a:noFill/>
        </p:spPr>
        <p:txBody>
          <a:bodyPr wrap="square" rtlCol="0">
            <a:spAutoFit/>
          </a:bodyPr>
          <a:lstStyle/>
          <a:p>
            <a:r>
              <a:rPr lang="en-GB" sz="2000" b="1" dirty="0"/>
              <a:t> The threshold frequency of a metal is </a:t>
            </a:r>
            <a:r>
              <a:rPr lang="en-GB" sz="2000" b="1" dirty="0" err="1"/>
              <a:t>fo</a:t>
            </a:r>
            <a:r>
              <a:rPr lang="en-GB" sz="2000" b="1" dirty="0"/>
              <a:t> .  When the frequency of incident light is 2f0, photo-electrons are emitted with maximum velocity of 4x106 m/s. The maximum velocity of emitted electrons when frequency of incident photon fall on it is 5 f0:   	</a:t>
            </a:r>
          </a:p>
          <a:p>
            <a:endParaRPr lang="en-GB" sz="2000" b="1" dirty="0"/>
          </a:p>
          <a:p>
            <a:pPr marL="342900" indent="-342900">
              <a:buFont typeface="+mj-lt"/>
              <a:buAutoNum type="alphaLcParenR"/>
            </a:pPr>
            <a:r>
              <a:rPr lang="en-GB" sz="2000" b="1" dirty="0"/>
              <a:t>8x10</a:t>
            </a:r>
            <a:r>
              <a:rPr lang="en-GB" sz="2000" b="1" baseline="30000" dirty="0"/>
              <a:t>6  </a:t>
            </a:r>
            <a:r>
              <a:rPr lang="en-GB" sz="2000" b="1" dirty="0"/>
              <a:t>m/s </a:t>
            </a:r>
          </a:p>
          <a:p>
            <a:pPr marL="342900" indent="-342900">
              <a:buFont typeface="+mj-lt"/>
              <a:buAutoNum type="alphaLcParenR"/>
            </a:pPr>
            <a:r>
              <a:rPr lang="en-GB" sz="2000" b="1" dirty="0"/>
              <a:t>2x10</a:t>
            </a:r>
            <a:r>
              <a:rPr lang="en-GB" sz="2000" b="1" baseline="30000" dirty="0"/>
              <a:t>6</a:t>
            </a:r>
            <a:r>
              <a:rPr lang="en-GB" sz="2000" b="1" dirty="0"/>
              <a:t> m/s</a:t>
            </a:r>
          </a:p>
          <a:p>
            <a:pPr marL="342900" indent="-342900">
              <a:buFont typeface="+mj-lt"/>
              <a:buAutoNum type="alphaLcParenR"/>
            </a:pPr>
            <a:r>
              <a:rPr lang="en-GB" sz="2000" b="1" dirty="0"/>
              <a:t>0		</a:t>
            </a:r>
          </a:p>
          <a:p>
            <a:pPr marL="342900" indent="-342900">
              <a:buFont typeface="+mj-lt"/>
              <a:buAutoNum type="alphaLcParenR"/>
            </a:pPr>
            <a:r>
              <a:rPr lang="en-GB" sz="2000" b="1" dirty="0"/>
              <a:t>16x10</a:t>
            </a:r>
            <a:r>
              <a:rPr lang="en-GB" sz="2000" b="1" baseline="30000" dirty="0"/>
              <a:t>6</a:t>
            </a:r>
            <a:r>
              <a:rPr lang="en-GB" sz="2000" b="1" dirty="0"/>
              <a:t>  m/s </a:t>
            </a:r>
          </a:p>
        </p:txBody>
      </p:sp>
      <p:sp>
        <p:nvSpPr>
          <p:cNvPr id="2" name="Slide Number Placeholder 1">
            <a:extLst>
              <a:ext uri="{FF2B5EF4-FFF2-40B4-BE49-F238E27FC236}">
                <a16:creationId xmlns:a16="http://schemas.microsoft.com/office/drawing/2014/main" id="{2067B848-04FE-4FD3-AC9D-1493869F226D}"/>
              </a:ext>
            </a:extLst>
          </p:cNvPr>
          <p:cNvSpPr>
            <a:spLocks noGrp="1"/>
          </p:cNvSpPr>
          <p:nvPr>
            <p:ph type="sldNum" sz="quarter" idx="12"/>
          </p:nvPr>
        </p:nvSpPr>
        <p:spPr/>
        <p:txBody>
          <a:bodyPr/>
          <a:lstStyle/>
          <a:p>
            <a:fld id="{49D93B4F-009C-4433-A0AD-3B055150DD11}" type="slidenum">
              <a:rPr lang="en-GB" smtClean="0"/>
              <a:t>11</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F4EAD0E-78FC-42CA-83FD-EE6FA0E19F77}"/>
                  </a:ext>
                </a:extLst>
              </p14:cNvPr>
              <p14:cNvContentPartPr/>
              <p14:nvPr/>
            </p14:nvContentPartPr>
            <p14:xfrm>
              <a:off x="321480" y="428760"/>
              <a:ext cx="11269440" cy="5366880"/>
            </p14:xfrm>
          </p:contentPart>
        </mc:Choice>
        <mc:Fallback>
          <p:pic>
            <p:nvPicPr>
              <p:cNvPr id="3" name="Ink 2">
                <a:extLst>
                  <a:ext uri="{FF2B5EF4-FFF2-40B4-BE49-F238E27FC236}">
                    <a16:creationId xmlns:a16="http://schemas.microsoft.com/office/drawing/2014/main" id="{8F4EAD0E-78FC-42CA-83FD-EE6FA0E19F77}"/>
                  </a:ext>
                </a:extLst>
              </p:cNvPr>
              <p:cNvPicPr/>
              <p:nvPr/>
            </p:nvPicPr>
            <p:blipFill>
              <a:blip r:embed="rId3"/>
              <a:stretch>
                <a:fillRect/>
              </a:stretch>
            </p:blipFill>
            <p:spPr>
              <a:xfrm>
                <a:off x="312120" y="419400"/>
                <a:ext cx="11288160" cy="5385600"/>
              </a:xfrm>
              <a:prstGeom prst="rect">
                <a:avLst/>
              </a:prstGeom>
            </p:spPr>
          </p:pic>
        </mc:Fallback>
      </mc:AlternateContent>
    </p:spTree>
    <p:extLst>
      <p:ext uri="{BB962C8B-B14F-4D97-AF65-F5344CB8AC3E}">
        <p14:creationId xmlns:p14="http://schemas.microsoft.com/office/powerpoint/2010/main" val="3438483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1938992"/>
          </a:xfrm>
          <a:prstGeom prst="rect">
            <a:avLst/>
          </a:prstGeom>
          <a:noFill/>
        </p:spPr>
        <p:txBody>
          <a:bodyPr wrap="square" rtlCol="0">
            <a:spAutoFit/>
          </a:bodyPr>
          <a:lstStyle/>
          <a:p>
            <a:r>
              <a:rPr lang="en-GB" sz="2000" b="1" dirty="0"/>
              <a:t>When PN junction divide is forward biased and then reverse biased, the flow of current is mainly due to:	</a:t>
            </a:r>
          </a:p>
          <a:p>
            <a:endParaRPr lang="en-GB" sz="2000" b="1" dirty="0"/>
          </a:p>
          <a:p>
            <a:pPr marL="342900" indent="-342900">
              <a:buFont typeface="+mj-lt"/>
              <a:buAutoNum type="alphaLcParenR"/>
            </a:pPr>
            <a:r>
              <a:rPr lang="en-GB" sz="2000" b="1" dirty="0"/>
              <a:t>Drift velocity in first case and diffusion of electrons in 2nd case.</a:t>
            </a:r>
          </a:p>
          <a:p>
            <a:pPr marL="342900" indent="-342900">
              <a:buFont typeface="+mj-lt"/>
              <a:buAutoNum type="alphaLcParenR"/>
            </a:pPr>
            <a:r>
              <a:rPr lang="en-GB" sz="2000" b="1" dirty="0"/>
              <a:t>Diffusion of electrons in first case and drift velocity in 2nd case.</a:t>
            </a:r>
          </a:p>
          <a:p>
            <a:pPr marL="342900" indent="-342900">
              <a:buFont typeface="+mj-lt"/>
              <a:buAutoNum type="alphaLcParenR"/>
            </a:pPr>
            <a:r>
              <a:rPr lang="en-GB" sz="2000" b="1" dirty="0"/>
              <a:t>Drift velocity in both cases.</a:t>
            </a:r>
          </a:p>
          <a:p>
            <a:pPr marL="342900" indent="-342900">
              <a:buFont typeface="+mj-lt"/>
              <a:buAutoNum type="alphaLcParenR"/>
            </a:pPr>
            <a:r>
              <a:rPr lang="en-GB" sz="2000" b="1" dirty="0"/>
              <a:t>Diffusion of electrons in both cases.</a:t>
            </a:r>
          </a:p>
        </p:txBody>
      </p:sp>
      <p:sp>
        <p:nvSpPr>
          <p:cNvPr id="2" name="Slide Number Placeholder 1">
            <a:extLst>
              <a:ext uri="{FF2B5EF4-FFF2-40B4-BE49-F238E27FC236}">
                <a16:creationId xmlns:a16="http://schemas.microsoft.com/office/drawing/2014/main" id="{64DA4D63-A1D1-418C-ABCD-A7529213203D}"/>
              </a:ext>
            </a:extLst>
          </p:cNvPr>
          <p:cNvSpPr>
            <a:spLocks noGrp="1"/>
          </p:cNvSpPr>
          <p:nvPr>
            <p:ph type="sldNum" sz="quarter" idx="12"/>
          </p:nvPr>
        </p:nvSpPr>
        <p:spPr/>
        <p:txBody>
          <a:bodyPr/>
          <a:lstStyle/>
          <a:p>
            <a:fld id="{49D93B4F-009C-4433-A0AD-3B055150DD11}" type="slidenum">
              <a:rPr lang="en-GB" smtClean="0"/>
              <a:t>12</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0EF43A5-D060-4C52-BC48-2117601FDC4A}"/>
                  </a:ext>
                </a:extLst>
              </p14:cNvPr>
              <p14:cNvContentPartPr/>
              <p14:nvPr/>
            </p14:nvContentPartPr>
            <p14:xfrm>
              <a:off x="303480" y="62640"/>
              <a:ext cx="11573280" cy="4768560"/>
            </p14:xfrm>
          </p:contentPart>
        </mc:Choice>
        <mc:Fallback>
          <p:pic>
            <p:nvPicPr>
              <p:cNvPr id="3" name="Ink 2">
                <a:extLst>
                  <a:ext uri="{FF2B5EF4-FFF2-40B4-BE49-F238E27FC236}">
                    <a16:creationId xmlns:a16="http://schemas.microsoft.com/office/drawing/2014/main" id="{50EF43A5-D060-4C52-BC48-2117601FDC4A}"/>
                  </a:ext>
                </a:extLst>
              </p:cNvPr>
              <p:cNvPicPr/>
              <p:nvPr/>
            </p:nvPicPr>
            <p:blipFill>
              <a:blip r:embed="rId3"/>
              <a:stretch>
                <a:fillRect/>
              </a:stretch>
            </p:blipFill>
            <p:spPr>
              <a:xfrm>
                <a:off x="294120" y="53280"/>
                <a:ext cx="11592000" cy="4787280"/>
              </a:xfrm>
              <a:prstGeom prst="rect">
                <a:avLst/>
              </a:prstGeom>
            </p:spPr>
          </p:pic>
        </mc:Fallback>
      </mc:AlternateContent>
    </p:spTree>
    <p:extLst>
      <p:ext uri="{BB962C8B-B14F-4D97-AF65-F5344CB8AC3E}">
        <p14:creationId xmlns:p14="http://schemas.microsoft.com/office/powerpoint/2010/main" val="4280494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554545"/>
          </a:xfrm>
          <a:prstGeom prst="rect">
            <a:avLst/>
          </a:prstGeom>
          <a:noFill/>
        </p:spPr>
        <p:txBody>
          <a:bodyPr wrap="square" rtlCol="0">
            <a:spAutoFit/>
          </a:bodyPr>
          <a:lstStyle/>
          <a:p>
            <a:r>
              <a:rPr lang="en-GB" sz="2000" b="1" dirty="0"/>
              <a:t>If an electron enters into a space between the plates of parallel plates capacitor at an angle α   and leaves at an angle β  to the plates. The ratio of kinetic energy while entering the capacitor to that while leaving will be :</a:t>
            </a:r>
          </a:p>
          <a:p>
            <a:endParaRPr lang="en-GB" sz="2000" b="1" dirty="0"/>
          </a:p>
          <a:p>
            <a:pPr marL="342900" indent="-342900">
              <a:buFont typeface="+mj-lt"/>
              <a:buAutoNum type="alphaLcParenR"/>
            </a:pPr>
            <a:r>
              <a:rPr lang="en-GB" sz="2000" b="1" dirty="0"/>
              <a:t>Cos</a:t>
            </a:r>
            <a:r>
              <a:rPr lang="en-GB" sz="2000" b="1" baseline="30000" dirty="0"/>
              <a:t>2</a:t>
            </a:r>
            <a:r>
              <a:rPr lang="el-GR" sz="2000" b="1" dirty="0"/>
              <a:t>α/</a:t>
            </a:r>
            <a:r>
              <a:rPr lang="en-GB" sz="2000" b="1" dirty="0"/>
              <a:t>cos</a:t>
            </a:r>
            <a:r>
              <a:rPr lang="en-GB" sz="2000" b="1" baseline="30000" dirty="0"/>
              <a:t>2</a:t>
            </a:r>
            <a:r>
              <a:rPr lang="el-GR" sz="2000" b="1" dirty="0"/>
              <a:t>β 	</a:t>
            </a:r>
            <a:endParaRPr lang="en-GB" sz="2000" b="1" dirty="0"/>
          </a:p>
          <a:p>
            <a:pPr marL="342900" indent="-342900">
              <a:buFont typeface="+mj-lt"/>
              <a:buAutoNum type="alphaLcParenR"/>
            </a:pPr>
            <a:r>
              <a:rPr lang="en-GB" sz="2000" b="1" dirty="0"/>
              <a:t>Sin</a:t>
            </a:r>
            <a:r>
              <a:rPr lang="en-GB" sz="2000" b="1" baseline="30000" dirty="0"/>
              <a:t>2</a:t>
            </a:r>
            <a:r>
              <a:rPr lang="el-GR" sz="2000" b="1" dirty="0"/>
              <a:t>α/</a:t>
            </a:r>
            <a:r>
              <a:rPr lang="en-GB" sz="2000" b="1" dirty="0"/>
              <a:t>sin</a:t>
            </a:r>
            <a:r>
              <a:rPr lang="en-GB" sz="2000" b="1" baseline="30000" dirty="0"/>
              <a:t>2</a:t>
            </a:r>
            <a:r>
              <a:rPr lang="el-GR" sz="2000" b="1" dirty="0"/>
              <a:t>β 		</a:t>
            </a:r>
            <a:endParaRPr lang="en-GB" sz="2000" b="1" dirty="0"/>
          </a:p>
          <a:p>
            <a:pPr marL="342900" indent="-342900">
              <a:buFont typeface="+mj-lt"/>
              <a:buAutoNum type="alphaLcParenR"/>
            </a:pPr>
            <a:r>
              <a:rPr lang="en-GB" sz="2000" b="1" dirty="0"/>
              <a:t>Cos</a:t>
            </a:r>
            <a:r>
              <a:rPr lang="en-GB" sz="2000" b="1" baseline="30000" dirty="0"/>
              <a:t>2</a:t>
            </a:r>
            <a:r>
              <a:rPr lang="el-GR" sz="2000" b="1" dirty="0"/>
              <a:t>β/</a:t>
            </a:r>
            <a:r>
              <a:rPr lang="en-GB" sz="2000" b="1" dirty="0"/>
              <a:t>Cos</a:t>
            </a:r>
            <a:r>
              <a:rPr lang="en-GB" sz="2000" b="1" baseline="30000" dirty="0"/>
              <a:t>2</a:t>
            </a:r>
            <a:r>
              <a:rPr lang="el-GR" sz="2000" b="1" dirty="0"/>
              <a:t>α		</a:t>
            </a:r>
            <a:endParaRPr lang="en-GB" sz="2000" b="1" dirty="0"/>
          </a:p>
          <a:p>
            <a:pPr marL="342900" indent="-342900">
              <a:buFont typeface="+mj-lt"/>
              <a:buAutoNum type="alphaLcParenR"/>
            </a:pPr>
            <a:r>
              <a:rPr lang="en-GB" sz="2000" b="1" dirty="0"/>
              <a:t>Sin</a:t>
            </a:r>
            <a:r>
              <a:rPr lang="en-GB" sz="2000" b="1" baseline="30000" dirty="0"/>
              <a:t>2</a:t>
            </a:r>
            <a:r>
              <a:rPr lang="el-GR" sz="2000" b="1" dirty="0"/>
              <a:t>β</a:t>
            </a:r>
            <a:r>
              <a:rPr lang="en-GB" sz="2000" b="1" dirty="0"/>
              <a:t>/Sin</a:t>
            </a:r>
            <a:r>
              <a:rPr lang="en-GB" sz="2000" b="1" baseline="30000" dirty="0"/>
              <a:t>2</a:t>
            </a:r>
            <a:r>
              <a:rPr lang="el-GR" sz="2000" b="1" dirty="0"/>
              <a:t>α</a:t>
            </a:r>
          </a:p>
        </p:txBody>
      </p:sp>
      <p:sp>
        <p:nvSpPr>
          <p:cNvPr id="2" name="Slide Number Placeholder 1">
            <a:extLst>
              <a:ext uri="{FF2B5EF4-FFF2-40B4-BE49-F238E27FC236}">
                <a16:creationId xmlns:a16="http://schemas.microsoft.com/office/drawing/2014/main" id="{D45EB80B-FFF3-406E-921C-8842FA636E99}"/>
              </a:ext>
            </a:extLst>
          </p:cNvPr>
          <p:cNvSpPr>
            <a:spLocks noGrp="1"/>
          </p:cNvSpPr>
          <p:nvPr>
            <p:ph type="sldNum" sz="quarter" idx="12"/>
          </p:nvPr>
        </p:nvSpPr>
        <p:spPr/>
        <p:txBody>
          <a:bodyPr/>
          <a:lstStyle/>
          <a:p>
            <a:fld id="{49D93B4F-009C-4433-A0AD-3B055150DD11}" type="slidenum">
              <a:rPr lang="en-GB" smtClean="0"/>
              <a:t>13</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D3F4D99-1761-4F64-8D2B-C1A34D37FE25}"/>
                  </a:ext>
                </a:extLst>
              </p14:cNvPr>
              <p14:cNvContentPartPr/>
              <p14:nvPr/>
            </p14:nvContentPartPr>
            <p14:xfrm>
              <a:off x="115920" y="509040"/>
              <a:ext cx="12055680" cy="4107960"/>
            </p14:xfrm>
          </p:contentPart>
        </mc:Choice>
        <mc:Fallback>
          <p:pic>
            <p:nvPicPr>
              <p:cNvPr id="3" name="Ink 2">
                <a:extLst>
                  <a:ext uri="{FF2B5EF4-FFF2-40B4-BE49-F238E27FC236}">
                    <a16:creationId xmlns:a16="http://schemas.microsoft.com/office/drawing/2014/main" id="{6D3F4D99-1761-4F64-8D2B-C1A34D37FE25}"/>
                  </a:ext>
                </a:extLst>
              </p:cNvPr>
              <p:cNvPicPr/>
              <p:nvPr/>
            </p:nvPicPr>
            <p:blipFill>
              <a:blip r:embed="rId3"/>
              <a:stretch>
                <a:fillRect/>
              </a:stretch>
            </p:blipFill>
            <p:spPr>
              <a:xfrm>
                <a:off x="106560" y="499680"/>
                <a:ext cx="12074400" cy="4126680"/>
              </a:xfrm>
              <a:prstGeom prst="rect">
                <a:avLst/>
              </a:prstGeom>
            </p:spPr>
          </p:pic>
        </mc:Fallback>
      </mc:AlternateContent>
    </p:spTree>
    <p:extLst>
      <p:ext uri="{BB962C8B-B14F-4D97-AF65-F5344CB8AC3E}">
        <p14:creationId xmlns:p14="http://schemas.microsoft.com/office/powerpoint/2010/main" val="2917000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554545"/>
          </a:xfrm>
          <a:prstGeom prst="rect">
            <a:avLst/>
          </a:prstGeom>
          <a:noFill/>
        </p:spPr>
        <p:txBody>
          <a:bodyPr wrap="square" rtlCol="0">
            <a:spAutoFit/>
          </a:bodyPr>
          <a:lstStyle/>
          <a:p>
            <a:r>
              <a:rPr lang="en-GB" sz="2000" b="1" dirty="0"/>
              <a:t>Which of the following statement is  correct?</a:t>
            </a:r>
          </a:p>
          <a:p>
            <a:r>
              <a:rPr lang="en-GB" sz="2000" b="1" dirty="0"/>
              <a:t>	I. Cathode rays has velocity in the range of 1/30 to 1/10 of speed of light</a:t>
            </a:r>
          </a:p>
          <a:p>
            <a:r>
              <a:rPr lang="en-GB" sz="2000" b="1" dirty="0"/>
              <a:t>	II. Lead is the best absorber of x-rays</a:t>
            </a:r>
          </a:p>
          <a:p>
            <a:endParaRPr lang="en-GB" sz="2000" b="1" dirty="0"/>
          </a:p>
          <a:p>
            <a:pPr marL="342900" indent="-342900">
              <a:buFont typeface="+mj-lt"/>
              <a:buAutoNum type="alphaLcParenR"/>
            </a:pPr>
            <a:r>
              <a:rPr lang="en-GB" sz="2000" b="1" dirty="0"/>
              <a:t>I</a:t>
            </a:r>
          </a:p>
          <a:p>
            <a:pPr marL="342900" indent="-342900">
              <a:buFont typeface="+mj-lt"/>
              <a:buAutoNum type="alphaLcParenR"/>
            </a:pPr>
            <a:r>
              <a:rPr lang="en-GB" sz="2000" b="1" dirty="0"/>
              <a:t>II</a:t>
            </a:r>
          </a:p>
          <a:p>
            <a:pPr marL="342900" indent="-342900">
              <a:buFont typeface="+mj-lt"/>
              <a:buAutoNum type="alphaLcParenR"/>
            </a:pPr>
            <a:r>
              <a:rPr lang="en-GB" sz="2000" b="1" dirty="0"/>
              <a:t>Both </a:t>
            </a:r>
          </a:p>
          <a:p>
            <a:pPr marL="342900" indent="-342900">
              <a:buFont typeface="+mj-lt"/>
              <a:buAutoNum type="alphaLcParenR"/>
            </a:pPr>
            <a:r>
              <a:rPr lang="en-GB" sz="2000" b="1" dirty="0"/>
              <a:t>None	</a:t>
            </a:r>
          </a:p>
        </p:txBody>
      </p:sp>
      <p:sp>
        <p:nvSpPr>
          <p:cNvPr id="2" name="Slide Number Placeholder 1">
            <a:extLst>
              <a:ext uri="{FF2B5EF4-FFF2-40B4-BE49-F238E27FC236}">
                <a16:creationId xmlns:a16="http://schemas.microsoft.com/office/drawing/2014/main" id="{35CFCF77-B825-4179-BCF0-8A2F43554611}"/>
              </a:ext>
            </a:extLst>
          </p:cNvPr>
          <p:cNvSpPr>
            <a:spLocks noGrp="1"/>
          </p:cNvSpPr>
          <p:nvPr>
            <p:ph type="sldNum" sz="quarter" idx="12"/>
          </p:nvPr>
        </p:nvSpPr>
        <p:spPr/>
        <p:txBody>
          <a:bodyPr/>
          <a:lstStyle/>
          <a:p>
            <a:fld id="{49D93B4F-009C-4433-A0AD-3B055150DD11}" type="slidenum">
              <a:rPr lang="en-GB" smtClean="0"/>
              <a:t>14</a:t>
            </a:fld>
            <a:endParaRPr lang="en-GB" dirty="0"/>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50B272E-1A2A-4506-BB1C-584415AEC33C}"/>
                  </a:ext>
                </a:extLst>
              </p14:cNvPr>
              <p14:cNvContentPartPr/>
              <p14:nvPr/>
            </p14:nvContentPartPr>
            <p14:xfrm>
              <a:off x="330480" y="678600"/>
              <a:ext cx="10742760" cy="1884600"/>
            </p14:xfrm>
          </p:contentPart>
        </mc:Choice>
        <mc:Fallback>
          <p:pic>
            <p:nvPicPr>
              <p:cNvPr id="3" name="Ink 2">
                <a:extLst>
                  <a:ext uri="{FF2B5EF4-FFF2-40B4-BE49-F238E27FC236}">
                    <a16:creationId xmlns:a16="http://schemas.microsoft.com/office/drawing/2014/main" id="{550B272E-1A2A-4506-BB1C-584415AEC33C}"/>
                  </a:ext>
                </a:extLst>
              </p:cNvPr>
              <p:cNvPicPr/>
              <p:nvPr/>
            </p:nvPicPr>
            <p:blipFill>
              <a:blip r:embed="rId3"/>
              <a:stretch>
                <a:fillRect/>
              </a:stretch>
            </p:blipFill>
            <p:spPr>
              <a:xfrm>
                <a:off x="321120" y="669240"/>
                <a:ext cx="10761480" cy="1903320"/>
              </a:xfrm>
              <a:prstGeom prst="rect">
                <a:avLst/>
              </a:prstGeom>
            </p:spPr>
          </p:pic>
        </mc:Fallback>
      </mc:AlternateContent>
    </p:spTree>
    <p:extLst>
      <p:ext uri="{BB962C8B-B14F-4D97-AF65-F5344CB8AC3E}">
        <p14:creationId xmlns:p14="http://schemas.microsoft.com/office/powerpoint/2010/main" val="3649330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1938992"/>
          </a:xfrm>
          <a:prstGeom prst="rect">
            <a:avLst/>
          </a:prstGeom>
          <a:noFill/>
        </p:spPr>
        <p:txBody>
          <a:bodyPr wrap="square" rtlCol="0">
            <a:spAutoFit/>
          </a:bodyPr>
          <a:lstStyle/>
          <a:p>
            <a:r>
              <a:rPr lang="en-GB" sz="2000" b="1" dirty="0"/>
              <a:t>Which one can not be deflected in electric and magnetic field?</a:t>
            </a:r>
          </a:p>
          <a:p>
            <a:endParaRPr lang="en-GB" sz="2000" b="1" dirty="0"/>
          </a:p>
          <a:p>
            <a:pPr marL="342900" indent="-342900">
              <a:buFont typeface="+mj-lt"/>
              <a:buAutoNum type="alphaLcParenR"/>
            </a:pPr>
            <a:r>
              <a:rPr lang="en-GB" sz="2000" b="1" dirty="0"/>
              <a:t>Cathode ray</a:t>
            </a:r>
          </a:p>
          <a:p>
            <a:pPr marL="342900" indent="-342900">
              <a:buFont typeface="+mj-lt"/>
              <a:buAutoNum type="alphaLcParenR"/>
            </a:pPr>
            <a:r>
              <a:rPr lang="en-GB" sz="2000" b="1" dirty="0"/>
              <a:t>X-ray</a:t>
            </a:r>
          </a:p>
          <a:p>
            <a:pPr marL="342900" indent="-342900">
              <a:buFont typeface="+mj-lt"/>
              <a:buAutoNum type="alphaLcParenR"/>
            </a:pPr>
            <a:r>
              <a:rPr lang="en-GB" sz="2000" b="1" dirty="0"/>
              <a:t>Gamma ray</a:t>
            </a:r>
          </a:p>
          <a:p>
            <a:pPr marL="342900" indent="-342900">
              <a:buFont typeface="+mj-lt"/>
              <a:buAutoNum type="alphaLcParenR"/>
            </a:pPr>
            <a:r>
              <a:rPr lang="en-GB" sz="2000" b="1" dirty="0"/>
              <a:t>Photon	</a:t>
            </a:r>
          </a:p>
        </p:txBody>
      </p:sp>
      <p:sp>
        <p:nvSpPr>
          <p:cNvPr id="2" name="Slide Number Placeholder 1">
            <a:extLst>
              <a:ext uri="{FF2B5EF4-FFF2-40B4-BE49-F238E27FC236}">
                <a16:creationId xmlns:a16="http://schemas.microsoft.com/office/drawing/2014/main" id="{2D4F5943-E2C7-4E02-AE30-716A8B8619DA}"/>
              </a:ext>
            </a:extLst>
          </p:cNvPr>
          <p:cNvSpPr>
            <a:spLocks noGrp="1"/>
          </p:cNvSpPr>
          <p:nvPr>
            <p:ph type="sldNum" sz="quarter" idx="12"/>
          </p:nvPr>
        </p:nvSpPr>
        <p:spPr/>
        <p:txBody>
          <a:bodyPr/>
          <a:lstStyle/>
          <a:p>
            <a:fld id="{49D93B4F-009C-4433-A0AD-3B055150DD11}" type="slidenum">
              <a:rPr lang="en-GB" smtClean="0"/>
              <a:t>15</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3537C9B-A38C-482E-B7C2-B81114C72852}"/>
                  </a:ext>
                </a:extLst>
              </p14:cNvPr>
              <p14:cNvContentPartPr/>
              <p14:nvPr/>
            </p14:nvContentPartPr>
            <p14:xfrm>
              <a:off x="366120" y="553680"/>
              <a:ext cx="9778320" cy="4268880"/>
            </p14:xfrm>
          </p:contentPart>
        </mc:Choice>
        <mc:Fallback>
          <p:pic>
            <p:nvPicPr>
              <p:cNvPr id="3" name="Ink 2">
                <a:extLst>
                  <a:ext uri="{FF2B5EF4-FFF2-40B4-BE49-F238E27FC236}">
                    <a16:creationId xmlns:a16="http://schemas.microsoft.com/office/drawing/2014/main" id="{43537C9B-A38C-482E-B7C2-B81114C72852}"/>
                  </a:ext>
                </a:extLst>
              </p:cNvPr>
              <p:cNvPicPr/>
              <p:nvPr/>
            </p:nvPicPr>
            <p:blipFill>
              <a:blip r:embed="rId3"/>
              <a:stretch>
                <a:fillRect/>
              </a:stretch>
            </p:blipFill>
            <p:spPr>
              <a:xfrm>
                <a:off x="356760" y="544320"/>
                <a:ext cx="9797040" cy="4287600"/>
              </a:xfrm>
              <a:prstGeom prst="rect">
                <a:avLst/>
              </a:prstGeom>
            </p:spPr>
          </p:pic>
        </mc:Fallback>
      </mc:AlternateContent>
    </p:spTree>
    <p:extLst>
      <p:ext uri="{BB962C8B-B14F-4D97-AF65-F5344CB8AC3E}">
        <p14:creationId xmlns:p14="http://schemas.microsoft.com/office/powerpoint/2010/main" val="1863338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1938992"/>
          </a:xfrm>
          <a:prstGeom prst="rect">
            <a:avLst/>
          </a:prstGeom>
          <a:noFill/>
        </p:spPr>
        <p:txBody>
          <a:bodyPr wrap="square" rtlCol="0">
            <a:spAutoFit/>
          </a:bodyPr>
          <a:lstStyle/>
          <a:p>
            <a:r>
              <a:rPr lang="en-GB" sz="2000" b="1" dirty="0"/>
              <a:t>The reason for using clock oil in Millikan oil drop experiment is </a:t>
            </a:r>
          </a:p>
          <a:p>
            <a:endParaRPr lang="en-GB" sz="2000" b="1" dirty="0"/>
          </a:p>
          <a:p>
            <a:pPr marL="342900" indent="-342900">
              <a:buFont typeface="+mj-lt"/>
              <a:buAutoNum type="alphaLcParenR"/>
            </a:pPr>
            <a:r>
              <a:rPr lang="en-GB" sz="2000" b="1" dirty="0"/>
              <a:t>Its density  is high</a:t>
            </a:r>
          </a:p>
          <a:p>
            <a:pPr marL="342900" indent="-342900">
              <a:buFont typeface="+mj-lt"/>
              <a:buAutoNum type="alphaLcParenR"/>
            </a:pPr>
            <a:r>
              <a:rPr lang="en-GB" sz="2000" b="1" dirty="0"/>
              <a:t>It gets charged due to friction</a:t>
            </a:r>
          </a:p>
          <a:p>
            <a:pPr marL="342900" indent="-342900">
              <a:buFont typeface="+mj-lt"/>
              <a:buAutoNum type="alphaLcParenR"/>
            </a:pPr>
            <a:r>
              <a:rPr lang="en-GB" sz="2000" b="1" dirty="0"/>
              <a:t>It does not vaporize</a:t>
            </a:r>
          </a:p>
          <a:p>
            <a:pPr marL="342900" indent="-342900">
              <a:buFont typeface="+mj-lt"/>
              <a:buAutoNum type="alphaLcParenR"/>
            </a:pPr>
            <a:r>
              <a:rPr lang="en-GB" sz="2000" b="1" dirty="0"/>
              <a:t>All of above	</a:t>
            </a:r>
          </a:p>
        </p:txBody>
      </p:sp>
      <p:sp>
        <p:nvSpPr>
          <p:cNvPr id="2" name="Slide Number Placeholder 1">
            <a:extLst>
              <a:ext uri="{FF2B5EF4-FFF2-40B4-BE49-F238E27FC236}">
                <a16:creationId xmlns:a16="http://schemas.microsoft.com/office/drawing/2014/main" id="{9361C648-3E68-4FB8-84E0-37FF38DBDC24}"/>
              </a:ext>
            </a:extLst>
          </p:cNvPr>
          <p:cNvSpPr>
            <a:spLocks noGrp="1"/>
          </p:cNvSpPr>
          <p:nvPr>
            <p:ph type="sldNum" sz="quarter" idx="12"/>
          </p:nvPr>
        </p:nvSpPr>
        <p:spPr/>
        <p:txBody>
          <a:bodyPr/>
          <a:lstStyle/>
          <a:p>
            <a:fld id="{49D93B4F-009C-4433-A0AD-3B055150DD11}" type="slidenum">
              <a:rPr lang="en-GB" smtClean="0"/>
              <a:t>16</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7AA39FB-1413-46B9-BC5A-2C56396A674D}"/>
                  </a:ext>
                </a:extLst>
              </p14:cNvPr>
              <p14:cNvContentPartPr/>
              <p14:nvPr/>
            </p14:nvContentPartPr>
            <p14:xfrm>
              <a:off x="410760" y="758880"/>
              <a:ext cx="9153360" cy="1179360"/>
            </p14:xfrm>
          </p:contentPart>
        </mc:Choice>
        <mc:Fallback>
          <p:pic>
            <p:nvPicPr>
              <p:cNvPr id="3" name="Ink 2">
                <a:extLst>
                  <a:ext uri="{FF2B5EF4-FFF2-40B4-BE49-F238E27FC236}">
                    <a16:creationId xmlns:a16="http://schemas.microsoft.com/office/drawing/2014/main" id="{F7AA39FB-1413-46B9-BC5A-2C56396A674D}"/>
                  </a:ext>
                </a:extLst>
              </p:cNvPr>
              <p:cNvPicPr/>
              <p:nvPr/>
            </p:nvPicPr>
            <p:blipFill>
              <a:blip r:embed="rId3"/>
              <a:stretch>
                <a:fillRect/>
              </a:stretch>
            </p:blipFill>
            <p:spPr>
              <a:xfrm>
                <a:off x="401400" y="749520"/>
                <a:ext cx="9172080" cy="1198080"/>
              </a:xfrm>
              <a:prstGeom prst="rect">
                <a:avLst/>
              </a:prstGeom>
            </p:spPr>
          </p:pic>
        </mc:Fallback>
      </mc:AlternateContent>
    </p:spTree>
    <p:extLst>
      <p:ext uri="{BB962C8B-B14F-4D97-AF65-F5344CB8AC3E}">
        <p14:creationId xmlns:p14="http://schemas.microsoft.com/office/powerpoint/2010/main" val="2197495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When x-ray  tube is operated at 62 KV, the wavelength of x-ray produced  is 10 A</a:t>
            </a:r>
            <a:r>
              <a:rPr lang="en-GB" sz="2000" b="1" baseline="30000" dirty="0"/>
              <a:t>0</a:t>
            </a:r>
            <a:r>
              <a:rPr lang="en-GB" sz="2000" b="1" dirty="0"/>
              <a:t> .   The approximate efficiency of x-ray production is ………%.</a:t>
            </a:r>
          </a:p>
          <a:p>
            <a:endParaRPr lang="en-GB" sz="2000" b="1" dirty="0"/>
          </a:p>
          <a:p>
            <a:pPr marL="342900" indent="-342900">
              <a:buFont typeface="+mj-lt"/>
              <a:buAutoNum type="alphaLcParenR"/>
            </a:pPr>
            <a:r>
              <a:rPr lang="en-GB" sz="2000" b="1" dirty="0"/>
              <a:t>1</a:t>
            </a:r>
          </a:p>
          <a:p>
            <a:pPr marL="342900" indent="-342900">
              <a:buFont typeface="+mj-lt"/>
              <a:buAutoNum type="alphaLcParenR"/>
            </a:pPr>
            <a:r>
              <a:rPr lang="en-GB" sz="2000" b="1" dirty="0"/>
              <a:t>1.5</a:t>
            </a:r>
          </a:p>
          <a:p>
            <a:pPr marL="342900" indent="-342900">
              <a:buFont typeface="+mj-lt"/>
              <a:buAutoNum type="alphaLcParenR"/>
            </a:pPr>
            <a:r>
              <a:rPr lang="en-GB" sz="2000" b="1" dirty="0"/>
              <a:t>2</a:t>
            </a:r>
          </a:p>
          <a:p>
            <a:pPr marL="342900" indent="-342900">
              <a:buFont typeface="+mj-lt"/>
              <a:buAutoNum type="alphaLcParenR"/>
            </a:pPr>
            <a:r>
              <a:rPr lang="en-GB" sz="2000" b="1" dirty="0"/>
              <a:t>2.5	</a:t>
            </a:r>
          </a:p>
        </p:txBody>
      </p:sp>
      <p:sp>
        <p:nvSpPr>
          <p:cNvPr id="2" name="Slide Number Placeholder 1">
            <a:extLst>
              <a:ext uri="{FF2B5EF4-FFF2-40B4-BE49-F238E27FC236}">
                <a16:creationId xmlns:a16="http://schemas.microsoft.com/office/drawing/2014/main" id="{4EDA4B2F-CFB7-4E3F-A7D3-BCBED6E7B7C9}"/>
              </a:ext>
            </a:extLst>
          </p:cNvPr>
          <p:cNvSpPr>
            <a:spLocks noGrp="1"/>
          </p:cNvSpPr>
          <p:nvPr>
            <p:ph type="sldNum" sz="quarter" idx="12"/>
          </p:nvPr>
        </p:nvSpPr>
        <p:spPr/>
        <p:txBody>
          <a:bodyPr/>
          <a:lstStyle/>
          <a:p>
            <a:fld id="{49D93B4F-009C-4433-A0AD-3B055150DD11}" type="slidenum">
              <a:rPr lang="en-GB" smtClean="0"/>
              <a:t>17</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8535149-6C2C-43D6-81A8-F64EABEBD93C}"/>
                  </a:ext>
                </a:extLst>
              </p14:cNvPr>
              <p14:cNvContentPartPr/>
              <p14:nvPr/>
            </p14:nvContentPartPr>
            <p14:xfrm>
              <a:off x="9215280" y="2875320"/>
              <a:ext cx="482760" cy="687960"/>
            </p14:xfrm>
          </p:contentPart>
        </mc:Choice>
        <mc:Fallback>
          <p:pic>
            <p:nvPicPr>
              <p:cNvPr id="3" name="Ink 2">
                <a:extLst>
                  <a:ext uri="{FF2B5EF4-FFF2-40B4-BE49-F238E27FC236}">
                    <a16:creationId xmlns:a16="http://schemas.microsoft.com/office/drawing/2014/main" id="{28535149-6C2C-43D6-81A8-F64EABEBD93C}"/>
                  </a:ext>
                </a:extLst>
              </p:cNvPr>
              <p:cNvPicPr/>
              <p:nvPr/>
            </p:nvPicPr>
            <p:blipFill>
              <a:blip r:embed="rId3"/>
              <a:stretch>
                <a:fillRect/>
              </a:stretch>
            </p:blipFill>
            <p:spPr>
              <a:xfrm>
                <a:off x="9199440" y="2811960"/>
                <a:ext cx="514080" cy="814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3CC79964-DBD5-421E-AB12-8B6A83415E05}"/>
                  </a:ext>
                </a:extLst>
              </p14:cNvPr>
              <p14:cNvContentPartPr/>
              <p14:nvPr/>
            </p14:nvContentPartPr>
            <p14:xfrm>
              <a:off x="285840" y="160560"/>
              <a:ext cx="11501640" cy="5188680"/>
            </p14:xfrm>
          </p:contentPart>
        </mc:Choice>
        <mc:Fallback>
          <p:pic>
            <p:nvPicPr>
              <p:cNvPr id="5" name="Ink 4">
                <a:extLst>
                  <a:ext uri="{FF2B5EF4-FFF2-40B4-BE49-F238E27FC236}">
                    <a16:creationId xmlns:a16="http://schemas.microsoft.com/office/drawing/2014/main" id="{3CC79964-DBD5-421E-AB12-8B6A83415E05}"/>
                  </a:ext>
                </a:extLst>
              </p:cNvPr>
              <p:cNvPicPr/>
              <p:nvPr/>
            </p:nvPicPr>
            <p:blipFill>
              <a:blip r:embed="rId5"/>
              <a:stretch>
                <a:fillRect/>
              </a:stretch>
            </p:blipFill>
            <p:spPr>
              <a:xfrm>
                <a:off x="276480" y="151200"/>
                <a:ext cx="11520360" cy="5207400"/>
              </a:xfrm>
              <a:prstGeom prst="rect">
                <a:avLst/>
              </a:prstGeom>
            </p:spPr>
          </p:pic>
        </mc:Fallback>
      </mc:AlternateContent>
    </p:spTree>
    <p:extLst>
      <p:ext uri="{BB962C8B-B14F-4D97-AF65-F5344CB8AC3E}">
        <p14:creationId xmlns:p14="http://schemas.microsoft.com/office/powerpoint/2010/main" val="2395675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The stopping potential of emitted  electron is plotted along y- axis and frequency of incident photon is plotted along x-axis. The slope of graph gives</a:t>
            </a:r>
          </a:p>
          <a:p>
            <a:endParaRPr lang="en-GB" sz="2000" b="1" dirty="0"/>
          </a:p>
          <a:p>
            <a:pPr marL="342900" indent="-342900">
              <a:buFont typeface="+mj-lt"/>
              <a:buAutoNum type="alphaLcParenR"/>
            </a:pPr>
            <a:r>
              <a:rPr lang="pt-BR" sz="2000" b="1" dirty="0"/>
              <a:t>h</a:t>
            </a:r>
          </a:p>
          <a:p>
            <a:pPr marL="342900" indent="-342900">
              <a:buFont typeface="+mj-lt"/>
              <a:buAutoNum type="alphaLcParenR"/>
            </a:pPr>
            <a:r>
              <a:rPr lang="pt-BR" sz="2000" b="1" dirty="0"/>
              <a:t>w</a:t>
            </a:r>
          </a:p>
          <a:p>
            <a:pPr marL="342900" indent="-342900">
              <a:buFont typeface="+mj-lt"/>
              <a:buAutoNum type="alphaLcParenR"/>
            </a:pPr>
            <a:r>
              <a:rPr lang="pt-BR" sz="2000" b="1" dirty="0"/>
              <a:t>h/e</a:t>
            </a:r>
          </a:p>
          <a:p>
            <a:pPr marL="342900" indent="-342900">
              <a:buFont typeface="+mj-lt"/>
              <a:buAutoNum type="alphaLcParenR"/>
            </a:pPr>
            <a:r>
              <a:rPr lang="pt-BR" sz="2000" b="1" dirty="0"/>
              <a:t>e/h</a:t>
            </a:r>
            <a:r>
              <a:rPr lang="en-GB" sz="2000" b="1" dirty="0"/>
              <a:t>	</a:t>
            </a:r>
          </a:p>
        </p:txBody>
      </p:sp>
      <p:sp>
        <p:nvSpPr>
          <p:cNvPr id="2" name="Slide Number Placeholder 1">
            <a:extLst>
              <a:ext uri="{FF2B5EF4-FFF2-40B4-BE49-F238E27FC236}">
                <a16:creationId xmlns:a16="http://schemas.microsoft.com/office/drawing/2014/main" id="{E3DBBCCA-6BC3-498F-8224-A8E8DCB6D0E5}"/>
              </a:ext>
            </a:extLst>
          </p:cNvPr>
          <p:cNvSpPr>
            <a:spLocks noGrp="1"/>
          </p:cNvSpPr>
          <p:nvPr>
            <p:ph type="sldNum" sz="quarter" idx="12"/>
          </p:nvPr>
        </p:nvSpPr>
        <p:spPr/>
        <p:txBody>
          <a:bodyPr/>
          <a:lstStyle/>
          <a:p>
            <a:fld id="{49D93B4F-009C-4433-A0AD-3B055150DD11}" type="slidenum">
              <a:rPr lang="en-GB" smtClean="0"/>
              <a:t>18</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AD07A3B-3930-4CE4-BCD3-2B66504DC90A}"/>
                  </a:ext>
                </a:extLst>
              </p14:cNvPr>
              <p14:cNvContentPartPr/>
              <p14:nvPr/>
            </p14:nvContentPartPr>
            <p14:xfrm>
              <a:off x="321480" y="401760"/>
              <a:ext cx="10590840" cy="5510160"/>
            </p14:xfrm>
          </p:contentPart>
        </mc:Choice>
        <mc:Fallback>
          <p:pic>
            <p:nvPicPr>
              <p:cNvPr id="3" name="Ink 2">
                <a:extLst>
                  <a:ext uri="{FF2B5EF4-FFF2-40B4-BE49-F238E27FC236}">
                    <a16:creationId xmlns:a16="http://schemas.microsoft.com/office/drawing/2014/main" id="{2AD07A3B-3930-4CE4-BCD3-2B66504DC90A}"/>
                  </a:ext>
                </a:extLst>
              </p:cNvPr>
              <p:cNvPicPr/>
              <p:nvPr/>
            </p:nvPicPr>
            <p:blipFill>
              <a:blip r:embed="rId3"/>
              <a:stretch>
                <a:fillRect/>
              </a:stretch>
            </p:blipFill>
            <p:spPr>
              <a:xfrm>
                <a:off x="312120" y="392400"/>
                <a:ext cx="10609560" cy="5528880"/>
              </a:xfrm>
              <a:prstGeom prst="rect">
                <a:avLst/>
              </a:prstGeom>
            </p:spPr>
          </p:pic>
        </mc:Fallback>
      </mc:AlternateContent>
    </p:spTree>
    <p:extLst>
      <p:ext uri="{BB962C8B-B14F-4D97-AF65-F5344CB8AC3E}">
        <p14:creationId xmlns:p14="http://schemas.microsoft.com/office/powerpoint/2010/main" val="3650272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1938992"/>
          </a:xfrm>
          <a:prstGeom prst="rect">
            <a:avLst/>
          </a:prstGeom>
          <a:noFill/>
        </p:spPr>
        <p:txBody>
          <a:bodyPr wrap="square" rtlCol="0">
            <a:spAutoFit/>
          </a:bodyPr>
          <a:lstStyle/>
          <a:p>
            <a:r>
              <a:rPr lang="en-GB" sz="2000" b="1" dirty="0"/>
              <a:t>The angular velocity of electron revolving in nth orbit is proportional to </a:t>
            </a:r>
          </a:p>
          <a:p>
            <a:endParaRPr lang="en-GB" sz="2000" b="1" dirty="0"/>
          </a:p>
          <a:p>
            <a:pPr marL="342900" indent="-342900">
              <a:buFont typeface="+mj-lt"/>
              <a:buAutoNum type="alphaLcParenR"/>
            </a:pPr>
            <a:r>
              <a:rPr lang="pt-BR" sz="2000" b="1" dirty="0"/>
              <a:t>n </a:t>
            </a:r>
          </a:p>
          <a:p>
            <a:pPr marL="342900" indent="-342900">
              <a:buFont typeface="+mj-lt"/>
              <a:buAutoNum type="alphaLcParenR"/>
            </a:pPr>
            <a:r>
              <a:rPr lang="pt-BR" sz="2000" b="1" dirty="0"/>
              <a:t>1/n</a:t>
            </a:r>
          </a:p>
          <a:p>
            <a:pPr marL="342900" indent="-342900">
              <a:buFont typeface="+mj-lt"/>
              <a:buAutoNum type="alphaLcParenR"/>
            </a:pPr>
            <a:r>
              <a:rPr lang="pt-BR" sz="2000" b="1" dirty="0"/>
              <a:t>n</a:t>
            </a:r>
            <a:r>
              <a:rPr lang="pt-BR" sz="2000" b="1" baseline="30000" dirty="0"/>
              <a:t>3</a:t>
            </a:r>
          </a:p>
          <a:p>
            <a:pPr marL="342900" indent="-342900">
              <a:buFont typeface="+mj-lt"/>
              <a:buAutoNum type="alphaLcParenR"/>
            </a:pPr>
            <a:r>
              <a:rPr lang="pt-BR" sz="2000" b="1" dirty="0"/>
              <a:t>n</a:t>
            </a:r>
            <a:r>
              <a:rPr lang="pt-BR" sz="2000" b="1" baseline="30000" dirty="0"/>
              <a:t>-3</a:t>
            </a:r>
            <a:r>
              <a:rPr lang="pt-BR" sz="2000" b="1" dirty="0"/>
              <a:t> </a:t>
            </a:r>
            <a:r>
              <a:rPr lang="en-GB" sz="2000" b="1" dirty="0"/>
              <a:t>	</a:t>
            </a:r>
          </a:p>
        </p:txBody>
      </p:sp>
      <p:sp>
        <p:nvSpPr>
          <p:cNvPr id="2" name="Slide Number Placeholder 1">
            <a:extLst>
              <a:ext uri="{FF2B5EF4-FFF2-40B4-BE49-F238E27FC236}">
                <a16:creationId xmlns:a16="http://schemas.microsoft.com/office/drawing/2014/main" id="{24EC6974-1DC0-475D-AF0F-469D144C2C48}"/>
              </a:ext>
            </a:extLst>
          </p:cNvPr>
          <p:cNvSpPr>
            <a:spLocks noGrp="1"/>
          </p:cNvSpPr>
          <p:nvPr>
            <p:ph type="sldNum" sz="quarter" idx="12"/>
          </p:nvPr>
        </p:nvSpPr>
        <p:spPr/>
        <p:txBody>
          <a:bodyPr/>
          <a:lstStyle/>
          <a:p>
            <a:fld id="{49D93B4F-009C-4433-A0AD-3B055150DD11}" type="slidenum">
              <a:rPr lang="en-GB" smtClean="0"/>
              <a:t>19</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A96C2A3-BDB3-41E5-80DC-AFAE780ED6EE}"/>
                  </a:ext>
                </a:extLst>
              </p14:cNvPr>
              <p14:cNvContentPartPr/>
              <p14:nvPr/>
            </p14:nvContentPartPr>
            <p14:xfrm>
              <a:off x="339480" y="160560"/>
              <a:ext cx="11662200" cy="4786920"/>
            </p14:xfrm>
          </p:contentPart>
        </mc:Choice>
        <mc:Fallback>
          <p:pic>
            <p:nvPicPr>
              <p:cNvPr id="3" name="Ink 2">
                <a:extLst>
                  <a:ext uri="{FF2B5EF4-FFF2-40B4-BE49-F238E27FC236}">
                    <a16:creationId xmlns:a16="http://schemas.microsoft.com/office/drawing/2014/main" id="{DA96C2A3-BDB3-41E5-80DC-AFAE780ED6EE}"/>
                  </a:ext>
                </a:extLst>
              </p:cNvPr>
              <p:cNvPicPr/>
              <p:nvPr/>
            </p:nvPicPr>
            <p:blipFill>
              <a:blip r:embed="rId3"/>
              <a:stretch>
                <a:fillRect/>
              </a:stretch>
            </p:blipFill>
            <p:spPr>
              <a:xfrm>
                <a:off x="330120" y="151200"/>
                <a:ext cx="11680920" cy="4805640"/>
              </a:xfrm>
              <a:prstGeom prst="rect">
                <a:avLst/>
              </a:prstGeom>
            </p:spPr>
          </p:pic>
        </mc:Fallback>
      </mc:AlternateContent>
    </p:spTree>
    <p:extLst>
      <p:ext uri="{BB962C8B-B14F-4D97-AF65-F5344CB8AC3E}">
        <p14:creationId xmlns:p14="http://schemas.microsoft.com/office/powerpoint/2010/main" val="18315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2246769"/>
          </a:xfrm>
          <a:prstGeom prst="rect">
            <a:avLst/>
          </a:prstGeom>
          <a:noFill/>
        </p:spPr>
        <p:txBody>
          <a:bodyPr wrap="square" rtlCol="0">
            <a:spAutoFit/>
          </a:bodyPr>
          <a:lstStyle/>
          <a:p>
            <a:r>
              <a:rPr lang="en-GB" sz="2000" b="1" dirty="0"/>
              <a:t>Two photons of energy 2.5 eV and 5 eV are incident on a metal whose work function is 0.5eV. The ratio of maximum velocity of emitted  photo electrons in these two cases will be </a:t>
            </a:r>
          </a:p>
          <a:p>
            <a:endParaRPr lang="en-GB" sz="2000" b="1" dirty="0"/>
          </a:p>
          <a:p>
            <a:pPr marL="342900" indent="-342900">
              <a:buFont typeface="+mj-lt"/>
              <a:buAutoNum type="alphaLcParenR"/>
            </a:pPr>
            <a:r>
              <a:rPr lang="pt-BR" sz="2000" b="1" dirty="0"/>
              <a:t>1:1</a:t>
            </a:r>
          </a:p>
          <a:p>
            <a:pPr marL="342900" indent="-342900">
              <a:buFont typeface="+mj-lt"/>
              <a:buAutoNum type="alphaLcParenR"/>
            </a:pPr>
            <a:r>
              <a:rPr lang="pt-BR" sz="2000" b="1" dirty="0"/>
              <a:t>1:2</a:t>
            </a:r>
          </a:p>
          <a:p>
            <a:pPr marL="342900" indent="-342900">
              <a:buFont typeface="+mj-lt"/>
              <a:buAutoNum type="alphaLcParenR"/>
            </a:pPr>
            <a:r>
              <a:rPr lang="pt-BR" sz="2000" b="1" dirty="0"/>
              <a:t>2:3</a:t>
            </a:r>
          </a:p>
          <a:p>
            <a:pPr marL="342900" indent="-342900">
              <a:buFont typeface="+mj-lt"/>
              <a:buAutoNum type="alphaLcParenR"/>
            </a:pPr>
            <a:r>
              <a:rPr lang="pt-BR" sz="2000" b="1" dirty="0"/>
              <a:t>1:3</a:t>
            </a:r>
          </a:p>
        </p:txBody>
      </p:sp>
      <p:sp>
        <p:nvSpPr>
          <p:cNvPr id="2" name="Slide Number Placeholder 1">
            <a:extLst>
              <a:ext uri="{FF2B5EF4-FFF2-40B4-BE49-F238E27FC236}">
                <a16:creationId xmlns:a16="http://schemas.microsoft.com/office/drawing/2014/main" id="{45D388DF-EDF6-42DB-AD49-9A6AD3808020}"/>
              </a:ext>
            </a:extLst>
          </p:cNvPr>
          <p:cNvSpPr>
            <a:spLocks noGrp="1"/>
          </p:cNvSpPr>
          <p:nvPr>
            <p:ph type="sldNum" sz="quarter" idx="12"/>
          </p:nvPr>
        </p:nvSpPr>
        <p:spPr/>
        <p:txBody>
          <a:bodyPr/>
          <a:lstStyle/>
          <a:p>
            <a:fld id="{49D93B4F-009C-4433-A0AD-3B055150DD11}" type="slidenum">
              <a:rPr lang="en-GB" smtClean="0"/>
              <a:t>20</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1CAE3E7-DBFA-403E-8DDA-9A49BCB28D51}"/>
                  </a:ext>
                </a:extLst>
              </p14:cNvPr>
              <p14:cNvContentPartPr/>
              <p14:nvPr/>
            </p14:nvContentPartPr>
            <p14:xfrm>
              <a:off x="375120" y="124920"/>
              <a:ext cx="10001520" cy="5465520"/>
            </p14:xfrm>
          </p:contentPart>
        </mc:Choice>
        <mc:Fallback>
          <p:pic>
            <p:nvPicPr>
              <p:cNvPr id="3" name="Ink 2">
                <a:extLst>
                  <a:ext uri="{FF2B5EF4-FFF2-40B4-BE49-F238E27FC236}">
                    <a16:creationId xmlns:a16="http://schemas.microsoft.com/office/drawing/2014/main" id="{21CAE3E7-DBFA-403E-8DDA-9A49BCB28D51}"/>
                  </a:ext>
                </a:extLst>
              </p:cNvPr>
              <p:cNvPicPr/>
              <p:nvPr/>
            </p:nvPicPr>
            <p:blipFill>
              <a:blip r:embed="rId3"/>
              <a:stretch>
                <a:fillRect/>
              </a:stretch>
            </p:blipFill>
            <p:spPr>
              <a:xfrm>
                <a:off x="365760" y="115560"/>
                <a:ext cx="10020240" cy="5484240"/>
              </a:xfrm>
              <a:prstGeom prst="rect">
                <a:avLst/>
              </a:prstGeom>
            </p:spPr>
          </p:pic>
        </mc:Fallback>
      </mc:AlternateContent>
    </p:spTree>
    <p:extLst>
      <p:ext uri="{BB962C8B-B14F-4D97-AF65-F5344CB8AC3E}">
        <p14:creationId xmlns:p14="http://schemas.microsoft.com/office/powerpoint/2010/main" val="94259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DF7EF4-3157-44E5-9BDF-79087DB012D2}"/>
              </a:ext>
            </a:extLst>
          </p:cNvPr>
          <p:cNvSpPr txBox="1"/>
          <p:nvPr/>
        </p:nvSpPr>
        <p:spPr>
          <a:xfrm>
            <a:off x="397565" y="387626"/>
            <a:ext cx="11340548" cy="1938992"/>
          </a:xfrm>
          <a:prstGeom prst="rect">
            <a:avLst/>
          </a:prstGeom>
          <a:noFill/>
        </p:spPr>
        <p:txBody>
          <a:bodyPr wrap="square" rtlCol="0">
            <a:spAutoFit/>
          </a:bodyPr>
          <a:lstStyle/>
          <a:p>
            <a:r>
              <a:rPr lang="en-GB" sz="2000" b="1" dirty="0"/>
              <a:t>Work function of a metal surface depends upon </a:t>
            </a:r>
          </a:p>
          <a:p>
            <a:endParaRPr lang="en-GB" sz="2000" b="1" dirty="0"/>
          </a:p>
          <a:p>
            <a:pPr marL="342900" indent="-342900">
              <a:buFont typeface="+mj-lt"/>
              <a:buAutoNum type="alphaLcParenR"/>
            </a:pPr>
            <a:r>
              <a:rPr lang="en-GB" sz="2000" b="1" dirty="0"/>
              <a:t>Frequency of incident photon</a:t>
            </a:r>
          </a:p>
          <a:p>
            <a:pPr marL="342900" indent="-342900">
              <a:buFont typeface="+mj-lt"/>
              <a:buAutoNum type="alphaLcParenR"/>
            </a:pPr>
            <a:r>
              <a:rPr lang="en-GB" sz="2000" b="1" dirty="0"/>
              <a:t>Wavelength of incident photon</a:t>
            </a:r>
          </a:p>
          <a:p>
            <a:pPr marL="342900" indent="-342900">
              <a:buFont typeface="+mj-lt"/>
              <a:buAutoNum type="alphaLcParenR"/>
            </a:pPr>
            <a:r>
              <a:rPr lang="en-GB" sz="2000" b="1" dirty="0"/>
              <a:t>Both a and b</a:t>
            </a:r>
          </a:p>
          <a:p>
            <a:pPr marL="342900" indent="-342900">
              <a:buFont typeface="+mj-lt"/>
              <a:buAutoNum type="alphaLcParenR"/>
            </a:pPr>
            <a:r>
              <a:rPr lang="en-GB" sz="2000" b="1" dirty="0"/>
              <a:t>Nature of metal surface</a:t>
            </a:r>
          </a:p>
        </p:txBody>
      </p:sp>
      <p:sp>
        <p:nvSpPr>
          <p:cNvPr id="2" name="Slide Number Placeholder 1">
            <a:extLst>
              <a:ext uri="{FF2B5EF4-FFF2-40B4-BE49-F238E27FC236}">
                <a16:creationId xmlns:a16="http://schemas.microsoft.com/office/drawing/2014/main" id="{9DF4B928-80EA-4946-9A80-8E304EB59A3B}"/>
              </a:ext>
            </a:extLst>
          </p:cNvPr>
          <p:cNvSpPr>
            <a:spLocks noGrp="1"/>
          </p:cNvSpPr>
          <p:nvPr>
            <p:ph type="sldNum" sz="quarter" idx="12"/>
          </p:nvPr>
        </p:nvSpPr>
        <p:spPr/>
        <p:txBody>
          <a:bodyPr/>
          <a:lstStyle/>
          <a:p>
            <a:fld id="{49D93B4F-009C-4433-A0AD-3B055150DD11}" type="slidenum">
              <a:rPr lang="en-GB" smtClean="0"/>
              <a:t>21</a:t>
            </a:fld>
            <a:endParaRPr lang="en-GB"/>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0AC8B51-27DB-461C-AA19-B59A3459E89F}"/>
                  </a:ext>
                </a:extLst>
              </p14:cNvPr>
              <p14:cNvContentPartPr/>
              <p14:nvPr/>
            </p14:nvContentPartPr>
            <p14:xfrm>
              <a:off x="330480" y="830520"/>
              <a:ext cx="10332000" cy="3349080"/>
            </p14:xfrm>
          </p:contentPart>
        </mc:Choice>
        <mc:Fallback>
          <p:pic>
            <p:nvPicPr>
              <p:cNvPr id="3" name="Ink 2">
                <a:extLst>
                  <a:ext uri="{FF2B5EF4-FFF2-40B4-BE49-F238E27FC236}">
                    <a16:creationId xmlns:a16="http://schemas.microsoft.com/office/drawing/2014/main" id="{70AC8B51-27DB-461C-AA19-B59A3459E89F}"/>
                  </a:ext>
                </a:extLst>
              </p:cNvPr>
              <p:cNvPicPr/>
              <p:nvPr/>
            </p:nvPicPr>
            <p:blipFill>
              <a:blip r:embed="rId3"/>
              <a:stretch>
                <a:fillRect/>
              </a:stretch>
            </p:blipFill>
            <p:spPr>
              <a:xfrm>
                <a:off x="321120" y="821160"/>
                <a:ext cx="10350720" cy="3367800"/>
              </a:xfrm>
              <a:prstGeom prst="rect">
                <a:avLst/>
              </a:prstGeom>
            </p:spPr>
          </p:pic>
        </mc:Fallback>
      </mc:AlternateContent>
    </p:spTree>
    <p:extLst>
      <p:ext uri="{BB962C8B-B14F-4D97-AF65-F5344CB8AC3E}">
        <p14:creationId xmlns:p14="http://schemas.microsoft.com/office/powerpoint/2010/main" val="1538697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sential Questions to Ask a Potential Tenant | Zameen Blog">
            <a:extLst>
              <a:ext uri="{FF2B5EF4-FFF2-40B4-BE49-F238E27FC236}">
                <a16:creationId xmlns:a16="http://schemas.microsoft.com/office/drawing/2014/main" id="{1816C5B3-D43E-403D-BDDF-145653C018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762000"/>
            <a:ext cx="9753600" cy="6096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6B6E048-4787-471F-9825-1128EF6B1228}"/>
                  </a:ext>
                </a:extLst>
              </p14:cNvPr>
              <p14:cNvContentPartPr/>
              <p14:nvPr/>
            </p14:nvContentPartPr>
            <p14:xfrm>
              <a:off x="8125920" y="4152240"/>
              <a:ext cx="360" cy="360"/>
            </p14:xfrm>
          </p:contentPart>
        </mc:Choice>
        <mc:Fallback>
          <p:pic>
            <p:nvPicPr>
              <p:cNvPr id="2" name="Ink 1">
                <a:extLst>
                  <a:ext uri="{FF2B5EF4-FFF2-40B4-BE49-F238E27FC236}">
                    <a16:creationId xmlns:a16="http://schemas.microsoft.com/office/drawing/2014/main" id="{A6B6E048-4787-471F-9825-1128EF6B1228}"/>
                  </a:ext>
                </a:extLst>
              </p:cNvPr>
              <p:cNvPicPr/>
              <p:nvPr/>
            </p:nvPicPr>
            <p:blipFill>
              <a:blip r:embed="rId4"/>
              <a:stretch>
                <a:fillRect/>
              </a:stretch>
            </p:blipFill>
            <p:spPr>
              <a:xfrm>
                <a:off x="8116560" y="4142880"/>
                <a:ext cx="19080" cy="19080"/>
              </a:xfrm>
              <a:prstGeom prst="rect">
                <a:avLst/>
              </a:prstGeom>
            </p:spPr>
          </p:pic>
        </mc:Fallback>
      </mc:AlternateContent>
    </p:spTree>
    <p:extLst>
      <p:ext uri="{BB962C8B-B14F-4D97-AF65-F5344CB8AC3E}">
        <p14:creationId xmlns:p14="http://schemas.microsoft.com/office/powerpoint/2010/main" val="311666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878</Words>
  <Application>Microsoft Office PowerPoint</Application>
  <PresentationFormat>Widescreen</PresentationFormat>
  <Paragraphs>147</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Cambria Math</vt:lpstr>
      <vt:lpstr>Office Theme</vt:lpstr>
      <vt:lpstr>QAD Session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Ramchandra Shrestha</dc:creator>
  <cp:lastModifiedBy>Ramchandra Shrestha</cp:lastModifiedBy>
  <cp:revision>25</cp:revision>
  <dcterms:created xsi:type="dcterms:W3CDTF">2023-09-05T16:50:13Z</dcterms:created>
  <dcterms:modified xsi:type="dcterms:W3CDTF">2023-09-06T02:14:57Z</dcterms:modified>
</cp:coreProperties>
</file>