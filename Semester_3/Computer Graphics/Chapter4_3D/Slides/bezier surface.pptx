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81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BCBA4-456A-423E-BA03-5A29B1DA8D55}" type="datetimeFigureOut">
              <a:rPr lang="en-US" smtClean="0"/>
              <a:pPr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8848-0418-45F8-80AB-2ED4181500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BCBA4-456A-423E-BA03-5A29B1DA8D55}" type="datetimeFigureOut">
              <a:rPr lang="en-US" smtClean="0"/>
              <a:pPr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8848-0418-45F8-80AB-2ED4181500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BCBA4-456A-423E-BA03-5A29B1DA8D55}" type="datetimeFigureOut">
              <a:rPr lang="en-US" smtClean="0"/>
              <a:pPr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8848-0418-45F8-80AB-2ED4181500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BCBA4-456A-423E-BA03-5A29B1DA8D55}" type="datetimeFigureOut">
              <a:rPr lang="en-US" smtClean="0"/>
              <a:pPr/>
              <a:t>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8848-0418-45F8-80AB-2ED4181500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BCBA4-456A-423E-BA03-5A29B1DA8D55}" type="datetimeFigureOut">
              <a:rPr lang="en-US" smtClean="0"/>
              <a:pPr/>
              <a:t>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8848-0418-45F8-80AB-2ED4181500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BCBA4-456A-423E-BA03-5A29B1DA8D55}" type="datetimeFigureOut">
              <a:rPr lang="en-US" smtClean="0"/>
              <a:pPr/>
              <a:t>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8848-0418-45F8-80AB-2ED4181500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BCBA4-456A-423E-BA03-5A29B1DA8D55}" type="datetimeFigureOut">
              <a:rPr lang="en-US" smtClean="0"/>
              <a:pPr/>
              <a:t>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8848-0418-45F8-80AB-2ED4181500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BCBA4-456A-423E-BA03-5A29B1DA8D55}" type="datetimeFigureOut">
              <a:rPr lang="en-US" smtClean="0"/>
              <a:pPr/>
              <a:t>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8848-0418-45F8-80AB-2ED4181500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BCBA4-456A-423E-BA03-5A29B1DA8D55}" type="datetimeFigureOut">
              <a:rPr lang="en-US" smtClean="0"/>
              <a:pPr/>
              <a:t>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8848-0418-45F8-80AB-2ED4181500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BCBA4-456A-423E-BA03-5A29B1DA8D55}" type="datetimeFigureOut">
              <a:rPr lang="en-US" smtClean="0"/>
              <a:pPr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8848-0418-45F8-80AB-2ED4181500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BCBA4-456A-423E-BA03-5A29B1DA8D55}" type="datetimeFigureOut">
              <a:rPr lang="en-US" smtClean="0"/>
              <a:pPr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8848-0418-45F8-80AB-2ED4181500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BCBA4-456A-423E-BA03-5A29B1DA8D55}" type="datetimeFigureOut">
              <a:rPr lang="en-US" smtClean="0"/>
              <a:pPr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F8848-0418-45F8-80AB-2ED4181500D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381000" y="152400"/>
            <a:ext cx="8077200" cy="6553200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Bezier surfaces</a:t>
            </a:r>
          </a:p>
          <a:p>
            <a:pPr algn="l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 create a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Bézier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surface, We blend a mesh of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Bézier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curves using the blending function </a:t>
            </a:r>
          </a:p>
          <a:p>
            <a:pPr algn="l"/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where j and k are points in parametric space and        represents the location of the knots in real space. The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Bézier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functions specify the weighting of a particular knot. They are the Bernstein coefficients. The definition of the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Bézier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functions is </a:t>
            </a:r>
          </a:p>
          <a:p>
            <a:pPr algn="l"/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where C(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n,k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 represents the binary coefficients. When u=0, the function is one for k=0 and zero for all other points. </a:t>
            </a:r>
          </a:p>
          <a:p>
            <a:pPr algn="l"/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When we combine two orthogonal parameters, we find a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Bézier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curve along each edge of the surface, as defined by the points along that edge. </a:t>
            </a:r>
          </a:p>
          <a:p>
            <a:pPr algn="l"/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Bézier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surfaces are useful for interactive design and were first applied to car body design. </a:t>
            </a:r>
          </a:p>
          <a:p>
            <a:pPr algn="l"/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33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properties of Bezier surfaces are controlled by the blending functions</a:t>
            </a:r>
          </a:p>
          <a:p>
            <a:pPr algn="l"/>
            <a:r>
              <a:rPr lang="en-US" sz="33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	 The surface takes the general shape of the control points</a:t>
            </a:r>
          </a:p>
          <a:p>
            <a:pPr algn="l"/>
            <a:r>
              <a:rPr lang="en-US" sz="33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	The surface is contained within the convex hull of the control points</a:t>
            </a:r>
          </a:p>
          <a:p>
            <a:pPr algn="l"/>
            <a:r>
              <a:rPr lang="en-US" sz="33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	The corners of the surface and the corner control vertices are coincident</a:t>
            </a:r>
          </a:p>
          <a:p>
            <a:pPr algn="l"/>
            <a:endParaRPr lang="en-US" sz="33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33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30" name="Picture 6" descr="http://www.doc.ic.ac.uk/~dfg/AndysSplineTutorial/images/pxy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48400" y="2133600"/>
            <a:ext cx="350520" cy="219075"/>
          </a:xfrm>
          <a:prstGeom prst="rect">
            <a:avLst/>
          </a:prstGeom>
          <a:noFill/>
        </p:spPr>
      </p:pic>
      <p:pic>
        <p:nvPicPr>
          <p:cNvPr id="1032" name="Picture 8" descr="http://www.doc.ic.ac.uk/~dfg/AndysSplineTutorial/images/Bernstein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99138" y="3352800"/>
            <a:ext cx="4577862" cy="435455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5800" y="990600"/>
            <a:ext cx="7990703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http://t1.gstatic.com/images?q=tbn:ANd9GcTeq4LUnPEW7Igx8tb3k499blcL_cYNTqOudTIrhoaZzJUZP-lLUQ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6937" y="152400"/>
            <a:ext cx="6747263" cy="2590800"/>
          </a:xfrm>
          <a:prstGeom prst="rect">
            <a:avLst/>
          </a:prstGeom>
          <a:noFill/>
        </p:spPr>
      </p:pic>
      <p:pic>
        <p:nvPicPr>
          <p:cNvPr id="1036" name="Picture 12" descr="http://t0.gstatic.com/images?q=tbn:ANd9GcRftHWfJSd35E5FtD28HKwx02nuhnTONl4j36WwW-A4C9s1saDy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19600" y="3124200"/>
            <a:ext cx="4419600" cy="346260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1719</TotalTime>
  <Words>151</Words>
  <Application>Microsoft Office PowerPoint</Application>
  <PresentationFormat>On-screen Show (4:3)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Times New Roman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msi</dc:creator>
  <cp:lastModifiedBy>saroj shakya</cp:lastModifiedBy>
  <cp:revision>7</cp:revision>
  <dcterms:created xsi:type="dcterms:W3CDTF">2011-04-09T05:14:35Z</dcterms:created>
  <dcterms:modified xsi:type="dcterms:W3CDTF">2025-01-19T09:24:35Z</dcterms:modified>
</cp:coreProperties>
</file>