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2" r:id="rId11"/>
    <p:sldId id="267" r:id="rId12"/>
    <p:sldId id="268" r:id="rId13"/>
    <p:sldId id="266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Acquisition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12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Acquisition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process of collecting the input information as rapidly, accurately, economically and completely as necessary.</a:t>
            </a:r>
          </a:p>
          <a:p>
            <a:r>
              <a:rPr lang="en-US" dirty="0"/>
              <a:t>A typical data acquisition system consists of individual sensors with the </a:t>
            </a:r>
            <a:r>
              <a:rPr lang="en-US" dirty="0" smtClean="0"/>
              <a:t>necessary signal </a:t>
            </a:r>
            <a:r>
              <a:rPr lang="en-US" dirty="0"/>
              <a:t>conditioning, data conversion, </a:t>
            </a:r>
            <a:r>
              <a:rPr lang="en-US" dirty="0" smtClean="0"/>
              <a:t>data processing</a:t>
            </a:r>
            <a:r>
              <a:rPr lang="en-US" dirty="0"/>
              <a:t>, multiplexing, data </a:t>
            </a:r>
            <a:r>
              <a:rPr lang="en-US" dirty="0" smtClean="0"/>
              <a:t>handling and </a:t>
            </a:r>
            <a:r>
              <a:rPr lang="en-US" dirty="0"/>
              <a:t>associated transmission, storage and display systems.</a:t>
            </a:r>
          </a:p>
        </p:txBody>
      </p:sp>
    </p:spTree>
    <p:extLst>
      <p:ext uri="{BB962C8B-B14F-4D97-AF65-F5344CB8AC3E}">
        <p14:creationId xmlns:p14="http://schemas.microsoft.com/office/powerpoint/2010/main" val="112362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smtClean="0"/>
              <a:t>Acquisition </a:t>
            </a:r>
            <a:r>
              <a:rPr lang="en-US" dirty="0"/>
              <a:t>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DAS is used to measure and record signals obtained in basically two ways: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Signal originating from direct measurement  of electrical quantities which may include DC and AC voltage, frequency or resistance.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Signal originating from transducers.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77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Acquisition System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 contrast="100000"/>
                    </a14:imgEffect>
                  </a14:imgLayer>
                </a14:imgProps>
              </a:ext>
            </a:extLst>
          </a:blip>
          <a:srcRect l="10898" t="20524" r="11057" b="13056"/>
          <a:stretch/>
        </p:blipFill>
        <p:spPr bwMode="auto">
          <a:xfrm>
            <a:off x="457200" y="1894330"/>
            <a:ext cx="8229600" cy="39377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2540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of 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Factors affecting the configuration of DAS:</a:t>
            </a:r>
          </a:p>
          <a:p>
            <a:pPr lvl="1"/>
            <a:r>
              <a:rPr lang="en-US" dirty="0" smtClean="0"/>
              <a:t>Resolution and accuracy</a:t>
            </a:r>
          </a:p>
          <a:p>
            <a:pPr lvl="1"/>
            <a:r>
              <a:rPr lang="en-US" dirty="0" smtClean="0"/>
              <a:t>Number of channels to be monitored.</a:t>
            </a:r>
          </a:p>
          <a:p>
            <a:pPr lvl="1"/>
            <a:r>
              <a:rPr lang="en-US" dirty="0" smtClean="0"/>
              <a:t>Sampling rate per channel.</a:t>
            </a:r>
          </a:p>
          <a:p>
            <a:pPr lvl="1"/>
            <a:r>
              <a:rPr lang="en-US" dirty="0" smtClean="0"/>
              <a:t>Signal conditioner requirement per channel.</a:t>
            </a:r>
          </a:p>
          <a:p>
            <a:pPr lvl="1"/>
            <a:r>
              <a:rPr lang="en-US" dirty="0" smtClean="0"/>
              <a:t>Cost.</a:t>
            </a:r>
          </a:p>
          <a:p>
            <a:r>
              <a:rPr lang="en-US" dirty="0" smtClean="0"/>
              <a:t>Two configurations:</a:t>
            </a:r>
          </a:p>
          <a:p>
            <a:pPr lvl="1"/>
            <a:r>
              <a:rPr lang="en-US" dirty="0" smtClean="0"/>
              <a:t>Single channel DAS</a:t>
            </a:r>
          </a:p>
          <a:p>
            <a:pPr lvl="1"/>
            <a:r>
              <a:rPr lang="en-US" dirty="0" smtClean="0"/>
              <a:t>Multi channel 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6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Channel 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3340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It consists of signal conditioner followed by ADC.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: Digital Panel Meter (DPM)</a:t>
            </a:r>
          </a:p>
          <a:p>
            <a:r>
              <a:rPr lang="en-US" dirty="0" smtClean="0"/>
              <a:t>It is slow and BCD o/p must be converted to Binary if processed by digital </a:t>
            </a:r>
            <a:r>
              <a:rPr lang="en-US" dirty="0" err="1" smtClean="0"/>
              <a:t>equipments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33814" t="48746" r="39423" b="32725"/>
          <a:stretch/>
        </p:blipFill>
        <p:spPr bwMode="auto">
          <a:xfrm>
            <a:off x="990600" y="1295400"/>
            <a:ext cx="6477000" cy="2362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0783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 Channel DAS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Individual analog signal applied to MUX  thru signal conditioner.</a:t>
            </a:r>
          </a:p>
          <a:p>
            <a:r>
              <a:rPr lang="en-US" sz="2400" dirty="0" smtClean="0"/>
              <a:t>Converted to digital form by ADC sequentially.</a:t>
            </a:r>
          </a:p>
          <a:p>
            <a:r>
              <a:rPr lang="en-US" sz="2400" dirty="0" smtClean="0"/>
              <a:t>To make it more faster, the multiplexer takes the i/p thru next channel while the previous data stored in sample and hold </a:t>
            </a:r>
            <a:r>
              <a:rPr lang="en-US" sz="2400" dirty="0" err="1" smtClean="0"/>
              <a:t>ckt</a:t>
            </a:r>
            <a:r>
              <a:rPr lang="en-US" sz="2400" dirty="0" smtClean="0"/>
              <a:t> is converted into digital.</a:t>
            </a:r>
          </a:p>
          <a:p>
            <a:r>
              <a:rPr lang="en-US" sz="2400" dirty="0" smtClean="0"/>
              <a:t>When conversion completed, S/H </a:t>
            </a:r>
            <a:r>
              <a:rPr lang="en-US" sz="2400" dirty="0" err="1" smtClean="0"/>
              <a:t>ckt</a:t>
            </a:r>
            <a:r>
              <a:rPr lang="en-US" sz="2400" dirty="0" smtClean="0"/>
              <a:t> returns to sample mode and acquires the signal of next channel.</a:t>
            </a:r>
            <a:endParaRPr lang="en-US" sz="2400" dirty="0"/>
          </a:p>
        </p:txBody>
      </p:sp>
      <p:pic>
        <p:nvPicPr>
          <p:cNvPr id="8" name="Content Placeholder 7"/>
          <p:cNvPicPr>
            <a:picLocks noGrp="1"/>
          </p:cNvPicPr>
          <p:nvPr>
            <p:ph sz="half" idx="2"/>
          </p:nvPr>
        </p:nvPicPr>
        <p:blipFill rotWithShape="1">
          <a:blip r:embed="rId2"/>
          <a:srcRect l="30288" t="22520" r="34616" b="22178"/>
          <a:stretch/>
        </p:blipFill>
        <p:spPr bwMode="auto">
          <a:xfrm>
            <a:off x="4648200" y="1524000"/>
            <a:ext cx="4343400" cy="457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9134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Acquisition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instrument may be either analog or digital systems, correspondingly we have two types of DAS:</a:t>
            </a:r>
          </a:p>
          <a:p>
            <a:pPr lvl="1"/>
            <a:r>
              <a:rPr lang="en-US" dirty="0" smtClean="0"/>
              <a:t>Analog </a:t>
            </a:r>
            <a:r>
              <a:rPr lang="en-US" dirty="0"/>
              <a:t>Data Acquisition </a:t>
            </a:r>
            <a:r>
              <a:rPr lang="en-US" dirty="0" smtClean="0"/>
              <a:t>System</a:t>
            </a:r>
          </a:p>
          <a:p>
            <a:pPr lvl="1"/>
            <a:r>
              <a:rPr lang="en-US" dirty="0" smtClean="0"/>
              <a:t>Digital </a:t>
            </a:r>
            <a:r>
              <a:rPr lang="en-US" dirty="0"/>
              <a:t>Data Acquisition System</a:t>
            </a:r>
          </a:p>
        </p:txBody>
      </p:sp>
    </p:spTree>
    <p:extLst>
      <p:ext uri="{BB962C8B-B14F-4D97-AF65-F5344CB8AC3E}">
        <p14:creationId xmlns:p14="http://schemas.microsoft.com/office/powerpoint/2010/main" val="360508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Analog 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block diagram of analog DAS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Components: Transducer, Signal Conditioner,    		        Analog Multiplexer and Analog 		        Recorders.</a:t>
            </a:r>
            <a:endParaRPr lang="en-US" dirty="0"/>
          </a:p>
        </p:txBody>
      </p:sp>
      <p:pic>
        <p:nvPicPr>
          <p:cNvPr id="1026" name="Picture 2" descr="C:\Users\elx\AppData\Local\Microsoft\Windows\INetCache\IE\WEGNKRCV\Data_acquisition_systems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6" y="2362200"/>
            <a:ext cx="8229600" cy="251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33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DAS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block diagram of digital DAS is 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485709" y="-388045"/>
            <a:ext cx="2286001" cy="824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037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Mainly, the following </a:t>
            </a:r>
            <a:r>
              <a:rPr lang="en-US" b="1" dirty="0"/>
              <a:t>operations</a:t>
            </a:r>
            <a:r>
              <a:rPr lang="en-US" dirty="0"/>
              <a:t> take place in digital data acquisition.</a:t>
            </a:r>
          </a:p>
          <a:p>
            <a:pPr lvl="1"/>
            <a:r>
              <a:rPr lang="en-US" dirty="0"/>
              <a:t>Acquisition of analog </a:t>
            </a:r>
            <a:r>
              <a:rPr lang="en-US" dirty="0" smtClean="0"/>
              <a:t>signals.</a:t>
            </a:r>
            <a:endParaRPr lang="en-US" dirty="0"/>
          </a:p>
          <a:p>
            <a:pPr lvl="1"/>
            <a:r>
              <a:rPr lang="en-US" dirty="0"/>
              <a:t>Conversion of analog signals into digital signals or digital </a:t>
            </a:r>
            <a:r>
              <a:rPr lang="en-US" dirty="0" smtClean="0"/>
              <a:t>data.</a:t>
            </a:r>
            <a:endParaRPr lang="en-US" dirty="0"/>
          </a:p>
          <a:p>
            <a:pPr lvl="1"/>
            <a:r>
              <a:rPr lang="en-US" dirty="0"/>
              <a:t>Processing of digital signals or digital </a:t>
            </a:r>
            <a:r>
              <a:rPr lang="en-US" dirty="0" smtClean="0"/>
              <a:t>data.</a:t>
            </a:r>
          </a:p>
          <a:p>
            <a:r>
              <a:rPr lang="en-US" dirty="0" smtClean="0"/>
              <a:t>Components:</a:t>
            </a:r>
          </a:p>
          <a:p>
            <a:pPr lvl="1"/>
            <a:r>
              <a:rPr lang="en-US" dirty="0" smtClean="0"/>
              <a:t>Transducer, signal conditioner, MUX, ADC, digital recorder.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21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Applications </a:t>
            </a:r>
            <a:r>
              <a:rPr lang="en-US" dirty="0"/>
              <a:t>of DAS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Biomedical, aerospace, telemetry.</a:t>
            </a:r>
          </a:p>
          <a:p>
            <a:r>
              <a:rPr lang="en-US" dirty="0" smtClean="0"/>
              <a:t>Analog DAS is used when wide bandwidth is required or when lower accuracy can be tolerated.</a:t>
            </a:r>
          </a:p>
          <a:p>
            <a:r>
              <a:rPr lang="en-US" dirty="0" smtClean="0"/>
              <a:t>Digital DAS is used when there is narrow bandwidth, high accuracy and low per channel cost is required.</a:t>
            </a:r>
          </a:p>
          <a:p>
            <a:r>
              <a:rPr lang="en-US" dirty="0" smtClean="0"/>
              <a:t>The complexity of digital DAS range from single channel DC voltage measuring and recording to automatic multi channel system which measures a large parameters, compare them and provide decision.</a:t>
            </a:r>
          </a:p>
          <a:p>
            <a:r>
              <a:rPr lang="en-US" dirty="0" smtClean="0"/>
              <a:t>Digital DAS is more complex than analog DAS in both instruments involved and volume and complexity of i/p data they can handle.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63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 trends in 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Microcontroller based DAS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39291"/>
            <a:ext cx="6324600" cy="3387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788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trends in 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PC based DAS:</a:t>
            </a:r>
            <a:endParaRPr lang="en-US" dirty="0"/>
          </a:p>
        </p:txBody>
      </p:sp>
      <p:pic>
        <p:nvPicPr>
          <p:cNvPr id="2052" name="Picture 4" descr="Data acquisition &amp;amp; contr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76929"/>
            <a:ext cx="5334000" cy="400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60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424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Data Acquisition System</vt:lpstr>
      <vt:lpstr>Data Acquisition</vt:lpstr>
      <vt:lpstr>Data Acquisition System</vt:lpstr>
      <vt:lpstr>Data Acquisition System</vt:lpstr>
      <vt:lpstr>Configuration of DAS</vt:lpstr>
      <vt:lpstr>Single Channel DAS</vt:lpstr>
      <vt:lpstr>Multi Channel DAS</vt:lpstr>
      <vt:lpstr>Data Acquisition System</vt:lpstr>
      <vt:lpstr>Analog DAS</vt:lpstr>
      <vt:lpstr>Digital DAS</vt:lpstr>
      <vt:lpstr>Digital DAS</vt:lpstr>
      <vt:lpstr> Applications of DAS </vt:lpstr>
      <vt:lpstr>Modern trends in DAS</vt:lpstr>
      <vt:lpstr>Modern trends in DAS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Acquisition System</dc:title>
  <dc:creator>elx</dc:creator>
  <cp:lastModifiedBy>elx</cp:lastModifiedBy>
  <cp:revision>23</cp:revision>
  <dcterms:created xsi:type="dcterms:W3CDTF">2006-08-16T00:00:00Z</dcterms:created>
  <dcterms:modified xsi:type="dcterms:W3CDTF">2023-07-11T12:34:12Z</dcterms:modified>
</cp:coreProperties>
</file>